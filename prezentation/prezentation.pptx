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slideLayouts/slideLayout1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  <p:sldMasterId id="2147483652" r:id="rId2"/>
    <p:sldMasterId id="2147483684" r:id="rId3"/>
  </p:sldMasterIdLst>
  <p:notesMasterIdLst>
    <p:notesMasterId r:id="rId24"/>
  </p:notesMasterIdLst>
  <p:handoutMasterIdLst>
    <p:handoutMasterId r:id="rId25"/>
  </p:handoutMasterIdLst>
  <p:sldIdLst>
    <p:sldId id="256" r:id="rId4"/>
    <p:sldId id="262" r:id="rId5"/>
    <p:sldId id="261" r:id="rId6"/>
    <p:sldId id="400" r:id="rId7"/>
    <p:sldId id="394" r:id="rId8"/>
    <p:sldId id="397" r:id="rId9"/>
    <p:sldId id="399" r:id="rId10"/>
    <p:sldId id="289" r:id="rId11"/>
    <p:sldId id="336" r:id="rId12"/>
    <p:sldId id="281" r:id="rId13"/>
    <p:sldId id="264" r:id="rId14"/>
    <p:sldId id="273" r:id="rId15"/>
    <p:sldId id="285" r:id="rId16"/>
    <p:sldId id="277" r:id="rId17"/>
    <p:sldId id="335" r:id="rId18"/>
    <p:sldId id="401" r:id="rId19"/>
    <p:sldId id="402" r:id="rId20"/>
    <p:sldId id="393" r:id="rId21"/>
    <p:sldId id="267" r:id="rId22"/>
    <p:sldId id="260" r:id="rId23"/>
  </p:sldIdLst>
  <p:sldSz cx="9144000" cy="5143500" type="screen16x9"/>
  <p:notesSz cx="6858000" cy="9144000"/>
  <p:defaultTextStyle>
    <a:defPPr>
      <a:defRPr lang="en-US"/>
    </a:defPPr>
    <a:lvl1pPr marL="0" algn="l" defTabSz="68571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42858" algn="l" defTabSz="68571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685715" algn="l" defTabSz="68571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28572" algn="l" defTabSz="68571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371428" algn="l" defTabSz="68571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14286" algn="l" defTabSz="68571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057143" algn="l" defTabSz="68571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400000" algn="l" defTabSz="68571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742858" algn="l" defTabSz="68571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52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764">
          <p15:clr>
            <a:srgbClr val="A4A3A4"/>
          </p15:clr>
        </p15:guide>
        <p15:guide id="4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4D4D4"/>
    <a:srgbClr val="AAAAAA"/>
    <a:srgbClr val="8EDADA"/>
    <a:srgbClr val="60BED4"/>
    <a:srgbClr val="DBE7EC"/>
    <a:srgbClr val="88CFE4"/>
    <a:srgbClr val="43B6B9"/>
    <a:srgbClr val="FFFFFF"/>
    <a:srgbClr val="C2EA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789" autoAdjust="0"/>
    <p:restoredTop sz="96196" autoAdjust="0"/>
  </p:normalViewPr>
  <p:slideViewPr>
    <p:cSldViewPr snapToGrid="0">
      <p:cViewPr varScale="1">
        <p:scale>
          <a:sx n="110" d="100"/>
          <a:sy n="110" d="100"/>
        </p:scale>
        <p:origin x="576" y="67"/>
      </p:cViewPr>
      <p:guideLst>
        <p:guide orient="horz" pos="2352"/>
        <p:guide pos="3840"/>
        <p:guide orient="horz" pos="1764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53" d="100"/>
          <a:sy n="53" d="100"/>
        </p:scale>
        <p:origin x="-2610" y="-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Мужчины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cat>
            <c:numRef>
              <c:f>Лист1!$A$2</c:f>
              <c:numCache>
                <c:formatCode>General</c:formatCode>
                <c:ptCount val="1"/>
              </c:numCache>
            </c:numRef>
          </c:cat>
          <c:val>
            <c:numRef>
              <c:f>Лист1!$B$2</c:f>
              <c:numCache>
                <c:formatCode>0%</c:formatCode>
                <c:ptCount val="1"/>
                <c:pt idx="0">
                  <c:v>0.27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603-46AD-8D9A-B5DBA1D53CB7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Женщины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cat>
            <c:numRef>
              <c:f>Лист1!$A$2</c:f>
              <c:numCache>
                <c:formatCode>General</c:formatCode>
                <c:ptCount val="1"/>
              </c:numCache>
            </c:numRef>
          </c:cat>
          <c:val>
            <c:numRef>
              <c:f>Лист1!$C$2</c:f>
              <c:numCache>
                <c:formatCode>0%</c:formatCode>
                <c:ptCount val="1"/>
                <c:pt idx="0">
                  <c:v>0.34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7603-46AD-8D9A-B5DBA1D53C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364943448"/>
        <c:axId val="364945968"/>
        <c:axId val="0"/>
      </c:bar3DChart>
      <c:catAx>
        <c:axId val="3649434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64945968"/>
        <c:crosses val="autoZero"/>
        <c:auto val="1"/>
        <c:lblAlgn val="ctr"/>
        <c:lblOffset val="100"/>
        <c:noMultiLvlLbl val="0"/>
      </c:catAx>
      <c:valAx>
        <c:axId val="3649459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64943448"/>
        <c:crosses val="autoZero"/>
        <c:crossBetween val="between"/>
      </c:valAx>
      <c:spPr>
        <a:solidFill>
          <a:schemeClr val="bg1"/>
        </a:soli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Мужчины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cat>
            <c:numRef>
              <c:f>Лист1!$A$2</c:f>
              <c:numCache>
                <c:formatCode>General</c:formatCode>
                <c:ptCount val="1"/>
              </c:numCache>
            </c:numRef>
          </c:cat>
          <c:val>
            <c:numRef>
              <c:f>Лист1!$B$2</c:f>
              <c:numCache>
                <c:formatCode>0%</c:formatCode>
                <c:ptCount val="1"/>
                <c:pt idx="0">
                  <c:v>0.44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B05-4A42-804E-45F983E96D4B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Женщины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cat>
            <c:numRef>
              <c:f>Лист1!$A$2</c:f>
              <c:numCache>
                <c:formatCode>General</c:formatCode>
                <c:ptCount val="1"/>
              </c:numCache>
            </c:numRef>
          </c:cat>
          <c:val>
            <c:numRef>
              <c:f>Лист1!$C$2</c:f>
              <c:numCache>
                <c:formatCode>0%</c:formatCode>
                <c:ptCount val="1"/>
                <c:pt idx="0">
                  <c:v>0.43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B05-4A42-804E-45F983E96D4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364943448"/>
        <c:axId val="364945968"/>
        <c:axId val="0"/>
      </c:bar3DChart>
      <c:catAx>
        <c:axId val="3649434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64945968"/>
        <c:crosses val="autoZero"/>
        <c:auto val="1"/>
        <c:lblAlgn val="ctr"/>
        <c:lblOffset val="100"/>
        <c:noMultiLvlLbl val="0"/>
      </c:catAx>
      <c:valAx>
        <c:axId val="364945968"/>
        <c:scaling>
          <c:orientation val="minMax"/>
          <c:max val="0.5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64943448"/>
        <c:crosses val="autoZero"/>
        <c:crossBetween val="between"/>
      </c:valAx>
      <c:spPr>
        <a:solidFill>
          <a:schemeClr val="bg1"/>
        </a:soli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Мужчины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cat>
            <c:numRef>
              <c:f>Лист1!$A$2</c:f>
              <c:numCache>
                <c:formatCode>General</c:formatCode>
                <c:ptCount val="1"/>
              </c:numCache>
            </c:numRef>
          </c:cat>
          <c:val>
            <c:numRef>
              <c:f>Лист1!$B$2</c:f>
              <c:numCache>
                <c:formatCode>0%</c:formatCode>
                <c:ptCount val="1"/>
                <c:pt idx="0">
                  <c:v>0.13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99B-4379-BA67-565A606FF79B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Женщины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cat>
            <c:numRef>
              <c:f>Лист1!$A$2</c:f>
              <c:numCache>
                <c:formatCode>General</c:formatCode>
                <c:ptCount val="1"/>
              </c:numCache>
            </c:numRef>
          </c:cat>
          <c:val>
            <c:numRef>
              <c:f>Лист1!$C$2</c:f>
              <c:numCache>
                <c:formatCode>0%</c:formatCode>
                <c:ptCount val="1"/>
                <c:pt idx="0">
                  <c:v>0.24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99B-4379-BA67-565A606FF79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364943448"/>
        <c:axId val="364945968"/>
        <c:axId val="0"/>
      </c:bar3DChart>
      <c:catAx>
        <c:axId val="3649434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64945968"/>
        <c:crosses val="autoZero"/>
        <c:auto val="1"/>
        <c:lblAlgn val="ctr"/>
        <c:lblOffset val="100"/>
        <c:noMultiLvlLbl val="0"/>
      </c:catAx>
      <c:valAx>
        <c:axId val="364945968"/>
        <c:scaling>
          <c:orientation val="minMax"/>
          <c:max val="0.5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64943448"/>
        <c:crosses val="autoZero"/>
        <c:crossBetween val="between"/>
      </c:valAx>
      <c:spPr>
        <a:solidFill>
          <a:schemeClr val="bg1"/>
        </a:soli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3616198002395748E-2"/>
          <c:y val="9.8420783628160938E-2"/>
          <c:w val="0.9491841208704016"/>
          <c:h val="0.84104023164092867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2"/>
              </a:solidFill>
            </c:spPr>
            <c:extLst>
              <c:ext xmlns:c16="http://schemas.microsoft.com/office/drawing/2014/chart" uri="{C3380CC4-5D6E-409C-BE32-E72D297353CC}">
                <c16:uniqueId val="{00000001-194D-41FD-95A1-6D246B7729C9}"/>
              </c:ext>
            </c:extLst>
          </c:dPt>
          <c:dPt>
            <c:idx val="1"/>
            <c:bubble3D val="0"/>
            <c:spPr>
              <a:solidFill>
                <a:srgbClr val="BEBFBF">
                  <a:alpha val="30000"/>
                </a:srgbClr>
              </a:solidFill>
            </c:spPr>
            <c:extLst>
              <c:ext xmlns:c16="http://schemas.microsoft.com/office/drawing/2014/chart" uri="{C3380CC4-5D6E-409C-BE32-E72D297353CC}">
                <c16:uniqueId val="{00000003-194D-41FD-95A1-6D246B7729C9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20</c:v>
                </c:pt>
                <c:pt idx="1">
                  <c:v>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94D-41FD-95A1-6D246B7729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160"/>
        <c:holeSize val="75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9662187445511735E-2"/>
          <c:y val="9.8421008776802571E-2"/>
          <c:w val="0.9491841208704016"/>
          <c:h val="0.84104023164092867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</c:spPr>
            <c:extLst>
              <c:ext xmlns:c16="http://schemas.microsoft.com/office/drawing/2014/chart" uri="{C3380CC4-5D6E-409C-BE32-E72D297353CC}">
                <c16:uniqueId val="{00000001-3C0B-4FFA-B5F7-CFF85E112BB4}"/>
              </c:ext>
            </c:extLst>
          </c:dPt>
          <c:dPt>
            <c:idx val="1"/>
            <c:bubble3D val="0"/>
            <c:spPr>
              <a:solidFill>
                <a:srgbClr val="BEBFBF">
                  <a:alpha val="30000"/>
                </a:srgbClr>
              </a:solidFill>
            </c:spPr>
            <c:extLst>
              <c:ext xmlns:c16="http://schemas.microsoft.com/office/drawing/2014/chart" uri="{C3380CC4-5D6E-409C-BE32-E72D297353CC}">
                <c16:uniqueId val="{00000003-3C0B-4FFA-B5F7-CFF85E112BB4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46</c:v>
                </c:pt>
                <c:pt idx="1">
                  <c:v>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C0B-4FFA-B5F7-CFF85E112BB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1"/>
        <c:holeSize val="74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9662187445511735E-2"/>
          <c:y val="9.8421008776802571E-2"/>
          <c:w val="0.9491841208704016"/>
          <c:h val="0.84104023164092867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4"/>
              </a:solidFill>
            </c:spPr>
            <c:extLst>
              <c:ext xmlns:c16="http://schemas.microsoft.com/office/drawing/2014/chart" uri="{C3380CC4-5D6E-409C-BE32-E72D297353CC}">
                <c16:uniqueId val="{00000001-2DC2-4310-8CF6-B6E7FE7D2F7B}"/>
              </c:ext>
            </c:extLst>
          </c:dPt>
          <c:dPt>
            <c:idx val="1"/>
            <c:bubble3D val="0"/>
            <c:spPr>
              <a:solidFill>
                <a:srgbClr val="BEBFBF">
                  <a:alpha val="30000"/>
                </a:srgbClr>
              </a:solidFill>
            </c:spPr>
            <c:extLst>
              <c:ext xmlns:c16="http://schemas.microsoft.com/office/drawing/2014/chart" uri="{C3380CC4-5D6E-409C-BE32-E72D297353CC}">
                <c16:uniqueId val="{00000003-2DC2-4310-8CF6-B6E7FE7D2F7B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</c:v>
                </c:pt>
                <c:pt idx="1">
                  <c:v>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DC2-4310-8CF6-B6E7FE7D2F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292"/>
        <c:holeSize val="75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9662187445511735E-2"/>
          <c:y val="9.8421008776802571E-2"/>
          <c:w val="0.9491841208704016"/>
          <c:h val="0.84104023164092867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3"/>
              </a:solidFill>
            </c:spPr>
            <c:extLst>
              <c:ext xmlns:c16="http://schemas.microsoft.com/office/drawing/2014/chart" uri="{C3380CC4-5D6E-409C-BE32-E72D297353CC}">
                <c16:uniqueId val="{00000001-197D-40AF-B776-212B9A4E5942}"/>
              </c:ext>
            </c:extLst>
          </c:dPt>
          <c:dPt>
            <c:idx val="1"/>
            <c:bubble3D val="0"/>
            <c:spPr>
              <a:solidFill>
                <a:srgbClr val="BEBFBF">
                  <a:alpha val="30000"/>
                </a:srgbClr>
              </a:solidFill>
            </c:spPr>
            <c:extLst>
              <c:ext xmlns:c16="http://schemas.microsoft.com/office/drawing/2014/chart" uri="{C3380CC4-5D6E-409C-BE32-E72D297353CC}">
                <c16:uniqueId val="{00000003-197D-40AF-B776-212B9A4E5942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</c:v>
                </c:pt>
                <c:pt idx="1">
                  <c:v>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97D-40AF-B776-212B9A4E594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245"/>
        <c:holeSize val="75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35B891-A084-4351-A8DF-CE01F25E1D0C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AD5FDF-1FE6-4E15-A76E-FDF8389D56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4296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30DB4A-D8B6-444A-97FC-B379347A49B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8100DC-7169-4755-83CA-EBF300ECEE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576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201e8ee285_2_3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g201e8ee285_2_3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g201e8ee285_2_7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7" name="Google Shape;777;g201e8ee285_2_7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201e8ee285_2_3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g201e8ee285_2_3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29BFB55-A802-447E-A910-BBD71F405882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/>
          </a:p>
        </p:txBody>
      </p:sp>
      <p:sp>
        <p:nvSpPr>
          <p:cNvPr id="4" name="Right Triangle 3">
            <a:extLst>
              <a:ext uri="{FF2B5EF4-FFF2-40B4-BE49-F238E27FC236}">
                <a16:creationId xmlns:a16="http://schemas.microsoft.com/office/drawing/2014/main" id="{B81EF693-46E2-4180-A982-14109E40CB06}"/>
              </a:ext>
            </a:extLst>
          </p:cNvPr>
          <p:cNvSpPr/>
          <p:nvPr userDrawn="1"/>
        </p:nvSpPr>
        <p:spPr>
          <a:xfrm rot="10800000" flipH="1">
            <a:off x="4" y="0"/>
            <a:ext cx="2107823" cy="5143500"/>
          </a:xfrm>
          <a:prstGeom prst="rtTriangle">
            <a:avLst/>
          </a:prstGeom>
          <a:solidFill>
            <a:schemeClr val="accent6">
              <a:lumMod val="20000"/>
              <a:lumOff val="80000"/>
              <a:alpha val="5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7502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yle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A62946D-F2ED-4A3A-AFF2-114E504B5745}"/>
              </a:ext>
            </a:extLst>
          </p:cNvPr>
          <p:cNvSpPr/>
          <p:nvPr userDrawn="1"/>
        </p:nvSpPr>
        <p:spPr>
          <a:xfrm>
            <a:off x="3979719" y="0"/>
            <a:ext cx="4920328" cy="5143500"/>
          </a:xfrm>
          <a:custGeom>
            <a:avLst/>
            <a:gdLst>
              <a:gd name="connsiteX0" fmla="*/ 2419756 w 9202402"/>
              <a:gd name="connsiteY0" fmla="*/ 0 h 6858000"/>
              <a:gd name="connsiteX1" fmla="*/ 9202402 w 9202402"/>
              <a:gd name="connsiteY1" fmla="*/ 0 h 6858000"/>
              <a:gd name="connsiteX2" fmla="*/ 9188795 w 9202402"/>
              <a:gd name="connsiteY2" fmla="*/ 6858000 h 6858000"/>
              <a:gd name="connsiteX3" fmla="*/ 0 w 920240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02402" h="6858000">
                <a:moveTo>
                  <a:pt x="2419756" y="0"/>
                </a:moveTo>
                <a:lnTo>
                  <a:pt x="9202402" y="0"/>
                </a:lnTo>
                <a:lnTo>
                  <a:pt x="918879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B98542A-477C-4DE9-BE76-734F0C55D2E2}"/>
              </a:ext>
            </a:extLst>
          </p:cNvPr>
          <p:cNvSpPr/>
          <p:nvPr userDrawn="1"/>
        </p:nvSpPr>
        <p:spPr>
          <a:xfrm>
            <a:off x="4223672" y="0"/>
            <a:ext cx="4920328" cy="5143500"/>
          </a:xfrm>
          <a:custGeom>
            <a:avLst/>
            <a:gdLst>
              <a:gd name="connsiteX0" fmla="*/ 2419756 w 9202402"/>
              <a:gd name="connsiteY0" fmla="*/ 0 h 6858000"/>
              <a:gd name="connsiteX1" fmla="*/ 9202402 w 9202402"/>
              <a:gd name="connsiteY1" fmla="*/ 0 h 6858000"/>
              <a:gd name="connsiteX2" fmla="*/ 9188795 w 9202402"/>
              <a:gd name="connsiteY2" fmla="*/ 6858000 h 6858000"/>
              <a:gd name="connsiteX3" fmla="*/ 0 w 920240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02402" h="6858000">
                <a:moveTo>
                  <a:pt x="2419756" y="0"/>
                </a:moveTo>
                <a:lnTo>
                  <a:pt x="9202402" y="0"/>
                </a:lnTo>
                <a:lnTo>
                  <a:pt x="918879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273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sic Layout">
  <p:cSld name="Basic Layout">
    <p:bg>
      <p:bgPr>
        <a:blipFill rotWithShape="1"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oogle Shape;34;p8"/>
          <p:cNvGrpSpPr/>
          <p:nvPr/>
        </p:nvGrpSpPr>
        <p:grpSpPr>
          <a:xfrm>
            <a:off x="217612" y="205011"/>
            <a:ext cx="216024" cy="540060"/>
            <a:chOff x="4009391" y="2780928"/>
            <a:chExt cx="346585" cy="1368152"/>
          </a:xfrm>
        </p:grpSpPr>
        <p:sp>
          <p:nvSpPr>
            <p:cNvPr id="35" name="Google Shape;35;p8"/>
            <p:cNvSpPr/>
            <p:nvPr/>
          </p:nvSpPr>
          <p:spPr>
            <a:xfrm>
              <a:off x="4139952" y="2780928"/>
              <a:ext cx="216024" cy="1368152"/>
            </a:xfrm>
            <a:prstGeom prst="rect">
              <a:avLst/>
            </a:prstGeom>
            <a:solidFill>
              <a:srgbClr val="4BACC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8"/>
            <p:cNvSpPr/>
            <p:nvPr/>
          </p:nvSpPr>
          <p:spPr>
            <a:xfrm>
              <a:off x="4009391" y="2780928"/>
              <a:ext cx="108012" cy="1368152"/>
            </a:xfrm>
            <a:prstGeom prst="rect">
              <a:avLst/>
            </a:prstGeom>
            <a:solidFill>
              <a:srgbClr val="31859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564925" y="178675"/>
            <a:ext cx="7087800" cy="5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rgbClr val="43434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43434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43434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43434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43434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43434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43434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43434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184523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42647" y="254632"/>
            <a:ext cx="8679898" cy="543185"/>
          </a:xfrm>
          <a:prstGeom prst="rect">
            <a:avLst/>
          </a:prstGeom>
        </p:spPr>
        <p:txBody>
          <a:bodyPr lIns="68580" tIns="34290" rIns="68580" bIns="34290" anchor="ctr"/>
          <a:lstStyle>
            <a:lvl1pPr marL="0" indent="0" algn="ctr">
              <a:buNone/>
              <a:defRPr sz="41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468F6418-2F54-45D4-A57F-70F7C2212E90}"/>
              </a:ext>
            </a:extLst>
          </p:cNvPr>
          <p:cNvSpPr/>
          <p:nvPr userDrawn="1"/>
        </p:nvSpPr>
        <p:spPr>
          <a:xfrm>
            <a:off x="-15041" y="4379255"/>
            <a:ext cx="9159041" cy="596230"/>
          </a:xfrm>
          <a:custGeom>
            <a:avLst/>
            <a:gdLst>
              <a:gd name="connsiteX0" fmla="*/ 5579269 w 5600700"/>
              <a:gd name="connsiteY0" fmla="*/ 285274 h 409575"/>
              <a:gd name="connsiteX1" fmla="*/ 5285899 w 5600700"/>
              <a:gd name="connsiteY1" fmla="*/ 285274 h 409575"/>
              <a:gd name="connsiteX2" fmla="*/ 5258277 w 5600700"/>
              <a:gd name="connsiteY2" fmla="*/ 323374 h 409575"/>
              <a:gd name="connsiteX3" fmla="*/ 5218271 w 5600700"/>
              <a:gd name="connsiteY3" fmla="*/ 153829 h 409575"/>
              <a:gd name="connsiteX4" fmla="*/ 5182077 w 5600700"/>
              <a:gd name="connsiteY4" fmla="*/ 285274 h 409575"/>
              <a:gd name="connsiteX5" fmla="*/ 5094446 w 5600700"/>
              <a:gd name="connsiteY5" fmla="*/ 285274 h 409575"/>
              <a:gd name="connsiteX6" fmla="*/ 5081111 w 5600700"/>
              <a:gd name="connsiteY6" fmla="*/ 335756 h 409575"/>
              <a:gd name="connsiteX7" fmla="*/ 5057299 w 5600700"/>
              <a:gd name="connsiteY7" fmla="*/ 277654 h 409575"/>
              <a:gd name="connsiteX8" fmla="*/ 5033486 w 5600700"/>
              <a:gd name="connsiteY8" fmla="*/ 322421 h 409575"/>
              <a:gd name="connsiteX9" fmla="*/ 4988719 w 5600700"/>
              <a:gd name="connsiteY9" fmla="*/ 21431 h 409575"/>
              <a:gd name="connsiteX10" fmla="*/ 4933474 w 5600700"/>
              <a:gd name="connsiteY10" fmla="*/ 393859 h 409575"/>
              <a:gd name="connsiteX11" fmla="*/ 4912519 w 5600700"/>
              <a:gd name="connsiteY11" fmla="*/ 285274 h 409575"/>
              <a:gd name="connsiteX12" fmla="*/ 4686777 w 5600700"/>
              <a:gd name="connsiteY12" fmla="*/ 285274 h 409575"/>
              <a:gd name="connsiteX13" fmla="*/ 4657249 w 5600700"/>
              <a:gd name="connsiteY13" fmla="*/ 344329 h 409575"/>
              <a:gd name="connsiteX14" fmla="*/ 4622006 w 5600700"/>
              <a:gd name="connsiteY14" fmla="*/ 150971 h 409575"/>
              <a:gd name="connsiteX15" fmla="*/ 4579144 w 5600700"/>
              <a:gd name="connsiteY15" fmla="*/ 285274 h 409575"/>
              <a:gd name="connsiteX16" fmla="*/ 4492466 w 5600700"/>
              <a:gd name="connsiteY16" fmla="*/ 285274 h 409575"/>
              <a:gd name="connsiteX17" fmla="*/ 4467702 w 5600700"/>
              <a:gd name="connsiteY17" fmla="*/ 322421 h 409575"/>
              <a:gd name="connsiteX18" fmla="*/ 4441984 w 5600700"/>
              <a:gd name="connsiteY18" fmla="*/ 275749 h 409575"/>
              <a:gd name="connsiteX19" fmla="*/ 4408646 w 5600700"/>
              <a:gd name="connsiteY19" fmla="*/ 336709 h 409575"/>
              <a:gd name="connsiteX20" fmla="*/ 4377214 w 5600700"/>
              <a:gd name="connsiteY20" fmla="*/ 72866 h 409575"/>
              <a:gd name="connsiteX21" fmla="*/ 4336256 w 5600700"/>
              <a:gd name="connsiteY21" fmla="*/ 377666 h 409575"/>
              <a:gd name="connsiteX22" fmla="*/ 4308634 w 5600700"/>
              <a:gd name="connsiteY22" fmla="*/ 285274 h 409575"/>
              <a:gd name="connsiteX23" fmla="*/ 4239102 w 5600700"/>
              <a:gd name="connsiteY23" fmla="*/ 285274 h 409575"/>
              <a:gd name="connsiteX24" fmla="*/ 4210527 w 5600700"/>
              <a:gd name="connsiteY24" fmla="*/ 237649 h 409575"/>
              <a:gd name="connsiteX25" fmla="*/ 4178141 w 5600700"/>
              <a:gd name="connsiteY25" fmla="*/ 285274 h 409575"/>
              <a:gd name="connsiteX26" fmla="*/ 21431 w 5600700"/>
              <a:gd name="connsiteY26" fmla="*/ 285274 h 409575"/>
              <a:gd name="connsiteX0" fmla="*/ 5196891 w 5196891"/>
              <a:gd name="connsiteY0" fmla="*/ 263843 h 372428"/>
              <a:gd name="connsiteX1" fmla="*/ 4903521 w 5196891"/>
              <a:gd name="connsiteY1" fmla="*/ 263843 h 372428"/>
              <a:gd name="connsiteX2" fmla="*/ 4875899 w 5196891"/>
              <a:gd name="connsiteY2" fmla="*/ 301943 h 372428"/>
              <a:gd name="connsiteX3" fmla="*/ 4835893 w 5196891"/>
              <a:gd name="connsiteY3" fmla="*/ 132398 h 372428"/>
              <a:gd name="connsiteX4" fmla="*/ 4799699 w 5196891"/>
              <a:gd name="connsiteY4" fmla="*/ 263843 h 372428"/>
              <a:gd name="connsiteX5" fmla="*/ 4712068 w 5196891"/>
              <a:gd name="connsiteY5" fmla="*/ 263843 h 372428"/>
              <a:gd name="connsiteX6" fmla="*/ 4698733 w 5196891"/>
              <a:gd name="connsiteY6" fmla="*/ 314325 h 372428"/>
              <a:gd name="connsiteX7" fmla="*/ 4674921 w 5196891"/>
              <a:gd name="connsiteY7" fmla="*/ 256223 h 372428"/>
              <a:gd name="connsiteX8" fmla="*/ 4651108 w 5196891"/>
              <a:gd name="connsiteY8" fmla="*/ 300990 h 372428"/>
              <a:gd name="connsiteX9" fmla="*/ 4606341 w 5196891"/>
              <a:gd name="connsiteY9" fmla="*/ 0 h 372428"/>
              <a:gd name="connsiteX10" fmla="*/ 4551096 w 5196891"/>
              <a:gd name="connsiteY10" fmla="*/ 372428 h 372428"/>
              <a:gd name="connsiteX11" fmla="*/ 4530141 w 5196891"/>
              <a:gd name="connsiteY11" fmla="*/ 263843 h 372428"/>
              <a:gd name="connsiteX12" fmla="*/ 4304399 w 5196891"/>
              <a:gd name="connsiteY12" fmla="*/ 263843 h 372428"/>
              <a:gd name="connsiteX13" fmla="*/ 4274871 w 5196891"/>
              <a:gd name="connsiteY13" fmla="*/ 322898 h 372428"/>
              <a:gd name="connsiteX14" fmla="*/ 4239628 w 5196891"/>
              <a:gd name="connsiteY14" fmla="*/ 129540 h 372428"/>
              <a:gd name="connsiteX15" fmla="*/ 4196766 w 5196891"/>
              <a:gd name="connsiteY15" fmla="*/ 263843 h 372428"/>
              <a:gd name="connsiteX16" fmla="*/ 4110088 w 5196891"/>
              <a:gd name="connsiteY16" fmla="*/ 263843 h 372428"/>
              <a:gd name="connsiteX17" fmla="*/ 4085324 w 5196891"/>
              <a:gd name="connsiteY17" fmla="*/ 300990 h 372428"/>
              <a:gd name="connsiteX18" fmla="*/ 4059606 w 5196891"/>
              <a:gd name="connsiteY18" fmla="*/ 254318 h 372428"/>
              <a:gd name="connsiteX19" fmla="*/ 4026268 w 5196891"/>
              <a:gd name="connsiteY19" fmla="*/ 315278 h 372428"/>
              <a:gd name="connsiteX20" fmla="*/ 3994836 w 5196891"/>
              <a:gd name="connsiteY20" fmla="*/ 51435 h 372428"/>
              <a:gd name="connsiteX21" fmla="*/ 3953878 w 5196891"/>
              <a:gd name="connsiteY21" fmla="*/ 356235 h 372428"/>
              <a:gd name="connsiteX22" fmla="*/ 3926256 w 5196891"/>
              <a:gd name="connsiteY22" fmla="*/ 263843 h 372428"/>
              <a:gd name="connsiteX23" fmla="*/ 3856724 w 5196891"/>
              <a:gd name="connsiteY23" fmla="*/ 263843 h 372428"/>
              <a:gd name="connsiteX24" fmla="*/ 3828149 w 5196891"/>
              <a:gd name="connsiteY24" fmla="*/ 216218 h 372428"/>
              <a:gd name="connsiteX25" fmla="*/ 3795763 w 5196891"/>
              <a:gd name="connsiteY25" fmla="*/ 263843 h 372428"/>
              <a:gd name="connsiteX26" fmla="*/ 0 w 5196891"/>
              <a:gd name="connsiteY26" fmla="*/ 275874 h 372428"/>
              <a:gd name="connsiteX0" fmla="*/ 5196891 w 5196891"/>
              <a:gd name="connsiteY0" fmla="*/ 263843 h 372428"/>
              <a:gd name="connsiteX1" fmla="*/ 4903521 w 5196891"/>
              <a:gd name="connsiteY1" fmla="*/ 263843 h 372428"/>
              <a:gd name="connsiteX2" fmla="*/ 4875899 w 5196891"/>
              <a:gd name="connsiteY2" fmla="*/ 301943 h 372428"/>
              <a:gd name="connsiteX3" fmla="*/ 4835893 w 5196891"/>
              <a:gd name="connsiteY3" fmla="*/ 132398 h 372428"/>
              <a:gd name="connsiteX4" fmla="*/ 4799699 w 5196891"/>
              <a:gd name="connsiteY4" fmla="*/ 263843 h 372428"/>
              <a:gd name="connsiteX5" fmla="*/ 4712068 w 5196891"/>
              <a:gd name="connsiteY5" fmla="*/ 263843 h 372428"/>
              <a:gd name="connsiteX6" fmla="*/ 4698733 w 5196891"/>
              <a:gd name="connsiteY6" fmla="*/ 314325 h 372428"/>
              <a:gd name="connsiteX7" fmla="*/ 4674921 w 5196891"/>
              <a:gd name="connsiteY7" fmla="*/ 256223 h 372428"/>
              <a:gd name="connsiteX8" fmla="*/ 4651108 w 5196891"/>
              <a:gd name="connsiteY8" fmla="*/ 300990 h 372428"/>
              <a:gd name="connsiteX9" fmla="*/ 4606341 w 5196891"/>
              <a:gd name="connsiteY9" fmla="*/ 0 h 372428"/>
              <a:gd name="connsiteX10" fmla="*/ 4551096 w 5196891"/>
              <a:gd name="connsiteY10" fmla="*/ 372428 h 372428"/>
              <a:gd name="connsiteX11" fmla="*/ 4530141 w 5196891"/>
              <a:gd name="connsiteY11" fmla="*/ 263843 h 372428"/>
              <a:gd name="connsiteX12" fmla="*/ 4304399 w 5196891"/>
              <a:gd name="connsiteY12" fmla="*/ 263843 h 372428"/>
              <a:gd name="connsiteX13" fmla="*/ 4274871 w 5196891"/>
              <a:gd name="connsiteY13" fmla="*/ 322898 h 372428"/>
              <a:gd name="connsiteX14" fmla="*/ 4239628 w 5196891"/>
              <a:gd name="connsiteY14" fmla="*/ 129540 h 372428"/>
              <a:gd name="connsiteX15" fmla="*/ 4196766 w 5196891"/>
              <a:gd name="connsiteY15" fmla="*/ 263843 h 372428"/>
              <a:gd name="connsiteX16" fmla="*/ 4110088 w 5196891"/>
              <a:gd name="connsiteY16" fmla="*/ 263843 h 372428"/>
              <a:gd name="connsiteX17" fmla="*/ 4085324 w 5196891"/>
              <a:gd name="connsiteY17" fmla="*/ 300990 h 372428"/>
              <a:gd name="connsiteX18" fmla="*/ 4059606 w 5196891"/>
              <a:gd name="connsiteY18" fmla="*/ 254318 h 372428"/>
              <a:gd name="connsiteX19" fmla="*/ 4026268 w 5196891"/>
              <a:gd name="connsiteY19" fmla="*/ 315278 h 372428"/>
              <a:gd name="connsiteX20" fmla="*/ 3994836 w 5196891"/>
              <a:gd name="connsiteY20" fmla="*/ 51435 h 372428"/>
              <a:gd name="connsiteX21" fmla="*/ 3953878 w 5196891"/>
              <a:gd name="connsiteY21" fmla="*/ 356235 h 372428"/>
              <a:gd name="connsiteX22" fmla="*/ 3926256 w 5196891"/>
              <a:gd name="connsiteY22" fmla="*/ 263843 h 372428"/>
              <a:gd name="connsiteX23" fmla="*/ 3856724 w 5196891"/>
              <a:gd name="connsiteY23" fmla="*/ 263843 h 372428"/>
              <a:gd name="connsiteX24" fmla="*/ 3828149 w 5196891"/>
              <a:gd name="connsiteY24" fmla="*/ 216218 h 372428"/>
              <a:gd name="connsiteX25" fmla="*/ 3795763 w 5196891"/>
              <a:gd name="connsiteY25" fmla="*/ 263843 h 372428"/>
              <a:gd name="connsiteX26" fmla="*/ 0 w 5196891"/>
              <a:gd name="connsiteY26" fmla="*/ 263842 h 372428"/>
              <a:gd name="connsiteX0" fmla="*/ 5698543 w 5698543"/>
              <a:gd name="connsiteY0" fmla="*/ 252570 h 372428"/>
              <a:gd name="connsiteX1" fmla="*/ 4903521 w 5698543"/>
              <a:gd name="connsiteY1" fmla="*/ 263843 h 372428"/>
              <a:gd name="connsiteX2" fmla="*/ 4875899 w 5698543"/>
              <a:gd name="connsiteY2" fmla="*/ 301943 h 372428"/>
              <a:gd name="connsiteX3" fmla="*/ 4835893 w 5698543"/>
              <a:gd name="connsiteY3" fmla="*/ 132398 h 372428"/>
              <a:gd name="connsiteX4" fmla="*/ 4799699 w 5698543"/>
              <a:gd name="connsiteY4" fmla="*/ 263843 h 372428"/>
              <a:gd name="connsiteX5" fmla="*/ 4712068 w 5698543"/>
              <a:gd name="connsiteY5" fmla="*/ 263843 h 372428"/>
              <a:gd name="connsiteX6" fmla="*/ 4698733 w 5698543"/>
              <a:gd name="connsiteY6" fmla="*/ 314325 h 372428"/>
              <a:gd name="connsiteX7" fmla="*/ 4674921 w 5698543"/>
              <a:gd name="connsiteY7" fmla="*/ 256223 h 372428"/>
              <a:gd name="connsiteX8" fmla="*/ 4651108 w 5698543"/>
              <a:gd name="connsiteY8" fmla="*/ 300990 h 372428"/>
              <a:gd name="connsiteX9" fmla="*/ 4606341 w 5698543"/>
              <a:gd name="connsiteY9" fmla="*/ 0 h 372428"/>
              <a:gd name="connsiteX10" fmla="*/ 4551096 w 5698543"/>
              <a:gd name="connsiteY10" fmla="*/ 372428 h 372428"/>
              <a:gd name="connsiteX11" fmla="*/ 4530141 w 5698543"/>
              <a:gd name="connsiteY11" fmla="*/ 263843 h 372428"/>
              <a:gd name="connsiteX12" fmla="*/ 4304399 w 5698543"/>
              <a:gd name="connsiteY12" fmla="*/ 263843 h 372428"/>
              <a:gd name="connsiteX13" fmla="*/ 4274871 w 5698543"/>
              <a:gd name="connsiteY13" fmla="*/ 322898 h 372428"/>
              <a:gd name="connsiteX14" fmla="*/ 4239628 w 5698543"/>
              <a:gd name="connsiteY14" fmla="*/ 129540 h 372428"/>
              <a:gd name="connsiteX15" fmla="*/ 4196766 w 5698543"/>
              <a:gd name="connsiteY15" fmla="*/ 263843 h 372428"/>
              <a:gd name="connsiteX16" fmla="*/ 4110088 w 5698543"/>
              <a:gd name="connsiteY16" fmla="*/ 263843 h 372428"/>
              <a:gd name="connsiteX17" fmla="*/ 4085324 w 5698543"/>
              <a:gd name="connsiteY17" fmla="*/ 300990 h 372428"/>
              <a:gd name="connsiteX18" fmla="*/ 4059606 w 5698543"/>
              <a:gd name="connsiteY18" fmla="*/ 254318 h 372428"/>
              <a:gd name="connsiteX19" fmla="*/ 4026268 w 5698543"/>
              <a:gd name="connsiteY19" fmla="*/ 315278 h 372428"/>
              <a:gd name="connsiteX20" fmla="*/ 3994836 w 5698543"/>
              <a:gd name="connsiteY20" fmla="*/ 51435 h 372428"/>
              <a:gd name="connsiteX21" fmla="*/ 3953878 w 5698543"/>
              <a:gd name="connsiteY21" fmla="*/ 356235 h 372428"/>
              <a:gd name="connsiteX22" fmla="*/ 3926256 w 5698543"/>
              <a:gd name="connsiteY22" fmla="*/ 263843 h 372428"/>
              <a:gd name="connsiteX23" fmla="*/ 3856724 w 5698543"/>
              <a:gd name="connsiteY23" fmla="*/ 263843 h 372428"/>
              <a:gd name="connsiteX24" fmla="*/ 3828149 w 5698543"/>
              <a:gd name="connsiteY24" fmla="*/ 216218 h 372428"/>
              <a:gd name="connsiteX25" fmla="*/ 3795763 w 5698543"/>
              <a:gd name="connsiteY25" fmla="*/ 263843 h 372428"/>
              <a:gd name="connsiteX26" fmla="*/ 0 w 5698543"/>
              <a:gd name="connsiteY26" fmla="*/ 263842 h 372428"/>
              <a:gd name="connsiteX0" fmla="*/ 5506901 w 5506901"/>
              <a:gd name="connsiteY0" fmla="*/ 252570 h 372428"/>
              <a:gd name="connsiteX1" fmla="*/ 4903521 w 5506901"/>
              <a:gd name="connsiteY1" fmla="*/ 263843 h 372428"/>
              <a:gd name="connsiteX2" fmla="*/ 4875899 w 5506901"/>
              <a:gd name="connsiteY2" fmla="*/ 301943 h 372428"/>
              <a:gd name="connsiteX3" fmla="*/ 4835893 w 5506901"/>
              <a:gd name="connsiteY3" fmla="*/ 132398 h 372428"/>
              <a:gd name="connsiteX4" fmla="*/ 4799699 w 5506901"/>
              <a:gd name="connsiteY4" fmla="*/ 263843 h 372428"/>
              <a:gd name="connsiteX5" fmla="*/ 4712068 w 5506901"/>
              <a:gd name="connsiteY5" fmla="*/ 263843 h 372428"/>
              <a:gd name="connsiteX6" fmla="*/ 4698733 w 5506901"/>
              <a:gd name="connsiteY6" fmla="*/ 314325 h 372428"/>
              <a:gd name="connsiteX7" fmla="*/ 4674921 w 5506901"/>
              <a:gd name="connsiteY7" fmla="*/ 256223 h 372428"/>
              <a:gd name="connsiteX8" fmla="*/ 4651108 w 5506901"/>
              <a:gd name="connsiteY8" fmla="*/ 300990 h 372428"/>
              <a:gd name="connsiteX9" fmla="*/ 4606341 w 5506901"/>
              <a:gd name="connsiteY9" fmla="*/ 0 h 372428"/>
              <a:gd name="connsiteX10" fmla="*/ 4551096 w 5506901"/>
              <a:gd name="connsiteY10" fmla="*/ 372428 h 372428"/>
              <a:gd name="connsiteX11" fmla="*/ 4530141 w 5506901"/>
              <a:gd name="connsiteY11" fmla="*/ 263843 h 372428"/>
              <a:gd name="connsiteX12" fmla="*/ 4304399 w 5506901"/>
              <a:gd name="connsiteY12" fmla="*/ 263843 h 372428"/>
              <a:gd name="connsiteX13" fmla="*/ 4274871 w 5506901"/>
              <a:gd name="connsiteY13" fmla="*/ 322898 h 372428"/>
              <a:gd name="connsiteX14" fmla="*/ 4239628 w 5506901"/>
              <a:gd name="connsiteY14" fmla="*/ 129540 h 372428"/>
              <a:gd name="connsiteX15" fmla="*/ 4196766 w 5506901"/>
              <a:gd name="connsiteY15" fmla="*/ 263843 h 372428"/>
              <a:gd name="connsiteX16" fmla="*/ 4110088 w 5506901"/>
              <a:gd name="connsiteY16" fmla="*/ 263843 h 372428"/>
              <a:gd name="connsiteX17" fmla="*/ 4085324 w 5506901"/>
              <a:gd name="connsiteY17" fmla="*/ 300990 h 372428"/>
              <a:gd name="connsiteX18" fmla="*/ 4059606 w 5506901"/>
              <a:gd name="connsiteY18" fmla="*/ 254318 h 372428"/>
              <a:gd name="connsiteX19" fmla="*/ 4026268 w 5506901"/>
              <a:gd name="connsiteY19" fmla="*/ 315278 h 372428"/>
              <a:gd name="connsiteX20" fmla="*/ 3994836 w 5506901"/>
              <a:gd name="connsiteY20" fmla="*/ 51435 h 372428"/>
              <a:gd name="connsiteX21" fmla="*/ 3953878 w 5506901"/>
              <a:gd name="connsiteY21" fmla="*/ 356235 h 372428"/>
              <a:gd name="connsiteX22" fmla="*/ 3926256 w 5506901"/>
              <a:gd name="connsiteY22" fmla="*/ 263843 h 372428"/>
              <a:gd name="connsiteX23" fmla="*/ 3856724 w 5506901"/>
              <a:gd name="connsiteY23" fmla="*/ 263843 h 372428"/>
              <a:gd name="connsiteX24" fmla="*/ 3828149 w 5506901"/>
              <a:gd name="connsiteY24" fmla="*/ 216218 h 372428"/>
              <a:gd name="connsiteX25" fmla="*/ 3795763 w 5506901"/>
              <a:gd name="connsiteY25" fmla="*/ 263843 h 372428"/>
              <a:gd name="connsiteX26" fmla="*/ 0 w 5506901"/>
              <a:gd name="connsiteY26" fmla="*/ 263842 h 372428"/>
              <a:gd name="connsiteX0" fmla="*/ 5721090 w 5721090"/>
              <a:gd name="connsiteY0" fmla="*/ 252570 h 372428"/>
              <a:gd name="connsiteX1" fmla="*/ 5117710 w 5721090"/>
              <a:gd name="connsiteY1" fmla="*/ 263843 h 372428"/>
              <a:gd name="connsiteX2" fmla="*/ 5090088 w 5721090"/>
              <a:gd name="connsiteY2" fmla="*/ 301943 h 372428"/>
              <a:gd name="connsiteX3" fmla="*/ 5050082 w 5721090"/>
              <a:gd name="connsiteY3" fmla="*/ 132398 h 372428"/>
              <a:gd name="connsiteX4" fmla="*/ 5013888 w 5721090"/>
              <a:gd name="connsiteY4" fmla="*/ 263843 h 372428"/>
              <a:gd name="connsiteX5" fmla="*/ 4926257 w 5721090"/>
              <a:gd name="connsiteY5" fmla="*/ 263843 h 372428"/>
              <a:gd name="connsiteX6" fmla="*/ 4912922 w 5721090"/>
              <a:gd name="connsiteY6" fmla="*/ 314325 h 372428"/>
              <a:gd name="connsiteX7" fmla="*/ 4889110 w 5721090"/>
              <a:gd name="connsiteY7" fmla="*/ 256223 h 372428"/>
              <a:gd name="connsiteX8" fmla="*/ 4865297 w 5721090"/>
              <a:gd name="connsiteY8" fmla="*/ 300990 h 372428"/>
              <a:gd name="connsiteX9" fmla="*/ 4820530 w 5721090"/>
              <a:gd name="connsiteY9" fmla="*/ 0 h 372428"/>
              <a:gd name="connsiteX10" fmla="*/ 4765285 w 5721090"/>
              <a:gd name="connsiteY10" fmla="*/ 372428 h 372428"/>
              <a:gd name="connsiteX11" fmla="*/ 4744330 w 5721090"/>
              <a:gd name="connsiteY11" fmla="*/ 263843 h 372428"/>
              <a:gd name="connsiteX12" fmla="*/ 4518588 w 5721090"/>
              <a:gd name="connsiteY12" fmla="*/ 263843 h 372428"/>
              <a:gd name="connsiteX13" fmla="*/ 4489060 w 5721090"/>
              <a:gd name="connsiteY13" fmla="*/ 322898 h 372428"/>
              <a:gd name="connsiteX14" fmla="*/ 4453817 w 5721090"/>
              <a:gd name="connsiteY14" fmla="*/ 129540 h 372428"/>
              <a:gd name="connsiteX15" fmla="*/ 4410955 w 5721090"/>
              <a:gd name="connsiteY15" fmla="*/ 263843 h 372428"/>
              <a:gd name="connsiteX16" fmla="*/ 4324277 w 5721090"/>
              <a:gd name="connsiteY16" fmla="*/ 263843 h 372428"/>
              <a:gd name="connsiteX17" fmla="*/ 4299513 w 5721090"/>
              <a:gd name="connsiteY17" fmla="*/ 300990 h 372428"/>
              <a:gd name="connsiteX18" fmla="*/ 4273795 w 5721090"/>
              <a:gd name="connsiteY18" fmla="*/ 254318 h 372428"/>
              <a:gd name="connsiteX19" fmla="*/ 4240457 w 5721090"/>
              <a:gd name="connsiteY19" fmla="*/ 315278 h 372428"/>
              <a:gd name="connsiteX20" fmla="*/ 4209025 w 5721090"/>
              <a:gd name="connsiteY20" fmla="*/ 51435 h 372428"/>
              <a:gd name="connsiteX21" fmla="*/ 4168067 w 5721090"/>
              <a:gd name="connsiteY21" fmla="*/ 356235 h 372428"/>
              <a:gd name="connsiteX22" fmla="*/ 4140445 w 5721090"/>
              <a:gd name="connsiteY22" fmla="*/ 263843 h 372428"/>
              <a:gd name="connsiteX23" fmla="*/ 4070913 w 5721090"/>
              <a:gd name="connsiteY23" fmla="*/ 263843 h 372428"/>
              <a:gd name="connsiteX24" fmla="*/ 4042338 w 5721090"/>
              <a:gd name="connsiteY24" fmla="*/ 216218 h 372428"/>
              <a:gd name="connsiteX25" fmla="*/ 4009952 w 5721090"/>
              <a:gd name="connsiteY25" fmla="*/ 263843 h 372428"/>
              <a:gd name="connsiteX26" fmla="*/ 0 w 5721090"/>
              <a:gd name="connsiteY26" fmla="*/ 258205 h 372428"/>
              <a:gd name="connsiteX0" fmla="*/ 5721090 w 5721090"/>
              <a:gd name="connsiteY0" fmla="*/ 258207 h 372428"/>
              <a:gd name="connsiteX1" fmla="*/ 5117710 w 5721090"/>
              <a:gd name="connsiteY1" fmla="*/ 263843 h 372428"/>
              <a:gd name="connsiteX2" fmla="*/ 5090088 w 5721090"/>
              <a:gd name="connsiteY2" fmla="*/ 301943 h 372428"/>
              <a:gd name="connsiteX3" fmla="*/ 5050082 w 5721090"/>
              <a:gd name="connsiteY3" fmla="*/ 132398 h 372428"/>
              <a:gd name="connsiteX4" fmla="*/ 5013888 w 5721090"/>
              <a:gd name="connsiteY4" fmla="*/ 263843 h 372428"/>
              <a:gd name="connsiteX5" fmla="*/ 4926257 w 5721090"/>
              <a:gd name="connsiteY5" fmla="*/ 263843 h 372428"/>
              <a:gd name="connsiteX6" fmla="*/ 4912922 w 5721090"/>
              <a:gd name="connsiteY6" fmla="*/ 314325 h 372428"/>
              <a:gd name="connsiteX7" fmla="*/ 4889110 w 5721090"/>
              <a:gd name="connsiteY7" fmla="*/ 256223 h 372428"/>
              <a:gd name="connsiteX8" fmla="*/ 4865297 w 5721090"/>
              <a:gd name="connsiteY8" fmla="*/ 300990 h 372428"/>
              <a:gd name="connsiteX9" fmla="*/ 4820530 w 5721090"/>
              <a:gd name="connsiteY9" fmla="*/ 0 h 372428"/>
              <a:gd name="connsiteX10" fmla="*/ 4765285 w 5721090"/>
              <a:gd name="connsiteY10" fmla="*/ 372428 h 372428"/>
              <a:gd name="connsiteX11" fmla="*/ 4744330 w 5721090"/>
              <a:gd name="connsiteY11" fmla="*/ 263843 h 372428"/>
              <a:gd name="connsiteX12" fmla="*/ 4518588 w 5721090"/>
              <a:gd name="connsiteY12" fmla="*/ 263843 h 372428"/>
              <a:gd name="connsiteX13" fmla="*/ 4489060 w 5721090"/>
              <a:gd name="connsiteY13" fmla="*/ 322898 h 372428"/>
              <a:gd name="connsiteX14" fmla="*/ 4453817 w 5721090"/>
              <a:gd name="connsiteY14" fmla="*/ 129540 h 372428"/>
              <a:gd name="connsiteX15" fmla="*/ 4410955 w 5721090"/>
              <a:gd name="connsiteY15" fmla="*/ 263843 h 372428"/>
              <a:gd name="connsiteX16" fmla="*/ 4324277 w 5721090"/>
              <a:gd name="connsiteY16" fmla="*/ 263843 h 372428"/>
              <a:gd name="connsiteX17" fmla="*/ 4299513 w 5721090"/>
              <a:gd name="connsiteY17" fmla="*/ 300990 h 372428"/>
              <a:gd name="connsiteX18" fmla="*/ 4273795 w 5721090"/>
              <a:gd name="connsiteY18" fmla="*/ 254318 h 372428"/>
              <a:gd name="connsiteX19" fmla="*/ 4240457 w 5721090"/>
              <a:gd name="connsiteY19" fmla="*/ 315278 h 372428"/>
              <a:gd name="connsiteX20" fmla="*/ 4209025 w 5721090"/>
              <a:gd name="connsiteY20" fmla="*/ 51435 h 372428"/>
              <a:gd name="connsiteX21" fmla="*/ 4168067 w 5721090"/>
              <a:gd name="connsiteY21" fmla="*/ 356235 h 372428"/>
              <a:gd name="connsiteX22" fmla="*/ 4140445 w 5721090"/>
              <a:gd name="connsiteY22" fmla="*/ 263843 h 372428"/>
              <a:gd name="connsiteX23" fmla="*/ 4070913 w 5721090"/>
              <a:gd name="connsiteY23" fmla="*/ 263843 h 372428"/>
              <a:gd name="connsiteX24" fmla="*/ 4042338 w 5721090"/>
              <a:gd name="connsiteY24" fmla="*/ 216218 h 372428"/>
              <a:gd name="connsiteX25" fmla="*/ 4009952 w 5721090"/>
              <a:gd name="connsiteY25" fmla="*/ 263843 h 372428"/>
              <a:gd name="connsiteX26" fmla="*/ 0 w 5721090"/>
              <a:gd name="connsiteY26" fmla="*/ 258205 h 372428"/>
              <a:gd name="connsiteX0" fmla="*/ 5721090 w 5721090"/>
              <a:gd name="connsiteY0" fmla="*/ 258207 h 372428"/>
              <a:gd name="connsiteX1" fmla="*/ 5117710 w 5721090"/>
              <a:gd name="connsiteY1" fmla="*/ 263843 h 372428"/>
              <a:gd name="connsiteX2" fmla="*/ 5090088 w 5721090"/>
              <a:gd name="connsiteY2" fmla="*/ 301943 h 372428"/>
              <a:gd name="connsiteX3" fmla="*/ 5050082 w 5721090"/>
              <a:gd name="connsiteY3" fmla="*/ 132398 h 372428"/>
              <a:gd name="connsiteX4" fmla="*/ 5013888 w 5721090"/>
              <a:gd name="connsiteY4" fmla="*/ 263843 h 372428"/>
              <a:gd name="connsiteX5" fmla="*/ 4926257 w 5721090"/>
              <a:gd name="connsiteY5" fmla="*/ 263843 h 372428"/>
              <a:gd name="connsiteX6" fmla="*/ 4912922 w 5721090"/>
              <a:gd name="connsiteY6" fmla="*/ 314325 h 372428"/>
              <a:gd name="connsiteX7" fmla="*/ 4889110 w 5721090"/>
              <a:gd name="connsiteY7" fmla="*/ 256223 h 372428"/>
              <a:gd name="connsiteX8" fmla="*/ 4865297 w 5721090"/>
              <a:gd name="connsiteY8" fmla="*/ 300990 h 372428"/>
              <a:gd name="connsiteX9" fmla="*/ 4820530 w 5721090"/>
              <a:gd name="connsiteY9" fmla="*/ 0 h 372428"/>
              <a:gd name="connsiteX10" fmla="*/ 4765285 w 5721090"/>
              <a:gd name="connsiteY10" fmla="*/ 372428 h 372428"/>
              <a:gd name="connsiteX11" fmla="*/ 4744330 w 5721090"/>
              <a:gd name="connsiteY11" fmla="*/ 263843 h 372428"/>
              <a:gd name="connsiteX12" fmla="*/ 4518588 w 5721090"/>
              <a:gd name="connsiteY12" fmla="*/ 263843 h 372428"/>
              <a:gd name="connsiteX13" fmla="*/ 4489060 w 5721090"/>
              <a:gd name="connsiteY13" fmla="*/ 322898 h 372428"/>
              <a:gd name="connsiteX14" fmla="*/ 4453817 w 5721090"/>
              <a:gd name="connsiteY14" fmla="*/ 129540 h 372428"/>
              <a:gd name="connsiteX15" fmla="*/ 4410955 w 5721090"/>
              <a:gd name="connsiteY15" fmla="*/ 263843 h 372428"/>
              <a:gd name="connsiteX16" fmla="*/ 4324277 w 5721090"/>
              <a:gd name="connsiteY16" fmla="*/ 263843 h 372428"/>
              <a:gd name="connsiteX17" fmla="*/ 4299513 w 5721090"/>
              <a:gd name="connsiteY17" fmla="*/ 300990 h 372428"/>
              <a:gd name="connsiteX18" fmla="*/ 4273795 w 5721090"/>
              <a:gd name="connsiteY18" fmla="*/ 254318 h 372428"/>
              <a:gd name="connsiteX19" fmla="*/ 4240457 w 5721090"/>
              <a:gd name="connsiteY19" fmla="*/ 315278 h 372428"/>
              <a:gd name="connsiteX20" fmla="*/ 4209025 w 5721090"/>
              <a:gd name="connsiteY20" fmla="*/ 51435 h 372428"/>
              <a:gd name="connsiteX21" fmla="*/ 4168067 w 5721090"/>
              <a:gd name="connsiteY21" fmla="*/ 356235 h 372428"/>
              <a:gd name="connsiteX22" fmla="*/ 4140445 w 5721090"/>
              <a:gd name="connsiteY22" fmla="*/ 263843 h 372428"/>
              <a:gd name="connsiteX23" fmla="*/ 4070913 w 5721090"/>
              <a:gd name="connsiteY23" fmla="*/ 263843 h 372428"/>
              <a:gd name="connsiteX24" fmla="*/ 4042338 w 5721090"/>
              <a:gd name="connsiteY24" fmla="*/ 216218 h 372428"/>
              <a:gd name="connsiteX25" fmla="*/ 4009952 w 5721090"/>
              <a:gd name="connsiteY25" fmla="*/ 263843 h 372428"/>
              <a:gd name="connsiteX26" fmla="*/ 0 w 5721090"/>
              <a:gd name="connsiteY26" fmla="*/ 269478 h 372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5721090" h="372428">
                <a:moveTo>
                  <a:pt x="5721090" y="258207"/>
                </a:moveTo>
                <a:lnTo>
                  <a:pt x="5117710" y="263843"/>
                </a:lnTo>
                <a:lnTo>
                  <a:pt x="5090088" y="301943"/>
                </a:lnTo>
                <a:lnTo>
                  <a:pt x="5050082" y="132398"/>
                </a:lnTo>
                <a:lnTo>
                  <a:pt x="5013888" y="263843"/>
                </a:lnTo>
                <a:lnTo>
                  <a:pt x="4926257" y="263843"/>
                </a:lnTo>
                <a:lnTo>
                  <a:pt x="4912922" y="314325"/>
                </a:lnTo>
                <a:lnTo>
                  <a:pt x="4889110" y="256223"/>
                </a:lnTo>
                <a:lnTo>
                  <a:pt x="4865297" y="300990"/>
                </a:lnTo>
                <a:lnTo>
                  <a:pt x="4820530" y="0"/>
                </a:lnTo>
                <a:lnTo>
                  <a:pt x="4765285" y="372428"/>
                </a:lnTo>
                <a:lnTo>
                  <a:pt x="4744330" y="263843"/>
                </a:lnTo>
                <a:lnTo>
                  <a:pt x="4518588" y="263843"/>
                </a:lnTo>
                <a:lnTo>
                  <a:pt x="4489060" y="322898"/>
                </a:lnTo>
                <a:lnTo>
                  <a:pt x="4453817" y="129540"/>
                </a:lnTo>
                <a:lnTo>
                  <a:pt x="4410955" y="263843"/>
                </a:lnTo>
                <a:lnTo>
                  <a:pt x="4324277" y="263843"/>
                </a:lnTo>
                <a:lnTo>
                  <a:pt x="4299513" y="300990"/>
                </a:lnTo>
                <a:lnTo>
                  <a:pt x="4273795" y="254318"/>
                </a:lnTo>
                <a:lnTo>
                  <a:pt x="4240457" y="315278"/>
                </a:lnTo>
                <a:lnTo>
                  <a:pt x="4209025" y="51435"/>
                </a:lnTo>
                <a:lnTo>
                  <a:pt x="4168067" y="356235"/>
                </a:lnTo>
                <a:lnTo>
                  <a:pt x="4140445" y="263843"/>
                </a:lnTo>
                <a:lnTo>
                  <a:pt x="4070913" y="263843"/>
                </a:lnTo>
                <a:lnTo>
                  <a:pt x="4042338" y="216218"/>
                </a:lnTo>
                <a:lnTo>
                  <a:pt x="4009952" y="263843"/>
                </a:lnTo>
                <a:lnTo>
                  <a:pt x="0" y="269478"/>
                </a:lnTo>
              </a:path>
            </a:pathLst>
          </a:custGeom>
          <a:noFill/>
          <a:ln w="28575" cap="rnd">
            <a:solidFill>
              <a:schemeClr val="accent1"/>
            </a:solidFill>
            <a:prstDash val="solid"/>
            <a:round/>
          </a:ln>
        </p:spPr>
        <p:txBody>
          <a:bodyPr lIns="68580" tIns="34290" rIns="68580" bIns="34290"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0577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42647" y="254632"/>
            <a:ext cx="8679898" cy="543185"/>
          </a:xfrm>
          <a:prstGeom prst="rect">
            <a:avLst/>
          </a:prstGeom>
        </p:spPr>
        <p:txBody>
          <a:bodyPr lIns="68580" tIns="34290" rIns="68580" bIns="34290" anchor="ctr"/>
          <a:lstStyle>
            <a:lvl1pPr marL="0" indent="0" algn="ctr">
              <a:buNone/>
              <a:defRPr sz="41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BA95570-ABCA-4EAA-A150-DE9A778788FF}"/>
              </a:ext>
            </a:extLst>
          </p:cNvPr>
          <p:cNvGrpSpPr/>
          <p:nvPr userDrawn="1"/>
        </p:nvGrpSpPr>
        <p:grpSpPr>
          <a:xfrm rot="10800000" flipH="1" flipV="1">
            <a:off x="4714875" y="4424466"/>
            <a:ext cx="4179095" cy="646716"/>
            <a:chOff x="477110" y="4905446"/>
            <a:chExt cx="11078677" cy="1714429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46A78A61-879F-457D-9A77-D666DFE521FF}"/>
                </a:ext>
              </a:extLst>
            </p:cNvPr>
            <p:cNvSpPr/>
            <p:nvPr/>
          </p:nvSpPr>
          <p:spPr>
            <a:xfrm>
              <a:off x="6913640" y="4905446"/>
              <a:ext cx="4642147" cy="1714429"/>
            </a:xfrm>
            <a:custGeom>
              <a:avLst/>
              <a:gdLst>
                <a:gd name="connsiteX0" fmla="*/ 4794342 w 4797505"/>
                <a:gd name="connsiteY0" fmla="*/ 184721 h 1771805"/>
                <a:gd name="connsiteX1" fmla="*/ 4759588 w 4797505"/>
                <a:gd name="connsiteY1" fmla="*/ 70236 h 1771805"/>
                <a:gd name="connsiteX2" fmla="*/ 4668953 w 4797505"/>
                <a:gd name="connsiteY2" fmla="*/ 27303 h 1771805"/>
                <a:gd name="connsiteX3" fmla="*/ 4624657 w 4797505"/>
                <a:gd name="connsiteY3" fmla="*/ 6178 h 1771805"/>
                <a:gd name="connsiteX4" fmla="*/ 4564007 w 4797505"/>
                <a:gd name="connsiteY4" fmla="*/ 39570 h 1771805"/>
                <a:gd name="connsiteX5" fmla="*/ 4616480 w 4797505"/>
                <a:gd name="connsiteY5" fmla="*/ 84546 h 1771805"/>
                <a:gd name="connsiteX6" fmla="*/ 4665545 w 4797505"/>
                <a:gd name="connsiteY6" fmla="*/ 71598 h 1771805"/>
                <a:gd name="connsiteX7" fmla="*/ 4727559 w 4797505"/>
                <a:gd name="connsiteY7" fmla="*/ 101583 h 1771805"/>
                <a:gd name="connsiteX8" fmla="*/ 4750047 w 4797505"/>
                <a:gd name="connsiteY8" fmla="*/ 180633 h 1771805"/>
                <a:gd name="connsiteX9" fmla="*/ 4663501 w 4797505"/>
                <a:gd name="connsiteY9" fmla="*/ 456625 h 1771805"/>
                <a:gd name="connsiteX10" fmla="*/ 4638968 w 4797505"/>
                <a:gd name="connsiteY10" fmla="*/ 494787 h 1771805"/>
                <a:gd name="connsiteX11" fmla="*/ 4613073 w 4797505"/>
                <a:gd name="connsiteY11" fmla="*/ 507054 h 1771805"/>
                <a:gd name="connsiteX12" fmla="*/ 4430440 w 4797505"/>
                <a:gd name="connsiteY12" fmla="*/ 593600 h 1771805"/>
                <a:gd name="connsiteX13" fmla="*/ 4257349 w 4797505"/>
                <a:gd name="connsiteY13" fmla="*/ 504328 h 1771805"/>
                <a:gd name="connsiteX14" fmla="*/ 4231453 w 4797505"/>
                <a:gd name="connsiteY14" fmla="*/ 492062 h 1771805"/>
                <a:gd name="connsiteX15" fmla="*/ 4206920 w 4797505"/>
                <a:gd name="connsiteY15" fmla="*/ 453900 h 1771805"/>
                <a:gd name="connsiteX16" fmla="*/ 4119011 w 4797505"/>
                <a:gd name="connsiteY16" fmla="*/ 178588 h 1771805"/>
                <a:gd name="connsiteX17" fmla="*/ 4140818 w 4797505"/>
                <a:gd name="connsiteY17" fmla="*/ 99538 h 1771805"/>
                <a:gd name="connsiteX18" fmla="*/ 4203513 w 4797505"/>
                <a:gd name="connsiteY18" fmla="*/ 69554 h 1771805"/>
                <a:gd name="connsiteX19" fmla="*/ 4252578 w 4797505"/>
                <a:gd name="connsiteY19" fmla="*/ 82502 h 1771805"/>
                <a:gd name="connsiteX20" fmla="*/ 4305051 w 4797505"/>
                <a:gd name="connsiteY20" fmla="*/ 37525 h 1771805"/>
                <a:gd name="connsiteX21" fmla="*/ 4244401 w 4797505"/>
                <a:gd name="connsiteY21" fmla="*/ 4134 h 1771805"/>
                <a:gd name="connsiteX22" fmla="*/ 4199424 w 4797505"/>
                <a:gd name="connsiteY22" fmla="*/ 25259 h 1771805"/>
                <a:gd name="connsiteX23" fmla="*/ 4109471 w 4797505"/>
                <a:gd name="connsiteY23" fmla="*/ 68191 h 1771805"/>
                <a:gd name="connsiteX24" fmla="*/ 4075398 w 4797505"/>
                <a:gd name="connsiteY24" fmla="*/ 183359 h 1771805"/>
                <a:gd name="connsiteX25" fmla="*/ 4196698 w 4797505"/>
                <a:gd name="connsiteY25" fmla="*/ 520002 h 1771805"/>
                <a:gd name="connsiteX26" fmla="*/ 4204195 w 4797505"/>
                <a:gd name="connsiteY26" fmla="*/ 549986 h 1771805"/>
                <a:gd name="connsiteX27" fmla="*/ 4391597 w 4797505"/>
                <a:gd name="connsiteY27" fmla="*/ 660383 h 1771805"/>
                <a:gd name="connsiteX28" fmla="*/ 4391597 w 4797505"/>
                <a:gd name="connsiteY28" fmla="*/ 928880 h 1771805"/>
                <a:gd name="connsiteX29" fmla="*/ 4318680 w 4797505"/>
                <a:gd name="connsiteY29" fmla="*/ 1031099 h 1771805"/>
                <a:gd name="connsiteX30" fmla="*/ 3718992 w 4797505"/>
                <a:gd name="connsiteY30" fmla="*/ 1031099 h 1771805"/>
                <a:gd name="connsiteX31" fmla="*/ 3638579 w 4797505"/>
                <a:gd name="connsiteY31" fmla="*/ 673331 h 1771805"/>
                <a:gd name="connsiteX32" fmla="*/ 3626313 w 4797505"/>
                <a:gd name="connsiteY32" fmla="*/ 654250 h 1771805"/>
                <a:gd name="connsiteX33" fmla="*/ 3604506 w 4797505"/>
                <a:gd name="connsiteY33" fmla="*/ 646754 h 1771805"/>
                <a:gd name="connsiteX34" fmla="*/ 3603825 w 4797505"/>
                <a:gd name="connsiteY34" fmla="*/ 646754 h 1771805"/>
                <a:gd name="connsiteX35" fmla="*/ 3582018 w 4797505"/>
                <a:gd name="connsiteY35" fmla="*/ 654931 h 1771805"/>
                <a:gd name="connsiteX36" fmla="*/ 3570433 w 4797505"/>
                <a:gd name="connsiteY36" fmla="*/ 674694 h 1771805"/>
                <a:gd name="connsiteX37" fmla="*/ 3504331 w 4797505"/>
                <a:gd name="connsiteY37" fmla="*/ 1030418 h 1771805"/>
                <a:gd name="connsiteX38" fmla="*/ 3404837 w 4797505"/>
                <a:gd name="connsiteY38" fmla="*/ 1030418 h 1771805"/>
                <a:gd name="connsiteX39" fmla="*/ 3272633 w 4797505"/>
                <a:gd name="connsiteY39" fmla="*/ 319651 h 1771805"/>
                <a:gd name="connsiteX40" fmla="*/ 3261048 w 4797505"/>
                <a:gd name="connsiteY40" fmla="*/ 298526 h 1771805"/>
                <a:gd name="connsiteX41" fmla="*/ 3238560 w 4797505"/>
                <a:gd name="connsiteY41" fmla="*/ 290348 h 1771805"/>
                <a:gd name="connsiteX42" fmla="*/ 3216072 w 4797505"/>
                <a:gd name="connsiteY42" fmla="*/ 298526 h 1771805"/>
                <a:gd name="connsiteX43" fmla="*/ 3204487 w 4797505"/>
                <a:gd name="connsiteY43" fmla="*/ 319651 h 1771805"/>
                <a:gd name="connsiteX44" fmla="*/ 3060016 w 4797505"/>
                <a:gd name="connsiteY44" fmla="*/ 1199421 h 1771805"/>
                <a:gd name="connsiteX45" fmla="*/ 3046387 w 4797505"/>
                <a:gd name="connsiteY45" fmla="*/ 1041321 h 1771805"/>
                <a:gd name="connsiteX46" fmla="*/ 3035484 w 4797505"/>
                <a:gd name="connsiteY46" fmla="*/ 1018833 h 1771805"/>
                <a:gd name="connsiteX47" fmla="*/ 3012314 w 4797505"/>
                <a:gd name="connsiteY47" fmla="*/ 1009293 h 1771805"/>
                <a:gd name="connsiteX48" fmla="*/ 2970745 w 4797505"/>
                <a:gd name="connsiteY48" fmla="*/ 1009293 h 1771805"/>
                <a:gd name="connsiteX49" fmla="*/ 2970745 w 4797505"/>
                <a:gd name="connsiteY49" fmla="*/ 1008611 h 1771805"/>
                <a:gd name="connsiteX50" fmla="*/ 2938716 w 4797505"/>
                <a:gd name="connsiteY50" fmla="*/ 1008611 h 1771805"/>
                <a:gd name="connsiteX51" fmla="*/ 2909413 w 4797505"/>
                <a:gd name="connsiteY51" fmla="*/ 1008611 h 1771805"/>
                <a:gd name="connsiteX52" fmla="*/ 1420414 w 4797505"/>
                <a:gd name="connsiteY52" fmla="*/ 1008611 h 1771805"/>
                <a:gd name="connsiteX53" fmla="*/ 1399289 w 4797505"/>
                <a:gd name="connsiteY53" fmla="*/ 1008611 h 1771805"/>
                <a:gd name="connsiteX54" fmla="*/ 1380889 w 4797505"/>
                <a:gd name="connsiteY54" fmla="*/ 1008611 h 1771805"/>
                <a:gd name="connsiteX55" fmla="*/ 1358401 w 4797505"/>
                <a:gd name="connsiteY55" fmla="*/ 1016789 h 1771805"/>
                <a:gd name="connsiteX56" fmla="*/ 1346816 w 4797505"/>
                <a:gd name="connsiteY56" fmla="*/ 1037914 h 1771805"/>
                <a:gd name="connsiteX57" fmla="*/ 1250048 w 4797505"/>
                <a:gd name="connsiteY57" fmla="*/ 1495176 h 1771805"/>
                <a:gd name="connsiteX58" fmla="*/ 1083771 w 4797505"/>
                <a:gd name="connsiteY58" fmla="*/ 567023 h 1771805"/>
                <a:gd name="connsiteX59" fmla="*/ 1072186 w 4797505"/>
                <a:gd name="connsiteY59" fmla="*/ 545897 h 1771805"/>
                <a:gd name="connsiteX60" fmla="*/ 1049698 w 4797505"/>
                <a:gd name="connsiteY60" fmla="*/ 537720 h 1771805"/>
                <a:gd name="connsiteX61" fmla="*/ 1049016 w 4797505"/>
                <a:gd name="connsiteY61" fmla="*/ 537720 h 1771805"/>
                <a:gd name="connsiteX62" fmla="*/ 1048335 w 4797505"/>
                <a:gd name="connsiteY62" fmla="*/ 537720 h 1771805"/>
                <a:gd name="connsiteX63" fmla="*/ 1025847 w 4797505"/>
                <a:gd name="connsiteY63" fmla="*/ 547260 h 1771805"/>
                <a:gd name="connsiteX64" fmla="*/ 1014943 w 4797505"/>
                <a:gd name="connsiteY64" fmla="*/ 569748 h 1771805"/>
                <a:gd name="connsiteX65" fmla="*/ 978144 w 4797505"/>
                <a:gd name="connsiteY65" fmla="*/ 1009293 h 1771805"/>
                <a:gd name="connsiteX66" fmla="*/ 899094 w 4797505"/>
                <a:gd name="connsiteY66" fmla="*/ 1009293 h 1771805"/>
                <a:gd name="connsiteX67" fmla="*/ 876606 w 4797505"/>
                <a:gd name="connsiteY67" fmla="*/ 1017470 h 1771805"/>
                <a:gd name="connsiteX68" fmla="*/ 865021 w 4797505"/>
                <a:gd name="connsiteY68" fmla="*/ 1038595 h 1771805"/>
                <a:gd name="connsiteX69" fmla="*/ 805052 w 4797505"/>
                <a:gd name="connsiteY69" fmla="*/ 1289374 h 1771805"/>
                <a:gd name="connsiteX70" fmla="*/ 775068 w 4797505"/>
                <a:gd name="connsiteY70" fmla="*/ 1052906 h 1771805"/>
                <a:gd name="connsiteX71" fmla="*/ 762801 w 4797505"/>
                <a:gd name="connsiteY71" fmla="*/ 1033144 h 1771805"/>
                <a:gd name="connsiteX72" fmla="*/ 740995 w 4797505"/>
                <a:gd name="connsiteY72" fmla="*/ 1025648 h 1771805"/>
                <a:gd name="connsiteX73" fmla="*/ 3651 w 4797505"/>
                <a:gd name="connsiteY73" fmla="*/ 1025648 h 1771805"/>
                <a:gd name="connsiteX74" fmla="*/ 3651 w 4797505"/>
                <a:gd name="connsiteY74" fmla="*/ 1095157 h 1771805"/>
                <a:gd name="connsiteX75" fmla="*/ 713055 w 4797505"/>
                <a:gd name="connsiteY75" fmla="*/ 1095157 h 1771805"/>
                <a:gd name="connsiteX76" fmla="*/ 775749 w 4797505"/>
                <a:gd name="connsiteY76" fmla="*/ 1486999 h 1771805"/>
                <a:gd name="connsiteX77" fmla="*/ 788016 w 4797505"/>
                <a:gd name="connsiteY77" fmla="*/ 1506761 h 1771805"/>
                <a:gd name="connsiteX78" fmla="*/ 810504 w 4797505"/>
                <a:gd name="connsiteY78" fmla="*/ 1514257 h 1771805"/>
                <a:gd name="connsiteX79" fmla="*/ 810504 w 4797505"/>
                <a:gd name="connsiteY79" fmla="*/ 1514257 h 1771805"/>
                <a:gd name="connsiteX80" fmla="*/ 832311 w 4797505"/>
                <a:gd name="connsiteY80" fmla="*/ 1506080 h 1771805"/>
                <a:gd name="connsiteX81" fmla="*/ 843896 w 4797505"/>
                <a:gd name="connsiteY81" fmla="*/ 1485636 h 1771805"/>
                <a:gd name="connsiteX82" fmla="*/ 929079 w 4797505"/>
                <a:gd name="connsiteY82" fmla="*/ 1080165 h 1771805"/>
                <a:gd name="connsiteX83" fmla="*/ 1010173 w 4797505"/>
                <a:gd name="connsiteY83" fmla="*/ 1080165 h 1771805"/>
                <a:gd name="connsiteX84" fmla="*/ 1033343 w 4797505"/>
                <a:gd name="connsiteY84" fmla="*/ 1071306 h 1771805"/>
                <a:gd name="connsiteX85" fmla="*/ 1044246 w 4797505"/>
                <a:gd name="connsiteY85" fmla="*/ 1048817 h 1771805"/>
                <a:gd name="connsiteX86" fmla="*/ 1057875 w 4797505"/>
                <a:gd name="connsiteY86" fmla="*/ 890036 h 1771805"/>
                <a:gd name="connsiteX87" fmla="*/ 1216656 w 4797505"/>
                <a:gd name="connsiteY87" fmla="*/ 1740503 h 1771805"/>
                <a:gd name="connsiteX88" fmla="*/ 1228241 w 4797505"/>
                <a:gd name="connsiteY88" fmla="*/ 1761629 h 1771805"/>
                <a:gd name="connsiteX89" fmla="*/ 1250730 w 4797505"/>
                <a:gd name="connsiteY89" fmla="*/ 1769806 h 1771805"/>
                <a:gd name="connsiteX90" fmla="*/ 1273218 w 4797505"/>
                <a:gd name="connsiteY90" fmla="*/ 1760947 h 1771805"/>
                <a:gd name="connsiteX91" fmla="*/ 1284803 w 4797505"/>
                <a:gd name="connsiteY91" fmla="*/ 1739822 h 1771805"/>
                <a:gd name="connsiteX92" fmla="*/ 1410192 w 4797505"/>
                <a:gd name="connsiteY92" fmla="*/ 1078802 h 1771805"/>
                <a:gd name="connsiteX93" fmla="*/ 2907369 w 4797505"/>
                <a:gd name="connsiteY93" fmla="*/ 1078802 h 1771805"/>
                <a:gd name="connsiteX94" fmla="*/ 2936671 w 4797505"/>
                <a:gd name="connsiteY94" fmla="*/ 1078802 h 1771805"/>
                <a:gd name="connsiteX95" fmla="*/ 2968700 w 4797505"/>
                <a:gd name="connsiteY95" fmla="*/ 1078802 h 1771805"/>
                <a:gd name="connsiteX96" fmla="*/ 2968700 w 4797505"/>
                <a:gd name="connsiteY96" fmla="*/ 1078120 h 1771805"/>
                <a:gd name="connsiteX97" fmla="*/ 2978922 w 4797505"/>
                <a:gd name="connsiteY97" fmla="*/ 1078120 h 1771805"/>
                <a:gd name="connsiteX98" fmla="*/ 3015721 w 4797505"/>
                <a:gd name="connsiteY98" fmla="*/ 1497221 h 1771805"/>
                <a:gd name="connsiteX99" fmla="*/ 3026625 w 4797505"/>
                <a:gd name="connsiteY99" fmla="*/ 1519027 h 1771805"/>
                <a:gd name="connsiteX100" fmla="*/ 3049113 w 4797505"/>
                <a:gd name="connsiteY100" fmla="*/ 1528568 h 1771805"/>
                <a:gd name="connsiteX101" fmla="*/ 3049794 w 4797505"/>
                <a:gd name="connsiteY101" fmla="*/ 1528568 h 1771805"/>
                <a:gd name="connsiteX102" fmla="*/ 3050476 w 4797505"/>
                <a:gd name="connsiteY102" fmla="*/ 1528568 h 1771805"/>
                <a:gd name="connsiteX103" fmla="*/ 3072964 w 4797505"/>
                <a:gd name="connsiteY103" fmla="*/ 1520390 h 1771805"/>
                <a:gd name="connsiteX104" fmla="*/ 3084549 w 4797505"/>
                <a:gd name="connsiteY104" fmla="*/ 1499265 h 1771805"/>
                <a:gd name="connsiteX105" fmla="*/ 3237197 w 4797505"/>
                <a:gd name="connsiteY105" fmla="*/ 563615 h 1771805"/>
                <a:gd name="connsiteX106" fmla="*/ 3340098 w 4797505"/>
                <a:gd name="connsiteY106" fmla="*/ 1068580 h 1771805"/>
                <a:gd name="connsiteX107" fmla="*/ 3340098 w 4797505"/>
                <a:gd name="connsiteY107" fmla="*/ 1068580 h 1771805"/>
                <a:gd name="connsiteX108" fmla="*/ 3351683 w 4797505"/>
                <a:gd name="connsiteY108" fmla="*/ 1089705 h 1771805"/>
                <a:gd name="connsiteX109" fmla="*/ 3374171 w 4797505"/>
                <a:gd name="connsiteY109" fmla="*/ 1098564 h 1771805"/>
                <a:gd name="connsiteX110" fmla="*/ 3533634 w 4797505"/>
                <a:gd name="connsiteY110" fmla="*/ 1098564 h 1771805"/>
                <a:gd name="connsiteX111" fmla="*/ 3555441 w 4797505"/>
                <a:gd name="connsiteY111" fmla="*/ 1090387 h 1771805"/>
                <a:gd name="connsiteX112" fmla="*/ 3567026 w 4797505"/>
                <a:gd name="connsiteY112" fmla="*/ 1069943 h 1771805"/>
                <a:gd name="connsiteX113" fmla="*/ 3607232 w 4797505"/>
                <a:gd name="connsiteY113" fmla="*/ 842334 h 1771805"/>
                <a:gd name="connsiteX114" fmla="*/ 3656979 w 4797505"/>
                <a:gd name="connsiteY114" fmla="*/ 1071987 h 1771805"/>
                <a:gd name="connsiteX115" fmla="*/ 3669245 w 4797505"/>
                <a:gd name="connsiteY115" fmla="*/ 1091068 h 1771805"/>
                <a:gd name="connsiteX116" fmla="*/ 3690371 w 4797505"/>
                <a:gd name="connsiteY116" fmla="*/ 1098564 h 1771805"/>
                <a:gd name="connsiteX117" fmla="*/ 4326858 w 4797505"/>
                <a:gd name="connsiteY117" fmla="*/ 1098564 h 1771805"/>
                <a:gd name="connsiteX118" fmla="*/ 4368427 w 4797505"/>
                <a:gd name="connsiteY118" fmla="*/ 1098564 h 1771805"/>
                <a:gd name="connsiteX119" fmla="*/ 4459744 w 4797505"/>
                <a:gd name="connsiteY119" fmla="*/ 1015426 h 1771805"/>
                <a:gd name="connsiteX120" fmla="*/ 4459744 w 4797505"/>
                <a:gd name="connsiteY120" fmla="*/ 659020 h 1771805"/>
                <a:gd name="connsiteX121" fmla="*/ 4665545 w 4797505"/>
                <a:gd name="connsiteY121" fmla="*/ 552030 h 1771805"/>
                <a:gd name="connsiteX122" fmla="*/ 4673042 w 4797505"/>
                <a:gd name="connsiteY122" fmla="*/ 522046 h 1771805"/>
                <a:gd name="connsiteX123" fmla="*/ 4794342 w 4797505"/>
                <a:gd name="connsiteY123" fmla="*/ 184721 h 1771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4797505" h="1771805">
                  <a:moveTo>
                    <a:pt x="4794342" y="184721"/>
                  </a:moveTo>
                  <a:cubicBezTo>
                    <a:pt x="4799112" y="137019"/>
                    <a:pt x="4787527" y="98176"/>
                    <a:pt x="4759588" y="70236"/>
                  </a:cubicBezTo>
                  <a:cubicBezTo>
                    <a:pt x="4733692" y="43658"/>
                    <a:pt x="4698256" y="32074"/>
                    <a:pt x="4668953" y="27303"/>
                  </a:cubicBezTo>
                  <a:cubicBezTo>
                    <a:pt x="4659412" y="16400"/>
                    <a:pt x="4643739" y="8222"/>
                    <a:pt x="4624657" y="6178"/>
                  </a:cubicBezTo>
                  <a:cubicBezTo>
                    <a:pt x="4593310" y="2771"/>
                    <a:pt x="4566052" y="18444"/>
                    <a:pt x="4564007" y="39570"/>
                  </a:cubicBezTo>
                  <a:cubicBezTo>
                    <a:pt x="4561963" y="61377"/>
                    <a:pt x="4585814" y="81820"/>
                    <a:pt x="4616480" y="84546"/>
                  </a:cubicBezTo>
                  <a:cubicBezTo>
                    <a:pt x="4636242" y="86591"/>
                    <a:pt x="4653961" y="81139"/>
                    <a:pt x="4665545" y="71598"/>
                  </a:cubicBezTo>
                  <a:cubicBezTo>
                    <a:pt x="4686671" y="75687"/>
                    <a:pt x="4711203" y="83865"/>
                    <a:pt x="4727559" y="101583"/>
                  </a:cubicBezTo>
                  <a:cubicBezTo>
                    <a:pt x="4745958" y="119982"/>
                    <a:pt x="4753454" y="145878"/>
                    <a:pt x="4750047" y="180633"/>
                  </a:cubicBezTo>
                  <a:cubicBezTo>
                    <a:pt x="4742551" y="254912"/>
                    <a:pt x="4715974" y="366672"/>
                    <a:pt x="4663501" y="456625"/>
                  </a:cubicBezTo>
                  <a:cubicBezTo>
                    <a:pt x="4655323" y="470255"/>
                    <a:pt x="4647146" y="483203"/>
                    <a:pt x="4638968" y="494787"/>
                  </a:cubicBezTo>
                  <a:cubicBezTo>
                    <a:pt x="4629428" y="494787"/>
                    <a:pt x="4619888" y="499558"/>
                    <a:pt x="4613073" y="507054"/>
                  </a:cubicBezTo>
                  <a:cubicBezTo>
                    <a:pt x="4561963" y="567023"/>
                    <a:pt x="4499268" y="593600"/>
                    <a:pt x="4430440" y="593600"/>
                  </a:cubicBezTo>
                  <a:cubicBezTo>
                    <a:pt x="4365020" y="591555"/>
                    <a:pt x="4306414" y="562252"/>
                    <a:pt x="4257349" y="504328"/>
                  </a:cubicBezTo>
                  <a:cubicBezTo>
                    <a:pt x="4250534" y="496150"/>
                    <a:pt x="4240993" y="492062"/>
                    <a:pt x="4231453" y="492062"/>
                  </a:cubicBezTo>
                  <a:cubicBezTo>
                    <a:pt x="4223275" y="480477"/>
                    <a:pt x="4214417" y="467529"/>
                    <a:pt x="4206920" y="453900"/>
                  </a:cubicBezTo>
                  <a:cubicBezTo>
                    <a:pt x="4153766" y="363946"/>
                    <a:pt x="4126507" y="252186"/>
                    <a:pt x="4119011" y="178588"/>
                  </a:cubicBezTo>
                  <a:cubicBezTo>
                    <a:pt x="4115604" y="143834"/>
                    <a:pt x="4122419" y="117938"/>
                    <a:pt x="4140818" y="99538"/>
                  </a:cubicBezTo>
                  <a:cubicBezTo>
                    <a:pt x="4157855" y="81820"/>
                    <a:pt x="4181706" y="73643"/>
                    <a:pt x="4203513" y="69554"/>
                  </a:cubicBezTo>
                  <a:cubicBezTo>
                    <a:pt x="4214417" y="79095"/>
                    <a:pt x="4232816" y="84546"/>
                    <a:pt x="4252578" y="82502"/>
                  </a:cubicBezTo>
                  <a:cubicBezTo>
                    <a:pt x="4283926" y="79095"/>
                    <a:pt x="4307777" y="59332"/>
                    <a:pt x="4305051" y="37525"/>
                  </a:cubicBezTo>
                  <a:cubicBezTo>
                    <a:pt x="4303007" y="15718"/>
                    <a:pt x="4275748" y="726"/>
                    <a:pt x="4244401" y="4134"/>
                  </a:cubicBezTo>
                  <a:cubicBezTo>
                    <a:pt x="4225320" y="6178"/>
                    <a:pt x="4208964" y="14356"/>
                    <a:pt x="4199424" y="25259"/>
                  </a:cubicBezTo>
                  <a:cubicBezTo>
                    <a:pt x="4170121" y="30029"/>
                    <a:pt x="4135366" y="42296"/>
                    <a:pt x="4109471" y="68191"/>
                  </a:cubicBezTo>
                  <a:cubicBezTo>
                    <a:pt x="4081531" y="96131"/>
                    <a:pt x="4069946" y="134975"/>
                    <a:pt x="4075398" y="183359"/>
                  </a:cubicBezTo>
                  <a:cubicBezTo>
                    <a:pt x="4083575" y="262408"/>
                    <a:pt x="4118330" y="413012"/>
                    <a:pt x="4196698" y="520002"/>
                  </a:cubicBezTo>
                  <a:cubicBezTo>
                    <a:pt x="4194654" y="530224"/>
                    <a:pt x="4197380" y="541127"/>
                    <a:pt x="4204195" y="549986"/>
                  </a:cubicBezTo>
                  <a:cubicBezTo>
                    <a:pt x="4258712" y="614044"/>
                    <a:pt x="4319362" y="647435"/>
                    <a:pt x="4391597" y="660383"/>
                  </a:cubicBezTo>
                  <a:lnTo>
                    <a:pt x="4391597" y="928880"/>
                  </a:lnTo>
                  <a:cubicBezTo>
                    <a:pt x="4392960" y="972494"/>
                    <a:pt x="4385464" y="1027011"/>
                    <a:pt x="4318680" y="1031099"/>
                  </a:cubicBezTo>
                  <a:lnTo>
                    <a:pt x="3718992" y="1031099"/>
                  </a:lnTo>
                  <a:lnTo>
                    <a:pt x="3638579" y="673331"/>
                  </a:lnTo>
                  <a:cubicBezTo>
                    <a:pt x="3636535" y="665153"/>
                    <a:pt x="3632446" y="659020"/>
                    <a:pt x="3626313" y="654250"/>
                  </a:cubicBezTo>
                  <a:cubicBezTo>
                    <a:pt x="3620861" y="649480"/>
                    <a:pt x="3613365" y="647435"/>
                    <a:pt x="3604506" y="646754"/>
                  </a:cubicBezTo>
                  <a:lnTo>
                    <a:pt x="3603825" y="646754"/>
                  </a:lnTo>
                  <a:cubicBezTo>
                    <a:pt x="3595647" y="646754"/>
                    <a:pt x="3588151" y="649480"/>
                    <a:pt x="3582018" y="654931"/>
                  </a:cubicBezTo>
                  <a:cubicBezTo>
                    <a:pt x="3576566" y="659702"/>
                    <a:pt x="3571796" y="666516"/>
                    <a:pt x="3570433" y="674694"/>
                  </a:cubicBezTo>
                  <a:lnTo>
                    <a:pt x="3504331" y="1030418"/>
                  </a:lnTo>
                  <a:lnTo>
                    <a:pt x="3404837" y="1030418"/>
                  </a:lnTo>
                  <a:lnTo>
                    <a:pt x="3272633" y="319651"/>
                  </a:lnTo>
                  <a:cubicBezTo>
                    <a:pt x="3271270" y="311474"/>
                    <a:pt x="3267182" y="303978"/>
                    <a:pt x="3261048" y="298526"/>
                  </a:cubicBezTo>
                  <a:cubicBezTo>
                    <a:pt x="3254915" y="293074"/>
                    <a:pt x="3246738" y="290348"/>
                    <a:pt x="3238560" y="290348"/>
                  </a:cubicBezTo>
                  <a:cubicBezTo>
                    <a:pt x="3230382" y="290348"/>
                    <a:pt x="3222205" y="293756"/>
                    <a:pt x="3216072" y="298526"/>
                  </a:cubicBezTo>
                  <a:cubicBezTo>
                    <a:pt x="3209938" y="303978"/>
                    <a:pt x="3205850" y="311474"/>
                    <a:pt x="3204487" y="319651"/>
                  </a:cubicBezTo>
                  <a:lnTo>
                    <a:pt x="3060016" y="1199421"/>
                  </a:lnTo>
                  <a:lnTo>
                    <a:pt x="3046387" y="1041321"/>
                  </a:lnTo>
                  <a:cubicBezTo>
                    <a:pt x="3045706" y="1032462"/>
                    <a:pt x="3041617" y="1024285"/>
                    <a:pt x="3035484" y="1018833"/>
                  </a:cubicBezTo>
                  <a:cubicBezTo>
                    <a:pt x="3029351" y="1013381"/>
                    <a:pt x="3021173" y="1009293"/>
                    <a:pt x="3012314" y="1009293"/>
                  </a:cubicBezTo>
                  <a:lnTo>
                    <a:pt x="2970745" y="1009293"/>
                  </a:lnTo>
                  <a:lnTo>
                    <a:pt x="2970745" y="1008611"/>
                  </a:lnTo>
                  <a:lnTo>
                    <a:pt x="2938716" y="1008611"/>
                  </a:lnTo>
                  <a:lnTo>
                    <a:pt x="2909413" y="1008611"/>
                  </a:lnTo>
                  <a:lnTo>
                    <a:pt x="1420414" y="1008611"/>
                  </a:lnTo>
                  <a:lnTo>
                    <a:pt x="1399289" y="1008611"/>
                  </a:lnTo>
                  <a:lnTo>
                    <a:pt x="1380889" y="1008611"/>
                  </a:lnTo>
                  <a:cubicBezTo>
                    <a:pt x="1372030" y="1008611"/>
                    <a:pt x="1363853" y="1012018"/>
                    <a:pt x="1358401" y="1016789"/>
                  </a:cubicBezTo>
                  <a:cubicBezTo>
                    <a:pt x="1352268" y="1022240"/>
                    <a:pt x="1347498" y="1029736"/>
                    <a:pt x="1346816" y="1037914"/>
                  </a:cubicBezTo>
                  <a:lnTo>
                    <a:pt x="1250048" y="1495176"/>
                  </a:lnTo>
                  <a:lnTo>
                    <a:pt x="1083771" y="567023"/>
                  </a:lnTo>
                  <a:cubicBezTo>
                    <a:pt x="1082408" y="558845"/>
                    <a:pt x="1078319" y="551349"/>
                    <a:pt x="1072186" y="545897"/>
                  </a:cubicBezTo>
                  <a:cubicBezTo>
                    <a:pt x="1066053" y="540446"/>
                    <a:pt x="1058557" y="537720"/>
                    <a:pt x="1049698" y="537720"/>
                  </a:cubicBezTo>
                  <a:lnTo>
                    <a:pt x="1049016" y="537720"/>
                  </a:lnTo>
                  <a:lnTo>
                    <a:pt x="1048335" y="537720"/>
                  </a:lnTo>
                  <a:cubicBezTo>
                    <a:pt x="1040157" y="537720"/>
                    <a:pt x="1031980" y="541808"/>
                    <a:pt x="1025847" y="547260"/>
                  </a:cubicBezTo>
                  <a:cubicBezTo>
                    <a:pt x="1019713" y="552712"/>
                    <a:pt x="1015625" y="560889"/>
                    <a:pt x="1014943" y="569748"/>
                  </a:cubicBezTo>
                  <a:lnTo>
                    <a:pt x="978144" y="1009293"/>
                  </a:lnTo>
                  <a:lnTo>
                    <a:pt x="899094" y="1009293"/>
                  </a:lnTo>
                  <a:cubicBezTo>
                    <a:pt x="890235" y="1009293"/>
                    <a:pt x="882739" y="1012700"/>
                    <a:pt x="876606" y="1017470"/>
                  </a:cubicBezTo>
                  <a:cubicBezTo>
                    <a:pt x="870473" y="1022922"/>
                    <a:pt x="866384" y="1029736"/>
                    <a:pt x="865021" y="1038595"/>
                  </a:cubicBezTo>
                  <a:lnTo>
                    <a:pt x="805052" y="1289374"/>
                  </a:lnTo>
                  <a:lnTo>
                    <a:pt x="775068" y="1052906"/>
                  </a:lnTo>
                  <a:cubicBezTo>
                    <a:pt x="773705" y="1044729"/>
                    <a:pt x="768935" y="1037914"/>
                    <a:pt x="762801" y="1033144"/>
                  </a:cubicBezTo>
                  <a:cubicBezTo>
                    <a:pt x="756668" y="1028374"/>
                    <a:pt x="749172" y="1025648"/>
                    <a:pt x="740995" y="1025648"/>
                  </a:cubicBezTo>
                  <a:lnTo>
                    <a:pt x="3651" y="1025648"/>
                  </a:lnTo>
                  <a:lnTo>
                    <a:pt x="3651" y="1095157"/>
                  </a:lnTo>
                  <a:lnTo>
                    <a:pt x="713055" y="1095157"/>
                  </a:lnTo>
                  <a:lnTo>
                    <a:pt x="775749" y="1486999"/>
                  </a:lnTo>
                  <a:cubicBezTo>
                    <a:pt x="777794" y="1495176"/>
                    <a:pt x="781882" y="1501991"/>
                    <a:pt x="788016" y="1506761"/>
                  </a:cubicBezTo>
                  <a:cubicBezTo>
                    <a:pt x="794149" y="1511531"/>
                    <a:pt x="802326" y="1514257"/>
                    <a:pt x="810504" y="1514257"/>
                  </a:cubicBezTo>
                  <a:lnTo>
                    <a:pt x="810504" y="1514257"/>
                  </a:lnTo>
                  <a:cubicBezTo>
                    <a:pt x="818682" y="1514257"/>
                    <a:pt x="826178" y="1510850"/>
                    <a:pt x="832311" y="1506080"/>
                  </a:cubicBezTo>
                  <a:cubicBezTo>
                    <a:pt x="838444" y="1500628"/>
                    <a:pt x="842533" y="1493813"/>
                    <a:pt x="843896" y="1485636"/>
                  </a:cubicBezTo>
                  <a:lnTo>
                    <a:pt x="929079" y="1080165"/>
                  </a:lnTo>
                  <a:lnTo>
                    <a:pt x="1010173" y="1080165"/>
                  </a:lnTo>
                  <a:cubicBezTo>
                    <a:pt x="1019032" y="1080165"/>
                    <a:pt x="1027209" y="1076758"/>
                    <a:pt x="1033343" y="1071306"/>
                  </a:cubicBezTo>
                  <a:cubicBezTo>
                    <a:pt x="1039476" y="1065854"/>
                    <a:pt x="1043565" y="1057677"/>
                    <a:pt x="1044246" y="1048817"/>
                  </a:cubicBezTo>
                  <a:lnTo>
                    <a:pt x="1057875" y="890036"/>
                  </a:lnTo>
                  <a:lnTo>
                    <a:pt x="1216656" y="1740503"/>
                  </a:lnTo>
                  <a:cubicBezTo>
                    <a:pt x="1218019" y="1748681"/>
                    <a:pt x="1222108" y="1756177"/>
                    <a:pt x="1228241" y="1761629"/>
                  </a:cubicBezTo>
                  <a:cubicBezTo>
                    <a:pt x="1234375" y="1767080"/>
                    <a:pt x="1241871" y="1769806"/>
                    <a:pt x="1250730" y="1769806"/>
                  </a:cubicBezTo>
                  <a:cubicBezTo>
                    <a:pt x="1259589" y="1769806"/>
                    <a:pt x="1267085" y="1766399"/>
                    <a:pt x="1273218" y="1760947"/>
                  </a:cubicBezTo>
                  <a:cubicBezTo>
                    <a:pt x="1279351" y="1755495"/>
                    <a:pt x="1283440" y="1747999"/>
                    <a:pt x="1284803" y="1739822"/>
                  </a:cubicBezTo>
                  <a:lnTo>
                    <a:pt x="1410192" y="1078802"/>
                  </a:lnTo>
                  <a:lnTo>
                    <a:pt x="2907369" y="1078802"/>
                  </a:lnTo>
                  <a:lnTo>
                    <a:pt x="2936671" y="1078802"/>
                  </a:lnTo>
                  <a:lnTo>
                    <a:pt x="2968700" y="1078802"/>
                  </a:lnTo>
                  <a:lnTo>
                    <a:pt x="2968700" y="1078120"/>
                  </a:lnTo>
                  <a:lnTo>
                    <a:pt x="2978922" y="1078120"/>
                  </a:lnTo>
                  <a:lnTo>
                    <a:pt x="3015721" y="1497221"/>
                  </a:lnTo>
                  <a:cubicBezTo>
                    <a:pt x="3016403" y="1505398"/>
                    <a:pt x="3020492" y="1513576"/>
                    <a:pt x="3026625" y="1519027"/>
                  </a:cubicBezTo>
                  <a:cubicBezTo>
                    <a:pt x="3032758" y="1524479"/>
                    <a:pt x="3040254" y="1528568"/>
                    <a:pt x="3049113" y="1528568"/>
                  </a:cubicBezTo>
                  <a:lnTo>
                    <a:pt x="3049794" y="1528568"/>
                  </a:lnTo>
                  <a:lnTo>
                    <a:pt x="3050476" y="1528568"/>
                  </a:lnTo>
                  <a:cubicBezTo>
                    <a:pt x="3059335" y="1528568"/>
                    <a:pt x="3066831" y="1525161"/>
                    <a:pt x="3072964" y="1520390"/>
                  </a:cubicBezTo>
                  <a:cubicBezTo>
                    <a:pt x="3079097" y="1514939"/>
                    <a:pt x="3083186" y="1507443"/>
                    <a:pt x="3084549" y="1499265"/>
                  </a:cubicBezTo>
                  <a:lnTo>
                    <a:pt x="3237197" y="563615"/>
                  </a:lnTo>
                  <a:lnTo>
                    <a:pt x="3340098" y="1068580"/>
                  </a:lnTo>
                  <a:lnTo>
                    <a:pt x="3340098" y="1068580"/>
                  </a:lnTo>
                  <a:cubicBezTo>
                    <a:pt x="3341461" y="1076758"/>
                    <a:pt x="3345550" y="1084254"/>
                    <a:pt x="3351683" y="1089705"/>
                  </a:cubicBezTo>
                  <a:cubicBezTo>
                    <a:pt x="3357816" y="1095157"/>
                    <a:pt x="3365994" y="1098564"/>
                    <a:pt x="3374171" y="1098564"/>
                  </a:cubicBezTo>
                  <a:lnTo>
                    <a:pt x="3533634" y="1098564"/>
                  </a:lnTo>
                  <a:cubicBezTo>
                    <a:pt x="3541811" y="1098564"/>
                    <a:pt x="3549307" y="1095157"/>
                    <a:pt x="3555441" y="1090387"/>
                  </a:cubicBezTo>
                  <a:cubicBezTo>
                    <a:pt x="3561574" y="1085616"/>
                    <a:pt x="3565663" y="1078802"/>
                    <a:pt x="3567026" y="1069943"/>
                  </a:cubicBezTo>
                  <a:lnTo>
                    <a:pt x="3607232" y="842334"/>
                  </a:lnTo>
                  <a:lnTo>
                    <a:pt x="3656979" y="1071987"/>
                  </a:lnTo>
                  <a:cubicBezTo>
                    <a:pt x="3659023" y="1079483"/>
                    <a:pt x="3663112" y="1086298"/>
                    <a:pt x="3669245" y="1091068"/>
                  </a:cubicBezTo>
                  <a:cubicBezTo>
                    <a:pt x="3675378" y="1095838"/>
                    <a:pt x="3682875" y="1098564"/>
                    <a:pt x="3690371" y="1098564"/>
                  </a:cubicBezTo>
                  <a:cubicBezTo>
                    <a:pt x="3854603" y="1098564"/>
                    <a:pt x="4162625" y="1098564"/>
                    <a:pt x="4326858" y="1098564"/>
                  </a:cubicBezTo>
                  <a:cubicBezTo>
                    <a:pt x="4340487" y="1098564"/>
                    <a:pt x="4354798" y="1098564"/>
                    <a:pt x="4368427" y="1098564"/>
                  </a:cubicBezTo>
                  <a:cubicBezTo>
                    <a:pt x="4405226" y="1098564"/>
                    <a:pt x="4459744" y="1066536"/>
                    <a:pt x="4459744" y="1015426"/>
                  </a:cubicBezTo>
                  <a:lnTo>
                    <a:pt x="4459744" y="659020"/>
                  </a:lnTo>
                  <a:cubicBezTo>
                    <a:pt x="4532660" y="646072"/>
                    <a:pt x="4611710" y="615407"/>
                    <a:pt x="4665545" y="552030"/>
                  </a:cubicBezTo>
                  <a:cubicBezTo>
                    <a:pt x="4672360" y="543171"/>
                    <a:pt x="4675086" y="532268"/>
                    <a:pt x="4673042" y="522046"/>
                  </a:cubicBezTo>
                  <a:cubicBezTo>
                    <a:pt x="4752091" y="414375"/>
                    <a:pt x="4786846" y="264453"/>
                    <a:pt x="4794342" y="184721"/>
                  </a:cubicBezTo>
                  <a:close/>
                </a:path>
              </a:pathLst>
            </a:custGeom>
            <a:solidFill>
              <a:schemeClr val="accent1"/>
            </a:solidFill>
            <a:ln w="68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C36593EB-5869-4A8C-80A1-C05AA0B24BF0}"/>
                </a:ext>
              </a:extLst>
            </p:cNvPr>
            <p:cNvGrpSpPr/>
            <p:nvPr/>
          </p:nvGrpSpPr>
          <p:grpSpPr>
            <a:xfrm>
              <a:off x="477110" y="5658084"/>
              <a:ext cx="655351" cy="517912"/>
              <a:chOff x="6456816" y="5667609"/>
              <a:chExt cx="655351" cy="517912"/>
            </a:xfrm>
          </p:grpSpPr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063A0A4C-2BF4-47D2-AFFF-A22E96B3C12D}"/>
                  </a:ext>
                </a:extLst>
              </p:cNvPr>
              <p:cNvSpPr/>
              <p:nvPr/>
            </p:nvSpPr>
            <p:spPr>
              <a:xfrm>
                <a:off x="6456816" y="5667609"/>
                <a:ext cx="517913" cy="517912"/>
              </a:xfrm>
              <a:custGeom>
                <a:avLst/>
                <a:gdLst>
                  <a:gd name="connsiteX0" fmla="*/ 460475 w 517912"/>
                  <a:gd name="connsiteY0" fmla="*/ 259443 h 517912"/>
                  <a:gd name="connsiteX1" fmla="*/ 259443 w 517912"/>
                  <a:gd name="connsiteY1" fmla="*/ 460475 h 517912"/>
                  <a:gd name="connsiteX2" fmla="*/ 58411 w 517912"/>
                  <a:gd name="connsiteY2" fmla="*/ 259443 h 517912"/>
                  <a:gd name="connsiteX3" fmla="*/ 259443 w 517912"/>
                  <a:gd name="connsiteY3" fmla="*/ 58411 h 517912"/>
                  <a:gd name="connsiteX4" fmla="*/ 460475 w 517912"/>
                  <a:gd name="connsiteY4" fmla="*/ 259443 h 5179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17912" h="517912">
                    <a:moveTo>
                      <a:pt x="460475" y="259443"/>
                    </a:moveTo>
                    <a:cubicBezTo>
                      <a:pt x="460475" y="370470"/>
                      <a:pt x="370470" y="460475"/>
                      <a:pt x="259443" y="460475"/>
                    </a:cubicBezTo>
                    <a:cubicBezTo>
                      <a:pt x="148416" y="460475"/>
                      <a:pt x="58411" y="370470"/>
                      <a:pt x="58411" y="259443"/>
                    </a:cubicBezTo>
                    <a:cubicBezTo>
                      <a:pt x="58411" y="148416"/>
                      <a:pt x="148416" y="58411"/>
                      <a:pt x="259443" y="58411"/>
                    </a:cubicBezTo>
                    <a:cubicBezTo>
                      <a:pt x="370470" y="58411"/>
                      <a:pt x="460475" y="148416"/>
                      <a:pt x="460475" y="259443"/>
                    </a:cubicBezTo>
                    <a:close/>
                  </a:path>
                </a:pathLst>
              </a:custGeom>
              <a:noFill/>
              <a:ln w="108857" cap="flat">
                <a:solidFill>
                  <a:schemeClr val="accent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C3DAC375-EEBC-4131-8F69-CD653EE61E82}"/>
                  </a:ext>
                </a:extLst>
              </p:cNvPr>
              <p:cNvSpPr/>
              <p:nvPr/>
            </p:nvSpPr>
            <p:spPr>
              <a:xfrm>
                <a:off x="6913640" y="5874290"/>
                <a:ext cx="198527" cy="129467"/>
              </a:xfrm>
              <a:prstGeom prst="roundRect">
                <a:avLst>
                  <a:gd name="adj" fmla="val 5000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9A4658B-18D9-47F9-8999-4B217D15FD5B}"/>
                </a:ext>
              </a:extLst>
            </p:cNvPr>
            <p:cNvSpPr/>
            <p:nvPr/>
          </p:nvSpPr>
          <p:spPr>
            <a:xfrm>
              <a:off x="995023" y="5898145"/>
              <a:ext cx="6479203" cy="6533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959607F-C050-4355-908E-D24DD45D9D08}"/>
              </a:ext>
            </a:extLst>
          </p:cNvPr>
          <p:cNvGrpSpPr/>
          <p:nvPr userDrawn="1"/>
        </p:nvGrpSpPr>
        <p:grpSpPr>
          <a:xfrm rot="10800000" flipV="1">
            <a:off x="260625" y="4424466"/>
            <a:ext cx="4179095" cy="646716"/>
            <a:chOff x="477110" y="4905446"/>
            <a:chExt cx="11078677" cy="1714429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EA74116-9898-4A6A-84F3-F61BBB7993C6}"/>
                </a:ext>
              </a:extLst>
            </p:cNvPr>
            <p:cNvSpPr/>
            <p:nvPr/>
          </p:nvSpPr>
          <p:spPr>
            <a:xfrm>
              <a:off x="6913640" y="4905446"/>
              <a:ext cx="4642147" cy="1714429"/>
            </a:xfrm>
            <a:custGeom>
              <a:avLst/>
              <a:gdLst>
                <a:gd name="connsiteX0" fmla="*/ 4794342 w 4797505"/>
                <a:gd name="connsiteY0" fmla="*/ 184721 h 1771805"/>
                <a:gd name="connsiteX1" fmla="*/ 4759588 w 4797505"/>
                <a:gd name="connsiteY1" fmla="*/ 70236 h 1771805"/>
                <a:gd name="connsiteX2" fmla="*/ 4668953 w 4797505"/>
                <a:gd name="connsiteY2" fmla="*/ 27303 h 1771805"/>
                <a:gd name="connsiteX3" fmla="*/ 4624657 w 4797505"/>
                <a:gd name="connsiteY3" fmla="*/ 6178 h 1771805"/>
                <a:gd name="connsiteX4" fmla="*/ 4564007 w 4797505"/>
                <a:gd name="connsiteY4" fmla="*/ 39570 h 1771805"/>
                <a:gd name="connsiteX5" fmla="*/ 4616480 w 4797505"/>
                <a:gd name="connsiteY5" fmla="*/ 84546 h 1771805"/>
                <a:gd name="connsiteX6" fmla="*/ 4665545 w 4797505"/>
                <a:gd name="connsiteY6" fmla="*/ 71598 h 1771805"/>
                <a:gd name="connsiteX7" fmla="*/ 4727559 w 4797505"/>
                <a:gd name="connsiteY7" fmla="*/ 101583 h 1771805"/>
                <a:gd name="connsiteX8" fmla="*/ 4750047 w 4797505"/>
                <a:gd name="connsiteY8" fmla="*/ 180633 h 1771805"/>
                <a:gd name="connsiteX9" fmla="*/ 4663501 w 4797505"/>
                <a:gd name="connsiteY9" fmla="*/ 456625 h 1771805"/>
                <a:gd name="connsiteX10" fmla="*/ 4638968 w 4797505"/>
                <a:gd name="connsiteY10" fmla="*/ 494787 h 1771805"/>
                <a:gd name="connsiteX11" fmla="*/ 4613073 w 4797505"/>
                <a:gd name="connsiteY11" fmla="*/ 507054 h 1771805"/>
                <a:gd name="connsiteX12" fmla="*/ 4430440 w 4797505"/>
                <a:gd name="connsiteY12" fmla="*/ 593600 h 1771805"/>
                <a:gd name="connsiteX13" fmla="*/ 4257349 w 4797505"/>
                <a:gd name="connsiteY13" fmla="*/ 504328 h 1771805"/>
                <a:gd name="connsiteX14" fmla="*/ 4231453 w 4797505"/>
                <a:gd name="connsiteY14" fmla="*/ 492062 h 1771805"/>
                <a:gd name="connsiteX15" fmla="*/ 4206920 w 4797505"/>
                <a:gd name="connsiteY15" fmla="*/ 453900 h 1771805"/>
                <a:gd name="connsiteX16" fmla="*/ 4119011 w 4797505"/>
                <a:gd name="connsiteY16" fmla="*/ 178588 h 1771805"/>
                <a:gd name="connsiteX17" fmla="*/ 4140818 w 4797505"/>
                <a:gd name="connsiteY17" fmla="*/ 99538 h 1771805"/>
                <a:gd name="connsiteX18" fmla="*/ 4203513 w 4797505"/>
                <a:gd name="connsiteY18" fmla="*/ 69554 h 1771805"/>
                <a:gd name="connsiteX19" fmla="*/ 4252578 w 4797505"/>
                <a:gd name="connsiteY19" fmla="*/ 82502 h 1771805"/>
                <a:gd name="connsiteX20" fmla="*/ 4305051 w 4797505"/>
                <a:gd name="connsiteY20" fmla="*/ 37525 h 1771805"/>
                <a:gd name="connsiteX21" fmla="*/ 4244401 w 4797505"/>
                <a:gd name="connsiteY21" fmla="*/ 4134 h 1771805"/>
                <a:gd name="connsiteX22" fmla="*/ 4199424 w 4797505"/>
                <a:gd name="connsiteY22" fmla="*/ 25259 h 1771805"/>
                <a:gd name="connsiteX23" fmla="*/ 4109471 w 4797505"/>
                <a:gd name="connsiteY23" fmla="*/ 68191 h 1771805"/>
                <a:gd name="connsiteX24" fmla="*/ 4075398 w 4797505"/>
                <a:gd name="connsiteY24" fmla="*/ 183359 h 1771805"/>
                <a:gd name="connsiteX25" fmla="*/ 4196698 w 4797505"/>
                <a:gd name="connsiteY25" fmla="*/ 520002 h 1771805"/>
                <a:gd name="connsiteX26" fmla="*/ 4204195 w 4797505"/>
                <a:gd name="connsiteY26" fmla="*/ 549986 h 1771805"/>
                <a:gd name="connsiteX27" fmla="*/ 4391597 w 4797505"/>
                <a:gd name="connsiteY27" fmla="*/ 660383 h 1771805"/>
                <a:gd name="connsiteX28" fmla="*/ 4391597 w 4797505"/>
                <a:gd name="connsiteY28" fmla="*/ 928880 h 1771805"/>
                <a:gd name="connsiteX29" fmla="*/ 4318680 w 4797505"/>
                <a:gd name="connsiteY29" fmla="*/ 1031099 h 1771805"/>
                <a:gd name="connsiteX30" fmla="*/ 3718992 w 4797505"/>
                <a:gd name="connsiteY30" fmla="*/ 1031099 h 1771805"/>
                <a:gd name="connsiteX31" fmla="*/ 3638579 w 4797505"/>
                <a:gd name="connsiteY31" fmla="*/ 673331 h 1771805"/>
                <a:gd name="connsiteX32" fmla="*/ 3626313 w 4797505"/>
                <a:gd name="connsiteY32" fmla="*/ 654250 h 1771805"/>
                <a:gd name="connsiteX33" fmla="*/ 3604506 w 4797505"/>
                <a:gd name="connsiteY33" fmla="*/ 646754 h 1771805"/>
                <a:gd name="connsiteX34" fmla="*/ 3603825 w 4797505"/>
                <a:gd name="connsiteY34" fmla="*/ 646754 h 1771805"/>
                <a:gd name="connsiteX35" fmla="*/ 3582018 w 4797505"/>
                <a:gd name="connsiteY35" fmla="*/ 654931 h 1771805"/>
                <a:gd name="connsiteX36" fmla="*/ 3570433 w 4797505"/>
                <a:gd name="connsiteY36" fmla="*/ 674694 h 1771805"/>
                <a:gd name="connsiteX37" fmla="*/ 3504331 w 4797505"/>
                <a:gd name="connsiteY37" fmla="*/ 1030418 h 1771805"/>
                <a:gd name="connsiteX38" fmla="*/ 3404837 w 4797505"/>
                <a:gd name="connsiteY38" fmla="*/ 1030418 h 1771805"/>
                <a:gd name="connsiteX39" fmla="*/ 3272633 w 4797505"/>
                <a:gd name="connsiteY39" fmla="*/ 319651 h 1771805"/>
                <a:gd name="connsiteX40" fmla="*/ 3261048 w 4797505"/>
                <a:gd name="connsiteY40" fmla="*/ 298526 h 1771805"/>
                <a:gd name="connsiteX41" fmla="*/ 3238560 w 4797505"/>
                <a:gd name="connsiteY41" fmla="*/ 290348 h 1771805"/>
                <a:gd name="connsiteX42" fmla="*/ 3216072 w 4797505"/>
                <a:gd name="connsiteY42" fmla="*/ 298526 h 1771805"/>
                <a:gd name="connsiteX43" fmla="*/ 3204487 w 4797505"/>
                <a:gd name="connsiteY43" fmla="*/ 319651 h 1771805"/>
                <a:gd name="connsiteX44" fmla="*/ 3060016 w 4797505"/>
                <a:gd name="connsiteY44" fmla="*/ 1199421 h 1771805"/>
                <a:gd name="connsiteX45" fmla="*/ 3046387 w 4797505"/>
                <a:gd name="connsiteY45" fmla="*/ 1041321 h 1771805"/>
                <a:gd name="connsiteX46" fmla="*/ 3035484 w 4797505"/>
                <a:gd name="connsiteY46" fmla="*/ 1018833 h 1771805"/>
                <a:gd name="connsiteX47" fmla="*/ 3012314 w 4797505"/>
                <a:gd name="connsiteY47" fmla="*/ 1009293 h 1771805"/>
                <a:gd name="connsiteX48" fmla="*/ 2970745 w 4797505"/>
                <a:gd name="connsiteY48" fmla="*/ 1009293 h 1771805"/>
                <a:gd name="connsiteX49" fmla="*/ 2970745 w 4797505"/>
                <a:gd name="connsiteY49" fmla="*/ 1008611 h 1771805"/>
                <a:gd name="connsiteX50" fmla="*/ 2938716 w 4797505"/>
                <a:gd name="connsiteY50" fmla="*/ 1008611 h 1771805"/>
                <a:gd name="connsiteX51" fmla="*/ 2909413 w 4797505"/>
                <a:gd name="connsiteY51" fmla="*/ 1008611 h 1771805"/>
                <a:gd name="connsiteX52" fmla="*/ 1420414 w 4797505"/>
                <a:gd name="connsiteY52" fmla="*/ 1008611 h 1771805"/>
                <a:gd name="connsiteX53" fmla="*/ 1399289 w 4797505"/>
                <a:gd name="connsiteY53" fmla="*/ 1008611 h 1771805"/>
                <a:gd name="connsiteX54" fmla="*/ 1380889 w 4797505"/>
                <a:gd name="connsiteY54" fmla="*/ 1008611 h 1771805"/>
                <a:gd name="connsiteX55" fmla="*/ 1358401 w 4797505"/>
                <a:gd name="connsiteY55" fmla="*/ 1016789 h 1771805"/>
                <a:gd name="connsiteX56" fmla="*/ 1346816 w 4797505"/>
                <a:gd name="connsiteY56" fmla="*/ 1037914 h 1771805"/>
                <a:gd name="connsiteX57" fmla="*/ 1250048 w 4797505"/>
                <a:gd name="connsiteY57" fmla="*/ 1495176 h 1771805"/>
                <a:gd name="connsiteX58" fmla="*/ 1083771 w 4797505"/>
                <a:gd name="connsiteY58" fmla="*/ 567023 h 1771805"/>
                <a:gd name="connsiteX59" fmla="*/ 1072186 w 4797505"/>
                <a:gd name="connsiteY59" fmla="*/ 545897 h 1771805"/>
                <a:gd name="connsiteX60" fmla="*/ 1049698 w 4797505"/>
                <a:gd name="connsiteY60" fmla="*/ 537720 h 1771805"/>
                <a:gd name="connsiteX61" fmla="*/ 1049016 w 4797505"/>
                <a:gd name="connsiteY61" fmla="*/ 537720 h 1771805"/>
                <a:gd name="connsiteX62" fmla="*/ 1048335 w 4797505"/>
                <a:gd name="connsiteY62" fmla="*/ 537720 h 1771805"/>
                <a:gd name="connsiteX63" fmla="*/ 1025847 w 4797505"/>
                <a:gd name="connsiteY63" fmla="*/ 547260 h 1771805"/>
                <a:gd name="connsiteX64" fmla="*/ 1014943 w 4797505"/>
                <a:gd name="connsiteY64" fmla="*/ 569748 h 1771805"/>
                <a:gd name="connsiteX65" fmla="*/ 978144 w 4797505"/>
                <a:gd name="connsiteY65" fmla="*/ 1009293 h 1771805"/>
                <a:gd name="connsiteX66" fmla="*/ 899094 w 4797505"/>
                <a:gd name="connsiteY66" fmla="*/ 1009293 h 1771805"/>
                <a:gd name="connsiteX67" fmla="*/ 876606 w 4797505"/>
                <a:gd name="connsiteY67" fmla="*/ 1017470 h 1771805"/>
                <a:gd name="connsiteX68" fmla="*/ 865021 w 4797505"/>
                <a:gd name="connsiteY68" fmla="*/ 1038595 h 1771805"/>
                <a:gd name="connsiteX69" fmla="*/ 805052 w 4797505"/>
                <a:gd name="connsiteY69" fmla="*/ 1289374 h 1771805"/>
                <a:gd name="connsiteX70" fmla="*/ 775068 w 4797505"/>
                <a:gd name="connsiteY70" fmla="*/ 1052906 h 1771805"/>
                <a:gd name="connsiteX71" fmla="*/ 762801 w 4797505"/>
                <a:gd name="connsiteY71" fmla="*/ 1033144 h 1771805"/>
                <a:gd name="connsiteX72" fmla="*/ 740995 w 4797505"/>
                <a:gd name="connsiteY72" fmla="*/ 1025648 h 1771805"/>
                <a:gd name="connsiteX73" fmla="*/ 3651 w 4797505"/>
                <a:gd name="connsiteY73" fmla="*/ 1025648 h 1771805"/>
                <a:gd name="connsiteX74" fmla="*/ 3651 w 4797505"/>
                <a:gd name="connsiteY74" fmla="*/ 1095157 h 1771805"/>
                <a:gd name="connsiteX75" fmla="*/ 713055 w 4797505"/>
                <a:gd name="connsiteY75" fmla="*/ 1095157 h 1771805"/>
                <a:gd name="connsiteX76" fmla="*/ 775749 w 4797505"/>
                <a:gd name="connsiteY76" fmla="*/ 1486999 h 1771805"/>
                <a:gd name="connsiteX77" fmla="*/ 788016 w 4797505"/>
                <a:gd name="connsiteY77" fmla="*/ 1506761 h 1771805"/>
                <a:gd name="connsiteX78" fmla="*/ 810504 w 4797505"/>
                <a:gd name="connsiteY78" fmla="*/ 1514257 h 1771805"/>
                <a:gd name="connsiteX79" fmla="*/ 810504 w 4797505"/>
                <a:gd name="connsiteY79" fmla="*/ 1514257 h 1771805"/>
                <a:gd name="connsiteX80" fmla="*/ 832311 w 4797505"/>
                <a:gd name="connsiteY80" fmla="*/ 1506080 h 1771805"/>
                <a:gd name="connsiteX81" fmla="*/ 843896 w 4797505"/>
                <a:gd name="connsiteY81" fmla="*/ 1485636 h 1771805"/>
                <a:gd name="connsiteX82" fmla="*/ 929079 w 4797505"/>
                <a:gd name="connsiteY82" fmla="*/ 1080165 h 1771805"/>
                <a:gd name="connsiteX83" fmla="*/ 1010173 w 4797505"/>
                <a:gd name="connsiteY83" fmla="*/ 1080165 h 1771805"/>
                <a:gd name="connsiteX84" fmla="*/ 1033343 w 4797505"/>
                <a:gd name="connsiteY84" fmla="*/ 1071306 h 1771805"/>
                <a:gd name="connsiteX85" fmla="*/ 1044246 w 4797505"/>
                <a:gd name="connsiteY85" fmla="*/ 1048817 h 1771805"/>
                <a:gd name="connsiteX86" fmla="*/ 1057875 w 4797505"/>
                <a:gd name="connsiteY86" fmla="*/ 890036 h 1771805"/>
                <a:gd name="connsiteX87" fmla="*/ 1216656 w 4797505"/>
                <a:gd name="connsiteY87" fmla="*/ 1740503 h 1771805"/>
                <a:gd name="connsiteX88" fmla="*/ 1228241 w 4797505"/>
                <a:gd name="connsiteY88" fmla="*/ 1761629 h 1771805"/>
                <a:gd name="connsiteX89" fmla="*/ 1250730 w 4797505"/>
                <a:gd name="connsiteY89" fmla="*/ 1769806 h 1771805"/>
                <a:gd name="connsiteX90" fmla="*/ 1273218 w 4797505"/>
                <a:gd name="connsiteY90" fmla="*/ 1760947 h 1771805"/>
                <a:gd name="connsiteX91" fmla="*/ 1284803 w 4797505"/>
                <a:gd name="connsiteY91" fmla="*/ 1739822 h 1771805"/>
                <a:gd name="connsiteX92" fmla="*/ 1410192 w 4797505"/>
                <a:gd name="connsiteY92" fmla="*/ 1078802 h 1771805"/>
                <a:gd name="connsiteX93" fmla="*/ 2907369 w 4797505"/>
                <a:gd name="connsiteY93" fmla="*/ 1078802 h 1771805"/>
                <a:gd name="connsiteX94" fmla="*/ 2936671 w 4797505"/>
                <a:gd name="connsiteY94" fmla="*/ 1078802 h 1771805"/>
                <a:gd name="connsiteX95" fmla="*/ 2968700 w 4797505"/>
                <a:gd name="connsiteY95" fmla="*/ 1078802 h 1771805"/>
                <a:gd name="connsiteX96" fmla="*/ 2968700 w 4797505"/>
                <a:gd name="connsiteY96" fmla="*/ 1078120 h 1771805"/>
                <a:gd name="connsiteX97" fmla="*/ 2978922 w 4797505"/>
                <a:gd name="connsiteY97" fmla="*/ 1078120 h 1771805"/>
                <a:gd name="connsiteX98" fmla="*/ 3015721 w 4797505"/>
                <a:gd name="connsiteY98" fmla="*/ 1497221 h 1771805"/>
                <a:gd name="connsiteX99" fmla="*/ 3026625 w 4797505"/>
                <a:gd name="connsiteY99" fmla="*/ 1519027 h 1771805"/>
                <a:gd name="connsiteX100" fmla="*/ 3049113 w 4797505"/>
                <a:gd name="connsiteY100" fmla="*/ 1528568 h 1771805"/>
                <a:gd name="connsiteX101" fmla="*/ 3049794 w 4797505"/>
                <a:gd name="connsiteY101" fmla="*/ 1528568 h 1771805"/>
                <a:gd name="connsiteX102" fmla="*/ 3050476 w 4797505"/>
                <a:gd name="connsiteY102" fmla="*/ 1528568 h 1771805"/>
                <a:gd name="connsiteX103" fmla="*/ 3072964 w 4797505"/>
                <a:gd name="connsiteY103" fmla="*/ 1520390 h 1771805"/>
                <a:gd name="connsiteX104" fmla="*/ 3084549 w 4797505"/>
                <a:gd name="connsiteY104" fmla="*/ 1499265 h 1771805"/>
                <a:gd name="connsiteX105" fmla="*/ 3237197 w 4797505"/>
                <a:gd name="connsiteY105" fmla="*/ 563615 h 1771805"/>
                <a:gd name="connsiteX106" fmla="*/ 3340098 w 4797505"/>
                <a:gd name="connsiteY106" fmla="*/ 1068580 h 1771805"/>
                <a:gd name="connsiteX107" fmla="*/ 3340098 w 4797505"/>
                <a:gd name="connsiteY107" fmla="*/ 1068580 h 1771805"/>
                <a:gd name="connsiteX108" fmla="*/ 3351683 w 4797505"/>
                <a:gd name="connsiteY108" fmla="*/ 1089705 h 1771805"/>
                <a:gd name="connsiteX109" fmla="*/ 3374171 w 4797505"/>
                <a:gd name="connsiteY109" fmla="*/ 1098564 h 1771805"/>
                <a:gd name="connsiteX110" fmla="*/ 3533634 w 4797505"/>
                <a:gd name="connsiteY110" fmla="*/ 1098564 h 1771805"/>
                <a:gd name="connsiteX111" fmla="*/ 3555441 w 4797505"/>
                <a:gd name="connsiteY111" fmla="*/ 1090387 h 1771805"/>
                <a:gd name="connsiteX112" fmla="*/ 3567026 w 4797505"/>
                <a:gd name="connsiteY112" fmla="*/ 1069943 h 1771805"/>
                <a:gd name="connsiteX113" fmla="*/ 3607232 w 4797505"/>
                <a:gd name="connsiteY113" fmla="*/ 842334 h 1771805"/>
                <a:gd name="connsiteX114" fmla="*/ 3656979 w 4797505"/>
                <a:gd name="connsiteY114" fmla="*/ 1071987 h 1771805"/>
                <a:gd name="connsiteX115" fmla="*/ 3669245 w 4797505"/>
                <a:gd name="connsiteY115" fmla="*/ 1091068 h 1771805"/>
                <a:gd name="connsiteX116" fmla="*/ 3690371 w 4797505"/>
                <a:gd name="connsiteY116" fmla="*/ 1098564 h 1771805"/>
                <a:gd name="connsiteX117" fmla="*/ 4326858 w 4797505"/>
                <a:gd name="connsiteY117" fmla="*/ 1098564 h 1771805"/>
                <a:gd name="connsiteX118" fmla="*/ 4368427 w 4797505"/>
                <a:gd name="connsiteY118" fmla="*/ 1098564 h 1771805"/>
                <a:gd name="connsiteX119" fmla="*/ 4459744 w 4797505"/>
                <a:gd name="connsiteY119" fmla="*/ 1015426 h 1771805"/>
                <a:gd name="connsiteX120" fmla="*/ 4459744 w 4797505"/>
                <a:gd name="connsiteY120" fmla="*/ 659020 h 1771805"/>
                <a:gd name="connsiteX121" fmla="*/ 4665545 w 4797505"/>
                <a:gd name="connsiteY121" fmla="*/ 552030 h 1771805"/>
                <a:gd name="connsiteX122" fmla="*/ 4673042 w 4797505"/>
                <a:gd name="connsiteY122" fmla="*/ 522046 h 1771805"/>
                <a:gd name="connsiteX123" fmla="*/ 4794342 w 4797505"/>
                <a:gd name="connsiteY123" fmla="*/ 184721 h 1771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4797505" h="1771805">
                  <a:moveTo>
                    <a:pt x="4794342" y="184721"/>
                  </a:moveTo>
                  <a:cubicBezTo>
                    <a:pt x="4799112" y="137019"/>
                    <a:pt x="4787527" y="98176"/>
                    <a:pt x="4759588" y="70236"/>
                  </a:cubicBezTo>
                  <a:cubicBezTo>
                    <a:pt x="4733692" y="43658"/>
                    <a:pt x="4698256" y="32074"/>
                    <a:pt x="4668953" y="27303"/>
                  </a:cubicBezTo>
                  <a:cubicBezTo>
                    <a:pt x="4659412" y="16400"/>
                    <a:pt x="4643739" y="8222"/>
                    <a:pt x="4624657" y="6178"/>
                  </a:cubicBezTo>
                  <a:cubicBezTo>
                    <a:pt x="4593310" y="2771"/>
                    <a:pt x="4566052" y="18444"/>
                    <a:pt x="4564007" y="39570"/>
                  </a:cubicBezTo>
                  <a:cubicBezTo>
                    <a:pt x="4561963" y="61377"/>
                    <a:pt x="4585814" y="81820"/>
                    <a:pt x="4616480" y="84546"/>
                  </a:cubicBezTo>
                  <a:cubicBezTo>
                    <a:pt x="4636242" y="86591"/>
                    <a:pt x="4653961" y="81139"/>
                    <a:pt x="4665545" y="71598"/>
                  </a:cubicBezTo>
                  <a:cubicBezTo>
                    <a:pt x="4686671" y="75687"/>
                    <a:pt x="4711203" y="83865"/>
                    <a:pt x="4727559" y="101583"/>
                  </a:cubicBezTo>
                  <a:cubicBezTo>
                    <a:pt x="4745958" y="119982"/>
                    <a:pt x="4753454" y="145878"/>
                    <a:pt x="4750047" y="180633"/>
                  </a:cubicBezTo>
                  <a:cubicBezTo>
                    <a:pt x="4742551" y="254912"/>
                    <a:pt x="4715974" y="366672"/>
                    <a:pt x="4663501" y="456625"/>
                  </a:cubicBezTo>
                  <a:cubicBezTo>
                    <a:pt x="4655323" y="470255"/>
                    <a:pt x="4647146" y="483203"/>
                    <a:pt x="4638968" y="494787"/>
                  </a:cubicBezTo>
                  <a:cubicBezTo>
                    <a:pt x="4629428" y="494787"/>
                    <a:pt x="4619888" y="499558"/>
                    <a:pt x="4613073" y="507054"/>
                  </a:cubicBezTo>
                  <a:cubicBezTo>
                    <a:pt x="4561963" y="567023"/>
                    <a:pt x="4499268" y="593600"/>
                    <a:pt x="4430440" y="593600"/>
                  </a:cubicBezTo>
                  <a:cubicBezTo>
                    <a:pt x="4365020" y="591555"/>
                    <a:pt x="4306414" y="562252"/>
                    <a:pt x="4257349" y="504328"/>
                  </a:cubicBezTo>
                  <a:cubicBezTo>
                    <a:pt x="4250534" y="496150"/>
                    <a:pt x="4240993" y="492062"/>
                    <a:pt x="4231453" y="492062"/>
                  </a:cubicBezTo>
                  <a:cubicBezTo>
                    <a:pt x="4223275" y="480477"/>
                    <a:pt x="4214417" y="467529"/>
                    <a:pt x="4206920" y="453900"/>
                  </a:cubicBezTo>
                  <a:cubicBezTo>
                    <a:pt x="4153766" y="363946"/>
                    <a:pt x="4126507" y="252186"/>
                    <a:pt x="4119011" y="178588"/>
                  </a:cubicBezTo>
                  <a:cubicBezTo>
                    <a:pt x="4115604" y="143834"/>
                    <a:pt x="4122419" y="117938"/>
                    <a:pt x="4140818" y="99538"/>
                  </a:cubicBezTo>
                  <a:cubicBezTo>
                    <a:pt x="4157855" y="81820"/>
                    <a:pt x="4181706" y="73643"/>
                    <a:pt x="4203513" y="69554"/>
                  </a:cubicBezTo>
                  <a:cubicBezTo>
                    <a:pt x="4214417" y="79095"/>
                    <a:pt x="4232816" y="84546"/>
                    <a:pt x="4252578" y="82502"/>
                  </a:cubicBezTo>
                  <a:cubicBezTo>
                    <a:pt x="4283926" y="79095"/>
                    <a:pt x="4307777" y="59332"/>
                    <a:pt x="4305051" y="37525"/>
                  </a:cubicBezTo>
                  <a:cubicBezTo>
                    <a:pt x="4303007" y="15718"/>
                    <a:pt x="4275748" y="726"/>
                    <a:pt x="4244401" y="4134"/>
                  </a:cubicBezTo>
                  <a:cubicBezTo>
                    <a:pt x="4225320" y="6178"/>
                    <a:pt x="4208964" y="14356"/>
                    <a:pt x="4199424" y="25259"/>
                  </a:cubicBezTo>
                  <a:cubicBezTo>
                    <a:pt x="4170121" y="30029"/>
                    <a:pt x="4135366" y="42296"/>
                    <a:pt x="4109471" y="68191"/>
                  </a:cubicBezTo>
                  <a:cubicBezTo>
                    <a:pt x="4081531" y="96131"/>
                    <a:pt x="4069946" y="134975"/>
                    <a:pt x="4075398" y="183359"/>
                  </a:cubicBezTo>
                  <a:cubicBezTo>
                    <a:pt x="4083575" y="262408"/>
                    <a:pt x="4118330" y="413012"/>
                    <a:pt x="4196698" y="520002"/>
                  </a:cubicBezTo>
                  <a:cubicBezTo>
                    <a:pt x="4194654" y="530224"/>
                    <a:pt x="4197380" y="541127"/>
                    <a:pt x="4204195" y="549986"/>
                  </a:cubicBezTo>
                  <a:cubicBezTo>
                    <a:pt x="4258712" y="614044"/>
                    <a:pt x="4319362" y="647435"/>
                    <a:pt x="4391597" y="660383"/>
                  </a:cubicBezTo>
                  <a:lnTo>
                    <a:pt x="4391597" y="928880"/>
                  </a:lnTo>
                  <a:cubicBezTo>
                    <a:pt x="4392960" y="972494"/>
                    <a:pt x="4385464" y="1027011"/>
                    <a:pt x="4318680" y="1031099"/>
                  </a:cubicBezTo>
                  <a:lnTo>
                    <a:pt x="3718992" y="1031099"/>
                  </a:lnTo>
                  <a:lnTo>
                    <a:pt x="3638579" y="673331"/>
                  </a:lnTo>
                  <a:cubicBezTo>
                    <a:pt x="3636535" y="665153"/>
                    <a:pt x="3632446" y="659020"/>
                    <a:pt x="3626313" y="654250"/>
                  </a:cubicBezTo>
                  <a:cubicBezTo>
                    <a:pt x="3620861" y="649480"/>
                    <a:pt x="3613365" y="647435"/>
                    <a:pt x="3604506" y="646754"/>
                  </a:cubicBezTo>
                  <a:lnTo>
                    <a:pt x="3603825" y="646754"/>
                  </a:lnTo>
                  <a:cubicBezTo>
                    <a:pt x="3595647" y="646754"/>
                    <a:pt x="3588151" y="649480"/>
                    <a:pt x="3582018" y="654931"/>
                  </a:cubicBezTo>
                  <a:cubicBezTo>
                    <a:pt x="3576566" y="659702"/>
                    <a:pt x="3571796" y="666516"/>
                    <a:pt x="3570433" y="674694"/>
                  </a:cubicBezTo>
                  <a:lnTo>
                    <a:pt x="3504331" y="1030418"/>
                  </a:lnTo>
                  <a:lnTo>
                    <a:pt x="3404837" y="1030418"/>
                  </a:lnTo>
                  <a:lnTo>
                    <a:pt x="3272633" y="319651"/>
                  </a:lnTo>
                  <a:cubicBezTo>
                    <a:pt x="3271270" y="311474"/>
                    <a:pt x="3267182" y="303978"/>
                    <a:pt x="3261048" y="298526"/>
                  </a:cubicBezTo>
                  <a:cubicBezTo>
                    <a:pt x="3254915" y="293074"/>
                    <a:pt x="3246738" y="290348"/>
                    <a:pt x="3238560" y="290348"/>
                  </a:cubicBezTo>
                  <a:cubicBezTo>
                    <a:pt x="3230382" y="290348"/>
                    <a:pt x="3222205" y="293756"/>
                    <a:pt x="3216072" y="298526"/>
                  </a:cubicBezTo>
                  <a:cubicBezTo>
                    <a:pt x="3209938" y="303978"/>
                    <a:pt x="3205850" y="311474"/>
                    <a:pt x="3204487" y="319651"/>
                  </a:cubicBezTo>
                  <a:lnTo>
                    <a:pt x="3060016" y="1199421"/>
                  </a:lnTo>
                  <a:lnTo>
                    <a:pt x="3046387" y="1041321"/>
                  </a:lnTo>
                  <a:cubicBezTo>
                    <a:pt x="3045706" y="1032462"/>
                    <a:pt x="3041617" y="1024285"/>
                    <a:pt x="3035484" y="1018833"/>
                  </a:cubicBezTo>
                  <a:cubicBezTo>
                    <a:pt x="3029351" y="1013381"/>
                    <a:pt x="3021173" y="1009293"/>
                    <a:pt x="3012314" y="1009293"/>
                  </a:cubicBezTo>
                  <a:lnTo>
                    <a:pt x="2970745" y="1009293"/>
                  </a:lnTo>
                  <a:lnTo>
                    <a:pt x="2970745" y="1008611"/>
                  </a:lnTo>
                  <a:lnTo>
                    <a:pt x="2938716" y="1008611"/>
                  </a:lnTo>
                  <a:lnTo>
                    <a:pt x="2909413" y="1008611"/>
                  </a:lnTo>
                  <a:lnTo>
                    <a:pt x="1420414" y="1008611"/>
                  </a:lnTo>
                  <a:lnTo>
                    <a:pt x="1399289" y="1008611"/>
                  </a:lnTo>
                  <a:lnTo>
                    <a:pt x="1380889" y="1008611"/>
                  </a:lnTo>
                  <a:cubicBezTo>
                    <a:pt x="1372030" y="1008611"/>
                    <a:pt x="1363853" y="1012018"/>
                    <a:pt x="1358401" y="1016789"/>
                  </a:cubicBezTo>
                  <a:cubicBezTo>
                    <a:pt x="1352268" y="1022240"/>
                    <a:pt x="1347498" y="1029736"/>
                    <a:pt x="1346816" y="1037914"/>
                  </a:cubicBezTo>
                  <a:lnTo>
                    <a:pt x="1250048" y="1495176"/>
                  </a:lnTo>
                  <a:lnTo>
                    <a:pt x="1083771" y="567023"/>
                  </a:lnTo>
                  <a:cubicBezTo>
                    <a:pt x="1082408" y="558845"/>
                    <a:pt x="1078319" y="551349"/>
                    <a:pt x="1072186" y="545897"/>
                  </a:cubicBezTo>
                  <a:cubicBezTo>
                    <a:pt x="1066053" y="540446"/>
                    <a:pt x="1058557" y="537720"/>
                    <a:pt x="1049698" y="537720"/>
                  </a:cubicBezTo>
                  <a:lnTo>
                    <a:pt x="1049016" y="537720"/>
                  </a:lnTo>
                  <a:lnTo>
                    <a:pt x="1048335" y="537720"/>
                  </a:lnTo>
                  <a:cubicBezTo>
                    <a:pt x="1040157" y="537720"/>
                    <a:pt x="1031980" y="541808"/>
                    <a:pt x="1025847" y="547260"/>
                  </a:cubicBezTo>
                  <a:cubicBezTo>
                    <a:pt x="1019713" y="552712"/>
                    <a:pt x="1015625" y="560889"/>
                    <a:pt x="1014943" y="569748"/>
                  </a:cubicBezTo>
                  <a:lnTo>
                    <a:pt x="978144" y="1009293"/>
                  </a:lnTo>
                  <a:lnTo>
                    <a:pt x="899094" y="1009293"/>
                  </a:lnTo>
                  <a:cubicBezTo>
                    <a:pt x="890235" y="1009293"/>
                    <a:pt x="882739" y="1012700"/>
                    <a:pt x="876606" y="1017470"/>
                  </a:cubicBezTo>
                  <a:cubicBezTo>
                    <a:pt x="870473" y="1022922"/>
                    <a:pt x="866384" y="1029736"/>
                    <a:pt x="865021" y="1038595"/>
                  </a:cubicBezTo>
                  <a:lnTo>
                    <a:pt x="805052" y="1289374"/>
                  </a:lnTo>
                  <a:lnTo>
                    <a:pt x="775068" y="1052906"/>
                  </a:lnTo>
                  <a:cubicBezTo>
                    <a:pt x="773705" y="1044729"/>
                    <a:pt x="768935" y="1037914"/>
                    <a:pt x="762801" y="1033144"/>
                  </a:cubicBezTo>
                  <a:cubicBezTo>
                    <a:pt x="756668" y="1028374"/>
                    <a:pt x="749172" y="1025648"/>
                    <a:pt x="740995" y="1025648"/>
                  </a:cubicBezTo>
                  <a:lnTo>
                    <a:pt x="3651" y="1025648"/>
                  </a:lnTo>
                  <a:lnTo>
                    <a:pt x="3651" y="1095157"/>
                  </a:lnTo>
                  <a:lnTo>
                    <a:pt x="713055" y="1095157"/>
                  </a:lnTo>
                  <a:lnTo>
                    <a:pt x="775749" y="1486999"/>
                  </a:lnTo>
                  <a:cubicBezTo>
                    <a:pt x="777794" y="1495176"/>
                    <a:pt x="781882" y="1501991"/>
                    <a:pt x="788016" y="1506761"/>
                  </a:cubicBezTo>
                  <a:cubicBezTo>
                    <a:pt x="794149" y="1511531"/>
                    <a:pt x="802326" y="1514257"/>
                    <a:pt x="810504" y="1514257"/>
                  </a:cubicBezTo>
                  <a:lnTo>
                    <a:pt x="810504" y="1514257"/>
                  </a:lnTo>
                  <a:cubicBezTo>
                    <a:pt x="818682" y="1514257"/>
                    <a:pt x="826178" y="1510850"/>
                    <a:pt x="832311" y="1506080"/>
                  </a:cubicBezTo>
                  <a:cubicBezTo>
                    <a:pt x="838444" y="1500628"/>
                    <a:pt x="842533" y="1493813"/>
                    <a:pt x="843896" y="1485636"/>
                  </a:cubicBezTo>
                  <a:lnTo>
                    <a:pt x="929079" y="1080165"/>
                  </a:lnTo>
                  <a:lnTo>
                    <a:pt x="1010173" y="1080165"/>
                  </a:lnTo>
                  <a:cubicBezTo>
                    <a:pt x="1019032" y="1080165"/>
                    <a:pt x="1027209" y="1076758"/>
                    <a:pt x="1033343" y="1071306"/>
                  </a:cubicBezTo>
                  <a:cubicBezTo>
                    <a:pt x="1039476" y="1065854"/>
                    <a:pt x="1043565" y="1057677"/>
                    <a:pt x="1044246" y="1048817"/>
                  </a:cubicBezTo>
                  <a:lnTo>
                    <a:pt x="1057875" y="890036"/>
                  </a:lnTo>
                  <a:lnTo>
                    <a:pt x="1216656" y="1740503"/>
                  </a:lnTo>
                  <a:cubicBezTo>
                    <a:pt x="1218019" y="1748681"/>
                    <a:pt x="1222108" y="1756177"/>
                    <a:pt x="1228241" y="1761629"/>
                  </a:cubicBezTo>
                  <a:cubicBezTo>
                    <a:pt x="1234375" y="1767080"/>
                    <a:pt x="1241871" y="1769806"/>
                    <a:pt x="1250730" y="1769806"/>
                  </a:cubicBezTo>
                  <a:cubicBezTo>
                    <a:pt x="1259589" y="1769806"/>
                    <a:pt x="1267085" y="1766399"/>
                    <a:pt x="1273218" y="1760947"/>
                  </a:cubicBezTo>
                  <a:cubicBezTo>
                    <a:pt x="1279351" y="1755495"/>
                    <a:pt x="1283440" y="1747999"/>
                    <a:pt x="1284803" y="1739822"/>
                  </a:cubicBezTo>
                  <a:lnTo>
                    <a:pt x="1410192" y="1078802"/>
                  </a:lnTo>
                  <a:lnTo>
                    <a:pt x="2907369" y="1078802"/>
                  </a:lnTo>
                  <a:lnTo>
                    <a:pt x="2936671" y="1078802"/>
                  </a:lnTo>
                  <a:lnTo>
                    <a:pt x="2968700" y="1078802"/>
                  </a:lnTo>
                  <a:lnTo>
                    <a:pt x="2968700" y="1078120"/>
                  </a:lnTo>
                  <a:lnTo>
                    <a:pt x="2978922" y="1078120"/>
                  </a:lnTo>
                  <a:lnTo>
                    <a:pt x="3015721" y="1497221"/>
                  </a:lnTo>
                  <a:cubicBezTo>
                    <a:pt x="3016403" y="1505398"/>
                    <a:pt x="3020492" y="1513576"/>
                    <a:pt x="3026625" y="1519027"/>
                  </a:cubicBezTo>
                  <a:cubicBezTo>
                    <a:pt x="3032758" y="1524479"/>
                    <a:pt x="3040254" y="1528568"/>
                    <a:pt x="3049113" y="1528568"/>
                  </a:cubicBezTo>
                  <a:lnTo>
                    <a:pt x="3049794" y="1528568"/>
                  </a:lnTo>
                  <a:lnTo>
                    <a:pt x="3050476" y="1528568"/>
                  </a:lnTo>
                  <a:cubicBezTo>
                    <a:pt x="3059335" y="1528568"/>
                    <a:pt x="3066831" y="1525161"/>
                    <a:pt x="3072964" y="1520390"/>
                  </a:cubicBezTo>
                  <a:cubicBezTo>
                    <a:pt x="3079097" y="1514939"/>
                    <a:pt x="3083186" y="1507443"/>
                    <a:pt x="3084549" y="1499265"/>
                  </a:cubicBezTo>
                  <a:lnTo>
                    <a:pt x="3237197" y="563615"/>
                  </a:lnTo>
                  <a:lnTo>
                    <a:pt x="3340098" y="1068580"/>
                  </a:lnTo>
                  <a:lnTo>
                    <a:pt x="3340098" y="1068580"/>
                  </a:lnTo>
                  <a:cubicBezTo>
                    <a:pt x="3341461" y="1076758"/>
                    <a:pt x="3345550" y="1084254"/>
                    <a:pt x="3351683" y="1089705"/>
                  </a:cubicBezTo>
                  <a:cubicBezTo>
                    <a:pt x="3357816" y="1095157"/>
                    <a:pt x="3365994" y="1098564"/>
                    <a:pt x="3374171" y="1098564"/>
                  </a:cubicBezTo>
                  <a:lnTo>
                    <a:pt x="3533634" y="1098564"/>
                  </a:lnTo>
                  <a:cubicBezTo>
                    <a:pt x="3541811" y="1098564"/>
                    <a:pt x="3549307" y="1095157"/>
                    <a:pt x="3555441" y="1090387"/>
                  </a:cubicBezTo>
                  <a:cubicBezTo>
                    <a:pt x="3561574" y="1085616"/>
                    <a:pt x="3565663" y="1078802"/>
                    <a:pt x="3567026" y="1069943"/>
                  </a:cubicBezTo>
                  <a:lnTo>
                    <a:pt x="3607232" y="842334"/>
                  </a:lnTo>
                  <a:lnTo>
                    <a:pt x="3656979" y="1071987"/>
                  </a:lnTo>
                  <a:cubicBezTo>
                    <a:pt x="3659023" y="1079483"/>
                    <a:pt x="3663112" y="1086298"/>
                    <a:pt x="3669245" y="1091068"/>
                  </a:cubicBezTo>
                  <a:cubicBezTo>
                    <a:pt x="3675378" y="1095838"/>
                    <a:pt x="3682875" y="1098564"/>
                    <a:pt x="3690371" y="1098564"/>
                  </a:cubicBezTo>
                  <a:cubicBezTo>
                    <a:pt x="3854603" y="1098564"/>
                    <a:pt x="4162625" y="1098564"/>
                    <a:pt x="4326858" y="1098564"/>
                  </a:cubicBezTo>
                  <a:cubicBezTo>
                    <a:pt x="4340487" y="1098564"/>
                    <a:pt x="4354798" y="1098564"/>
                    <a:pt x="4368427" y="1098564"/>
                  </a:cubicBezTo>
                  <a:cubicBezTo>
                    <a:pt x="4405226" y="1098564"/>
                    <a:pt x="4459744" y="1066536"/>
                    <a:pt x="4459744" y="1015426"/>
                  </a:cubicBezTo>
                  <a:lnTo>
                    <a:pt x="4459744" y="659020"/>
                  </a:lnTo>
                  <a:cubicBezTo>
                    <a:pt x="4532660" y="646072"/>
                    <a:pt x="4611710" y="615407"/>
                    <a:pt x="4665545" y="552030"/>
                  </a:cubicBezTo>
                  <a:cubicBezTo>
                    <a:pt x="4672360" y="543171"/>
                    <a:pt x="4675086" y="532268"/>
                    <a:pt x="4673042" y="522046"/>
                  </a:cubicBezTo>
                  <a:cubicBezTo>
                    <a:pt x="4752091" y="414375"/>
                    <a:pt x="4786846" y="264453"/>
                    <a:pt x="4794342" y="184721"/>
                  </a:cubicBezTo>
                  <a:close/>
                </a:path>
              </a:pathLst>
            </a:custGeom>
            <a:solidFill>
              <a:schemeClr val="accent1"/>
            </a:solidFill>
            <a:ln w="68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954DC28B-DA5D-40A5-BF5E-A8C07B13D6FD}"/>
                </a:ext>
              </a:extLst>
            </p:cNvPr>
            <p:cNvGrpSpPr/>
            <p:nvPr/>
          </p:nvGrpSpPr>
          <p:grpSpPr>
            <a:xfrm>
              <a:off x="477110" y="5658084"/>
              <a:ext cx="655351" cy="517912"/>
              <a:chOff x="6456816" y="5667609"/>
              <a:chExt cx="655351" cy="517912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EC1A92E0-BAD3-4804-8CFB-2F36973DF453}"/>
                  </a:ext>
                </a:extLst>
              </p:cNvPr>
              <p:cNvSpPr/>
              <p:nvPr/>
            </p:nvSpPr>
            <p:spPr>
              <a:xfrm>
                <a:off x="6456816" y="5667609"/>
                <a:ext cx="517913" cy="517912"/>
              </a:xfrm>
              <a:custGeom>
                <a:avLst/>
                <a:gdLst>
                  <a:gd name="connsiteX0" fmla="*/ 460475 w 517912"/>
                  <a:gd name="connsiteY0" fmla="*/ 259443 h 517912"/>
                  <a:gd name="connsiteX1" fmla="*/ 259443 w 517912"/>
                  <a:gd name="connsiteY1" fmla="*/ 460475 h 517912"/>
                  <a:gd name="connsiteX2" fmla="*/ 58411 w 517912"/>
                  <a:gd name="connsiteY2" fmla="*/ 259443 h 517912"/>
                  <a:gd name="connsiteX3" fmla="*/ 259443 w 517912"/>
                  <a:gd name="connsiteY3" fmla="*/ 58411 h 517912"/>
                  <a:gd name="connsiteX4" fmla="*/ 460475 w 517912"/>
                  <a:gd name="connsiteY4" fmla="*/ 259443 h 5179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17912" h="517912">
                    <a:moveTo>
                      <a:pt x="460475" y="259443"/>
                    </a:moveTo>
                    <a:cubicBezTo>
                      <a:pt x="460475" y="370470"/>
                      <a:pt x="370470" y="460475"/>
                      <a:pt x="259443" y="460475"/>
                    </a:cubicBezTo>
                    <a:cubicBezTo>
                      <a:pt x="148416" y="460475"/>
                      <a:pt x="58411" y="370470"/>
                      <a:pt x="58411" y="259443"/>
                    </a:cubicBezTo>
                    <a:cubicBezTo>
                      <a:pt x="58411" y="148416"/>
                      <a:pt x="148416" y="58411"/>
                      <a:pt x="259443" y="58411"/>
                    </a:cubicBezTo>
                    <a:cubicBezTo>
                      <a:pt x="370470" y="58411"/>
                      <a:pt x="460475" y="148416"/>
                      <a:pt x="460475" y="259443"/>
                    </a:cubicBezTo>
                    <a:close/>
                  </a:path>
                </a:pathLst>
              </a:custGeom>
              <a:noFill/>
              <a:ln w="108857" cap="flat">
                <a:solidFill>
                  <a:schemeClr val="accent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4F7FFD43-6FA1-417C-AF01-3A54B1EB3288}"/>
                  </a:ext>
                </a:extLst>
              </p:cNvPr>
              <p:cNvSpPr/>
              <p:nvPr/>
            </p:nvSpPr>
            <p:spPr>
              <a:xfrm>
                <a:off x="6913640" y="5874290"/>
                <a:ext cx="198527" cy="129467"/>
              </a:xfrm>
              <a:prstGeom prst="roundRect">
                <a:avLst>
                  <a:gd name="adj" fmla="val 5000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6DB8CE4-378A-4F7B-8401-E84CD0360554}"/>
                </a:ext>
              </a:extLst>
            </p:cNvPr>
            <p:cNvSpPr/>
            <p:nvPr/>
          </p:nvSpPr>
          <p:spPr>
            <a:xfrm>
              <a:off x="995023" y="5898145"/>
              <a:ext cx="6479203" cy="6533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10287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0092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tyle slide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231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 layout">
    <p:bg>
      <p:bgPr>
        <a:blipFill dpi="0" rotWithShape="1">
          <a:blip r:embed="rId2">
            <a:lum/>
          </a:blip>
          <a:srcRect/>
          <a:stretch>
            <a:fillRect t="-13000" b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2146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tyle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57385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tyle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74483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Picture with Caption">
  <p:cSld name="5_Picture with Caption">
    <p:bg>
      <p:bgPr>
        <a:solidFill>
          <a:srgbClr val="4BACC6">
            <a:alpha val="69803"/>
          </a:srgbClr>
        </a:solidFill>
        <a:effectLst/>
      </p:bgPr>
    </p:bg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>
            <a:spLocks noGrp="1"/>
          </p:cNvSpPr>
          <p:nvPr>
            <p:ph type="pic" idx="2"/>
          </p:nvPr>
        </p:nvSpPr>
        <p:spPr>
          <a:xfrm>
            <a:off x="4232" y="1221014"/>
            <a:ext cx="2988000" cy="19988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5" name="Google Shape;45;p10"/>
          <p:cNvSpPr>
            <a:spLocks noGrp="1"/>
          </p:cNvSpPr>
          <p:nvPr>
            <p:ph type="pic" idx="3"/>
          </p:nvPr>
        </p:nvSpPr>
        <p:spPr>
          <a:xfrm>
            <a:off x="6156000" y="1221014"/>
            <a:ext cx="2988000" cy="19988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6" name="Google Shape;46;p10"/>
          <p:cNvSpPr/>
          <p:nvPr/>
        </p:nvSpPr>
        <p:spPr>
          <a:xfrm>
            <a:off x="3061948" y="1221822"/>
            <a:ext cx="3024336" cy="1998000"/>
          </a:xfrm>
          <a:prstGeom prst="rect">
            <a:avLst/>
          </a:prstGeom>
          <a:solidFill>
            <a:srgbClr val="31859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10"/>
          <p:cNvSpPr txBox="1">
            <a:spLocks noGrp="1"/>
          </p:cNvSpPr>
          <p:nvPr>
            <p:ph type="title"/>
          </p:nvPr>
        </p:nvSpPr>
        <p:spPr>
          <a:xfrm>
            <a:off x="124800" y="93250"/>
            <a:ext cx="8841900" cy="5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rgbClr val="43434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subTitle" idx="1"/>
          </p:nvPr>
        </p:nvSpPr>
        <p:spPr>
          <a:xfrm>
            <a:off x="124800" y="663438"/>
            <a:ext cx="8841900" cy="2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43434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44765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2ADD304-27A2-4440-9E8E-8F11D3F9CA18}"/>
              </a:ext>
            </a:extLst>
          </p:cNvPr>
          <p:cNvSpPr>
            <a:spLocks noGrp="1"/>
          </p:cNvSpPr>
          <p:nvPr>
            <p:ph type="pic" idx="16" hasCustomPrompt="1"/>
          </p:nvPr>
        </p:nvSpPr>
        <p:spPr>
          <a:xfrm flipH="1">
            <a:off x="2944873" y="0"/>
            <a:ext cx="6199127" cy="5143500"/>
          </a:xfrm>
          <a:custGeom>
            <a:avLst/>
            <a:gdLst>
              <a:gd name="connsiteX0" fmla="*/ 5195456 w 8265502"/>
              <a:gd name="connsiteY0" fmla="*/ 6338077 h 6858000"/>
              <a:gd name="connsiteX1" fmla="*/ 5918072 w 8265502"/>
              <a:gd name="connsiteY1" fmla="*/ 6338077 h 6858000"/>
              <a:gd name="connsiteX2" fmla="*/ 6178034 w 8265502"/>
              <a:gd name="connsiteY2" fmla="*/ 6858000 h 6858000"/>
              <a:gd name="connsiteX3" fmla="*/ 4935495 w 8265502"/>
              <a:gd name="connsiteY3" fmla="*/ 6858000 h 6858000"/>
              <a:gd name="connsiteX4" fmla="*/ 3119745 w 8265502"/>
              <a:gd name="connsiteY4" fmla="*/ 6338077 h 6858000"/>
              <a:gd name="connsiteX5" fmla="*/ 3842362 w 8265502"/>
              <a:gd name="connsiteY5" fmla="*/ 6338077 h 6858000"/>
              <a:gd name="connsiteX6" fmla="*/ 4102323 w 8265502"/>
              <a:gd name="connsiteY6" fmla="*/ 6858000 h 6858000"/>
              <a:gd name="connsiteX7" fmla="*/ 2859785 w 8265502"/>
              <a:gd name="connsiteY7" fmla="*/ 6858000 h 6858000"/>
              <a:gd name="connsiteX8" fmla="*/ 1044037 w 8265502"/>
              <a:gd name="connsiteY8" fmla="*/ 6338077 h 6858000"/>
              <a:gd name="connsiteX9" fmla="*/ 1766653 w 8265502"/>
              <a:gd name="connsiteY9" fmla="*/ 6338077 h 6858000"/>
              <a:gd name="connsiteX10" fmla="*/ 2026615 w 8265502"/>
              <a:gd name="connsiteY10" fmla="*/ 6858000 h 6858000"/>
              <a:gd name="connsiteX11" fmla="*/ 784076 w 8265502"/>
              <a:gd name="connsiteY11" fmla="*/ 6858000 h 6858000"/>
              <a:gd name="connsiteX12" fmla="*/ 3179 w 8265502"/>
              <a:gd name="connsiteY12" fmla="*/ 5766324 h 6858000"/>
              <a:gd name="connsiteX13" fmla="*/ 725796 w 8265502"/>
              <a:gd name="connsiteY13" fmla="*/ 5766324 h 6858000"/>
              <a:gd name="connsiteX14" fmla="*/ 999515 w 8265502"/>
              <a:gd name="connsiteY14" fmla="*/ 6313762 h 6858000"/>
              <a:gd name="connsiteX15" fmla="*/ 727396 w 8265502"/>
              <a:gd name="connsiteY15" fmla="*/ 6858000 h 6858000"/>
              <a:gd name="connsiteX16" fmla="*/ 1580 w 8265502"/>
              <a:gd name="connsiteY16" fmla="*/ 6858000 h 6858000"/>
              <a:gd name="connsiteX17" fmla="*/ 0 w 8265502"/>
              <a:gd name="connsiteY17" fmla="*/ 6854841 h 6858000"/>
              <a:gd name="connsiteX18" fmla="*/ 0 w 8265502"/>
              <a:gd name="connsiteY18" fmla="*/ 5772682 h 6858000"/>
              <a:gd name="connsiteX19" fmla="*/ 6243369 w 8265502"/>
              <a:gd name="connsiteY19" fmla="*/ 5763125 h 6858000"/>
              <a:gd name="connsiteX20" fmla="*/ 6965986 w 8265502"/>
              <a:gd name="connsiteY20" fmla="*/ 5763125 h 6858000"/>
              <a:gd name="connsiteX21" fmla="*/ 7239705 w 8265502"/>
              <a:gd name="connsiteY21" fmla="*/ 6310563 h 6858000"/>
              <a:gd name="connsiteX22" fmla="*/ 6965986 w 8265502"/>
              <a:gd name="connsiteY22" fmla="*/ 6858000 h 6858000"/>
              <a:gd name="connsiteX23" fmla="*/ 6243369 w 8265502"/>
              <a:gd name="connsiteY23" fmla="*/ 6858000 h 6858000"/>
              <a:gd name="connsiteX24" fmla="*/ 5969650 w 8265502"/>
              <a:gd name="connsiteY24" fmla="*/ 6310563 h 6858000"/>
              <a:gd name="connsiteX25" fmla="*/ 4154596 w 8265502"/>
              <a:gd name="connsiteY25" fmla="*/ 5763125 h 6858000"/>
              <a:gd name="connsiteX26" fmla="*/ 4877213 w 8265502"/>
              <a:gd name="connsiteY26" fmla="*/ 5763125 h 6858000"/>
              <a:gd name="connsiteX27" fmla="*/ 5150931 w 8265502"/>
              <a:gd name="connsiteY27" fmla="*/ 6310563 h 6858000"/>
              <a:gd name="connsiteX28" fmla="*/ 4877213 w 8265502"/>
              <a:gd name="connsiteY28" fmla="*/ 6858000 h 6858000"/>
              <a:gd name="connsiteX29" fmla="*/ 4154596 w 8265502"/>
              <a:gd name="connsiteY29" fmla="*/ 6858000 h 6858000"/>
              <a:gd name="connsiteX30" fmla="*/ 3880878 w 8265502"/>
              <a:gd name="connsiteY30" fmla="*/ 6310563 h 6858000"/>
              <a:gd name="connsiteX31" fmla="*/ 2078889 w 8265502"/>
              <a:gd name="connsiteY31" fmla="*/ 5763125 h 6858000"/>
              <a:gd name="connsiteX32" fmla="*/ 2801506 w 8265502"/>
              <a:gd name="connsiteY32" fmla="*/ 5763125 h 6858000"/>
              <a:gd name="connsiteX33" fmla="*/ 3075225 w 8265502"/>
              <a:gd name="connsiteY33" fmla="*/ 6310563 h 6858000"/>
              <a:gd name="connsiteX34" fmla="*/ 2801506 w 8265502"/>
              <a:gd name="connsiteY34" fmla="*/ 6858000 h 6858000"/>
              <a:gd name="connsiteX35" fmla="*/ 2078889 w 8265502"/>
              <a:gd name="connsiteY35" fmla="*/ 6858000 h 6858000"/>
              <a:gd name="connsiteX36" fmla="*/ 1805170 w 8265502"/>
              <a:gd name="connsiteY36" fmla="*/ 6310563 h 6858000"/>
              <a:gd name="connsiteX37" fmla="*/ 3119748 w 8265502"/>
              <a:gd name="connsiteY37" fmla="*/ 5187603 h 6858000"/>
              <a:gd name="connsiteX38" fmla="*/ 3842364 w 8265502"/>
              <a:gd name="connsiteY38" fmla="*/ 5187603 h 6858000"/>
              <a:gd name="connsiteX39" fmla="*/ 4116083 w 8265502"/>
              <a:gd name="connsiteY39" fmla="*/ 5735041 h 6858000"/>
              <a:gd name="connsiteX40" fmla="*/ 3842364 w 8265502"/>
              <a:gd name="connsiteY40" fmla="*/ 6282478 h 6858000"/>
              <a:gd name="connsiteX41" fmla="*/ 3119748 w 8265502"/>
              <a:gd name="connsiteY41" fmla="*/ 6282478 h 6858000"/>
              <a:gd name="connsiteX42" fmla="*/ 2846030 w 8265502"/>
              <a:gd name="connsiteY42" fmla="*/ 5735041 h 6858000"/>
              <a:gd name="connsiteX43" fmla="*/ 1044038 w 8265502"/>
              <a:gd name="connsiteY43" fmla="*/ 5187603 h 6858000"/>
              <a:gd name="connsiteX44" fmla="*/ 1766654 w 8265502"/>
              <a:gd name="connsiteY44" fmla="*/ 5187603 h 6858000"/>
              <a:gd name="connsiteX45" fmla="*/ 2040373 w 8265502"/>
              <a:gd name="connsiteY45" fmla="*/ 5735041 h 6858000"/>
              <a:gd name="connsiteX46" fmla="*/ 1766654 w 8265502"/>
              <a:gd name="connsiteY46" fmla="*/ 6282478 h 6858000"/>
              <a:gd name="connsiteX47" fmla="*/ 1044038 w 8265502"/>
              <a:gd name="connsiteY47" fmla="*/ 6282478 h 6858000"/>
              <a:gd name="connsiteX48" fmla="*/ 770319 w 8265502"/>
              <a:gd name="connsiteY48" fmla="*/ 5735041 h 6858000"/>
              <a:gd name="connsiteX49" fmla="*/ 4159388 w 8265502"/>
              <a:gd name="connsiteY49" fmla="*/ 4628392 h 6858000"/>
              <a:gd name="connsiteX50" fmla="*/ 4877791 w 8265502"/>
              <a:gd name="connsiteY50" fmla="*/ 4628392 h 6858000"/>
              <a:gd name="connsiteX51" fmla="*/ 5149913 w 8265502"/>
              <a:gd name="connsiteY51" fmla="*/ 5172637 h 6858000"/>
              <a:gd name="connsiteX52" fmla="*/ 4877791 w 8265502"/>
              <a:gd name="connsiteY52" fmla="*/ 5716881 h 6858000"/>
              <a:gd name="connsiteX53" fmla="*/ 4159388 w 8265502"/>
              <a:gd name="connsiteY53" fmla="*/ 5716881 h 6858000"/>
              <a:gd name="connsiteX54" fmla="*/ 3887266 w 8265502"/>
              <a:gd name="connsiteY54" fmla="*/ 5172637 h 6858000"/>
              <a:gd name="connsiteX55" fmla="*/ 2078891 w 8265502"/>
              <a:gd name="connsiteY55" fmla="*/ 4612651 h 6858000"/>
              <a:gd name="connsiteX56" fmla="*/ 2801507 w 8265502"/>
              <a:gd name="connsiteY56" fmla="*/ 4612651 h 6858000"/>
              <a:gd name="connsiteX57" fmla="*/ 3075227 w 8265502"/>
              <a:gd name="connsiteY57" fmla="*/ 5160089 h 6858000"/>
              <a:gd name="connsiteX58" fmla="*/ 2801507 w 8265502"/>
              <a:gd name="connsiteY58" fmla="*/ 5707526 h 6858000"/>
              <a:gd name="connsiteX59" fmla="*/ 2078891 w 8265502"/>
              <a:gd name="connsiteY59" fmla="*/ 5707526 h 6858000"/>
              <a:gd name="connsiteX60" fmla="*/ 1805171 w 8265502"/>
              <a:gd name="connsiteY60" fmla="*/ 5160089 h 6858000"/>
              <a:gd name="connsiteX61" fmla="*/ 3182 w 8265502"/>
              <a:gd name="connsiteY61" fmla="*/ 4612651 h 6858000"/>
              <a:gd name="connsiteX62" fmla="*/ 725798 w 8265502"/>
              <a:gd name="connsiteY62" fmla="*/ 4612651 h 6858000"/>
              <a:gd name="connsiteX63" fmla="*/ 999517 w 8265502"/>
              <a:gd name="connsiteY63" fmla="*/ 5160089 h 6858000"/>
              <a:gd name="connsiteX64" fmla="*/ 725798 w 8265502"/>
              <a:gd name="connsiteY64" fmla="*/ 5707526 h 6858000"/>
              <a:gd name="connsiteX65" fmla="*/ 3182 w 8265502"/>
              <a:gd name="connsiteY65" fmla="*/ 5707526 h 6858000"/>
              <a:gd name="connsiteX66" fmla="*/ 0 w 8265502"/>
              <a:gd name="connsiteY66" fmla="*/ 5701162 h 6858000"/>
              <a:gd name="connsiteX67" fmla="*/ 0 w 8265502"/>
              <a:gd name="connsiteY67" fmla="*/ 4619015 h 6858000"/>
              <a:gd name="connsiteX68" fmla="*/ 5195456 w 8265502"/>
              <a:gd name="connsiteY68" fmla="*/ 4037129 h 6858000"/>
              <a:gd name="connsiteX69" fmla="*/ 5918073 w 8265502"/>
              <a:gd name="connsiteY69" fmla="*/ 4037129 h 6858000"/>
              <a:gd name="connsiteX70" fmla="*/ 6191792 w 8265502"/>
              <a:gd name="connsiteY70" fmla="*/ 4584567 h 6858000"/>
              <a:gd name="connsiteX71" fmla="*/ 5918073 w 8265502"/>
              <a:gd name="connsiteY71" fmla="*/ 5132004 h 6858000"/>
              <a:gd name="connsiteX72" fmla="*/ 5195456 w 8265502"/>
              <a:gd name="connsiteY72" fmla="*/ 5132004 h 6858000"/>
              <a:gd name="connsiteX73" fmla="*/ 4921737 w 8265502"/>
              <a:gd name="connsiteY73" fmla="*/ 4584567 h 6858000"/>
              <a:gd name="connsiteX74" fmla="*/ 3119750 w 8265502"/>
              <a:gd name="connsiteY74" fmla="*/ 4037129 h 6858000"/>
              <a:gd name="connsiteX75" fmla="*/ 3842365 w 8265502"/>
              <a:gd name="connsiteY75" fmla="*/ 4037129 h 6858000"/>
              <a:gd name="connsiteX76" fmla="*/ 4116084 w 8265502"/>
              <a:gd name="connsiteY76" fmla="*/ 4584567 h 6858000"/>
              <a:gd name="connsiteX77" fmla="*/ 3842365 w 8265502"/>
              <a:gd name="connsiteY77" fmla="*/ 5132004 h 6858000"/>
              <a:gd name="connsiteX78" fmla="*/ 3119750 w 8265502"/>
              <a:gd name="connsiteY78" fmla="*/ 5132004 h 6858000"/>
              <a:gd name="connsiteX79" fmla="*/ 2846030 w 8265502"/>
              <a:gd name="connsiteY79" fmla="*/ 4584567 h 6858000"/>
              <a:gd name="connsiteX80" fmla="*/ 1044040 w 8265502"/>
              <a:gd name="connsiteY80" fmla="*/ 4037129 h 6858000"/>
              <a:gd name="connsiteX81" fmla="*/ 1766657 w 8265502"/>
              <a:gd name="connsiteY81" fmla="*/ 4037129 h 6858000"/>
              <a:gd name="connsiteX82" fmla="*/ 2040376 w 8265502"/>
              <a:gd name="connsiteY82" fmla="*/ 4584567 h 6858000"/>
              <a:gd name="connsiteX83" fmla="*/ 1766657 w 8265502"/>
              <a:gd name="connsiteY83" fmla="*/ 5132004 h 6858000"/>
              <a:gd name="connsiteX84" fmla="*/ 1044040 w 8265502"/>
              <a:gd name="connsiteY84" fmla="*/ 5132004 h 6858000"/>
              <a:gd name="connsiteX85" fmla="*/ 770321 w 8265502"/>
              <a:gd name="connsiteY85" fmla="*/ 4584567 h 6858000"/>
              <a:gd name="connsiteX86" fmla="*/ 4159387 w 8265502"/>
              <a:gd name="connsiteY86" fmla="*/ 3463221 h 6858000"/>
              <a:gd name="connsiteX87" fmla="*/ 4877790 w 8265502"/>
              <a:gd name="connsiteY87" fmla="*/ 3463221 h 6858000"/>
              <a:gd name="connsiteX88" fmla="*/ 5149912 w 8265502"/>
              <a:gd name="connsiteY88" fmla="*/ 4007466 h 6858000"/>
              <a:gd name="connsiteX89" fmla="*/ 4877790 w 8265502"/>
              <a:gd name="connsiteY89" fmla="*/ 4551710 h 6858000"/>
              <a:gd name="connsiteX90" fmla="*/ 4159387 w 8265502"/>
              <a:gd name="connsiteY90" fmla="*/ 4551710 h 6858000"/>
              <a:gd name="connsiteX91" fmla="*/ 3887265 w 8265502"/>
              <a:gd name="connsiteY91" fmla="*/ 4007466 h 6858000"/>
              <a:gd name="connsiteX92" fmla="*/ 2078891 w 8265502"/>
              <a:gd name="connsiteY92" fmla="*/ 3458978 h 6858000"/>
              <a:gd name="connsiteX93" fmla="*/ 2801507 w 8265502"/>
              <a:gd name="connsiteY93" fmla="*/ 3458978 h 6858000"/>
              <a:gd name="connsiteX94" fmla="*/ 3075227 w 8265502"/>
              <a:gd name="connsiteY94" fmla="*/ 4006416 h 6858000"/>
              <a:gd name="connsiteX95" fmla="*/ 2801507 w 8265502"/>
              <a:gd name="connsiteY95" fmla="*/ 4553853 h 6858000"/>
              <a:gd name="connsiteX96" fmla="*/ 2078891 w 8265502"/>
              <a:gd name="connsiteY96" fmla="*/ 4553853 h 6858000"/>
              <a:gd name="connsiteX97" fmla="*/ 1805171 w 8265502"/>
              <a:gd name="connsiteY97" fmla="*/ 4006416 h 6858000"/>
              <a:gd name="connsiteX98" fmla="*/ 3182 w 8265502"/>
              <a:gd name="connsiteY98" fmla="*/ 3458978 h 6858000"/>
              <a:gd name="connsiteX99" fmla="*/ 725798 w 8265502"/>
              <a:gd name="connsiteY99" fmla="*/ 3458978 h 6858000"/>
              <a:gd name="connsiteX100" fmla="*/ 999517 w 8265502"/>
              <a:gd name="connsiteY100" fmla="*/ 4006416 h 6858000"/>
              <a:gd name="connsiteX101" fmla="*/ 725798 w 8265502"/>
              <a:gd name="connsiteY101" fmla="*/ 4553853 h 6858000"/>
              <a:gd name="connsiteX102" fmla="*/ 3182 w 8265502"/>
              <a:gd name="connsiteY102" fmla="*/ 4553853 h 6858000"/>
              <a:gd name="connsiteX103" fmla="*/ 0 w 8265502"/>
              <a:gd name="connsiteY103" fmla="*/ 4547489 h 6858000"/>
              <a:gd name="connsiteX104" fmla="*/ 0 w 8265502"/>
              <a:gd name="connsiteY104" fmla="*/ 3465342 h 6858000"/>
              <a:gd name="connsiteX105" fmla="*/ 1044040 w 8265502"/>
              <a:gd name="connsiteY105" fmla="*/ 2883459 h 6858000"/>
              <a:gd name="connsiteX106" fmla="*/ 1766657 w 8265502"/>
              <a:gd name="connsiteY106" fmla="*/ 2883459 h 6858000"/>
              <a:gd name="connsiteX107" fmla="*/ 2040376 w 8265502"/>
              <a:gd name="connsiteY107" fmla="*/ 3430894 h 6858000"/>
              <a:gd name="connsiteX108" fmla="*/ 1766657 w 8265502"/>
              <a:gd name="connsiteY108" fmla="*/ 3978331 h 6858000"/>
              <a:gd name="connsiteX109" fmla="*/ 1044040 w 8265502"/>
              <a:gd name="connsiteY109" fmla="*/ 3978331 h 6858000"/>
              <a:gd name="connsiteX110" fmla="*/ 770321 w 8265502"/>
              <a:gd name="connsiteY110" fmla="*/ 3430894 h 6858000"/>
              <a:gd name="connsiteX111" fmla="*/ 3119750 w 8265502"/>
              <a:gd name="connsiteY111" fmla="*/ 2883459 h 6858000"/>
              <a:gd name="connsiteX112" fmla="*/ 3842365 w 8265502"/>
              <a:gd name="connsiteY112" fmla="*/ 2883459 h 6858000"/>
              <a:gd name="connsiteX113" fmla="*/ 4116084 w 8265502"/>
              <a:gd name="connsiteY113" fmla="*/ 3430894 h 6858000"/>
              <a:gd name="connsiteX114" fmla="*/ 3842365 w 8265502"/>
              <a:gd name="connsiteY114" fmla="*/ 3978331 h 6858000"/>
              <a:gd name="connsiteX115" fmla="*/ 3119750 w 8265502"/>
              <a:gd name="connsiteY115" fmla="*/ 3978331 h 6858000"/>
              <a:gd name="connsiteX116" fmla="*/ 2846030 w 8265502"/>
              <a:gd name="connsiteY116" fmla="*/ 3430894 h 6858000"/>
              <a:gd name="connsiteX117" fmla="*/ 3182 w 8265502"/>
              <a:gd name="connsiteY117" fmla="*/ 2305308 h 6858000"/>
              <a:gd name="connsiteX118" fmla="*/ 725799 w 8265502"/>
              <a:gd name="connsiteY118" fmla="*/ 2305308 h 6858000"/>
              <a:gd name="connsiteX119" fmla="*/ 999517 w 8265502"/>
              <a:gd name="connsiteY119" fmla="*/ 2852746 h 6858000"/>
              <a:gd name="connsiteX120" fmla="*/ 725799 w 8265502"/>
              <a:gd name="connsiteY120" fmla="*/ 3400180 h 6858000"/>
              <a:gd name="connsiteX121" fmla="*/ 3182 w 8265502"/>
              <a:gd name="connsiteY121" fmla="*/ 3400180 h 6858000"/>
              <a:gd name="connsiteX122" fmla="*/ 0 w 8265502"/>
              <a:gd name="connsiteY122" fmla="*/ 3393816 h 6858000"/>
              <a:gd name="connsiteX123" fmla="*/ 0 w 8265502"/>
              <a:gd name="connsiteY123" fmla="*/ 2311672 h 6858000"/>
              <a:gd name="connsiteX124" fmla="*/ 2078891 w 8265502"/>
              <a:gd name="connsiteY124" fmla="*/ 2305306 h 6858000"/>
              <a:gd name="connsiteX125" fmla="*/ 2801507 w 8265502"/>
              <a:gd name="connsiteY125" fmla="*/ 2305306 h 6858000"/>
              <a:gd name="connsiteX126" fmla="*/ 3075227 w 8265502"/>
              <a:gd name="connsiteY126" fmla="*/ 2852744 h 6858000"/>
              <a:gd name="connsiteX127" fmla="*/ 2801507 w 8265502"/>
              <a:gd name="connsiteY127" fmla="*/ 3400179 h 6858000"/>
              <a:gd name="connsiteX128" fmla="*/ 2078891 w 8265502"/>
              <a:gd name="connsiteY128" fmla="*/ 3400179 h 6858000"/>
              <a:gd name="connsiteX129" fmla="*/ 1805171 w 8265502"/>
              <a:gd name="connsiteY129" fmla="*/ 2852744 h 6858000"/>
              <a:gd name="connsiteX130" fmla="*/ 4154597 w 8265502"/>
              <a:gd name="connsiteY130" fmla="*/ 2305305 h 6858000"/>
              <a:gd name="connsiteX131" fmla="*/ 4877214 w 8265502"/>
              <a:gd name="connsiteY131" fmla="*/ 2305305 h 6858000"/>
              <a:gd name="connsiteX132" fmla="*/ 5150933 w 8265502"/>
              <a:gd name="connsiteY132" fmla="*/ 2852744 h 6858000"/>
              <a:gd name="connsiteX133" fmla="*/ 4877214 w 8265502"/>
              <a:gd name="connsiteY133" fmla="*/ 3400179 h 6858000"/>
              <a:gd name="connsiteX134" fmla="*/ 4154597 w 8265502"/>
              <a:gd name="connsiteY134" fmla="*/ 3400179 h 6858000"/>
              <a:gd name="connsiteX135" fmla="*/ 3880879 w 8265502"/>
              <a:gd name="connsiteY135" fmla="*/ 2852744 h 6858000"/>
              <a:gd name="connsiteX136" fmla="*/ 5202046 w 8265502"/>
              <a:gd name="connsiteY136" fmla="*/ 1738266 h 6858000"/>
              <a:gd name="connsiteX137" fmla="*/ 5920449 w 8265502"/>
              <a:gd name="connsiteY137" fmla="*/ 1738266 h 6858000"/>
              <a:gd name="connsiteX138" fmla="*/ 6192571 w 8265502"/>
              <a:gd name="connsiteY138" fmla="*/ 2282511 h 6858000"/>
              <a:gd name="connsiteX139" fmla="*/ 5920449 w 8265502"/>
              <a:gd name="connsiteY139" fmla="*/ 2826755 h 6858000"/>
              <a:gd name="connsiteX140" fmla="*/ 5202046 w 8265502"/>
              <a:gd name="connsiteY140" fmla="*/ 2826755 h 6858000"/>
              <a:gd name="connsiteX141" fmla="*/ 4929924 w 8265502"/>
              <a:gd name="connsiteY141" fmla="*/ 2282511 h 6858000"/>
              <a:gd name="connsiteX142" fmla="*/ 1044040 w 8265502"/>
              <a:gd name="connsiteY142" fmla="*/ 1729785 h 6858000"/>
              <a:gd name="connsiteX143" fmla="*/ 1766657 w 8265502"/>
              <a:gd name="connsiteY143" fmla="*/ 1729785 h 6858000"/>
              <a:gd name="connsiteX144" fmla="*/ 2040376 w 8265502"/>
              <a:gd name="connsiteY144" fmla="*/ 2277224 h 6858000"/>
              <a:gd name="connsiteX145" fmla="*/ 1766657 w 8265502"/>
              <a:gd name="connsiteY145" fmla="*/ 2824659 h 6858000"/>
              <a:gd name="connsiteX146" fmla="*/ 1044040 w 8265502"/>
              <a:gd name="connsiteY146" fmla="*/ 2824659 h 6858000"/>
              <a:gd name="connsiteX147" fmla="*/ 770321 w 8265502"/>
              <a:gd name="connsiteY147" fmla="*/ 2277224 h 6858000"/>
              <a:gd name="connsiteX148" fmla="*/ 3119750 w 8265502"/>
              <a:gd name="connsiteY148" fmla="*/ 1729784 h 6858000"/>
              <a:gd name="connsiteX149" fmla="*/ 3842365 w 8265502"/>
              <a:gd name="connsiteY149" fmla="*/ 1729784 h 6858000"/>
              <a:gd name="connsiteX150" fmla="*/ 4116084 w 8265502"/>
              <a:gd name="connsiteY150" fmla="*/ 2277222 h 6858000"/>
              <a:gd name="connsiteX151" fmla="*/ 3842365 w 8265502"/>
              <a:gd name="connsiteY151" fmla="*/ 2824659 h 6858000"/>
              <a:gd name="connsiteX152" fmla="*/ 3119750 w 8265502"/>
              <a:gd name="connsiteY152" fmla="*/ 2824659 h 6858000"/>
              <a:gd name="connsiteX153" fmla="*/ 2846030 w 8265502"/>
              <a:gd name="connsiteY153" fmla="*/ 2277222 h 6858000"/>
              <a:gd name="connsiteX154" fmla="*/ 3182 w 8265502"/>
              <a:gd name="connsiteY154" fmla="*/ 1151633 h 6858000"/>
              <a:gd name="connsiteX155" fmla="*/ 725799 w 8265502"/>
              <a:gd name="connsiteY155" fmla="*/ 1151633 h 6858000"/>
              <a:gd name="connsiteX156" fmla="*/ 999517 w 8265502"/>
              <a:gd name="connsiteY156" fmla="*/ 1699071 h 6858000"/>
              <a:gd name="connsiteX157" fmla="*/ 725799 w 8265502"/>
              <a:gd name="connsiteY157" fmla="*/ 2246508 h 6858000"/>
              <a:gd name="connsiteX158" fmla="*/ 3182 w 8265502"/>
              <a:gd name="connsiteY158" fmla="*/ 2246508 h 6858000"/>
              <a:gd name="connsiteX159" fmla="*/ 0 w 8265502"/>
              <a:gd name="connsiteY159" fmla="*/ 2240144 h 6858000"/>
              <a:gd name="connsiteX160" fmla="*/ 0 w 8265502"/>
              <a:gd name="connsiteY160" fmla="*/ 1157997 h 6858000"/>
              <a:gd name="connsiteX161" fmla="*/ 2078891 w 8265502"/>
              <a:gd name="connsiteY161" fmla="*/ 1151632 h 6858000"/>
              <a:gd name="connsiteX162" fmla="*/ 2801507 w 8265502"/>
              <a:gd name="connsiteY162" fmla="*/ 1151632 h 6858000"/>
              <a:gd name="connsiteX163" fmla="*/ 3075227 w 8265502"/>
              <a:gd name="connsiteY163" fmla="*/ 1699069 h 6858000"/>
              <a:gd name="connsiteX164" fmla="*/ 2801507 w 8265502"/>
              <a:gd name="connsiteY164" fmla="*/ 2246507 h 6858000"/>
              <a:gd name="connsiteX165" fmla="*/ 2078891 w 8265502"/>
              <a:gd name="connsiteY165" fmla="*/ 2246507 h 6858000"/>
              <a:gd name="connsiteX166" fmla="*/ 1805172 w 8265502"/>
              <a:gd name="connsiteY166" fmla="*/ 1699069 h 6858000"/>
              <a:gd name="connsiteX167" fmla="*/ 4154597 w 8265502"/>
              <a:gd name="connsiteY167" fmla="*/ 1151631 h 6858000"/>
              <a:gd name="connsiteX168" fmla="*/ 4877214 w 8265502"/>
              <a:gd name="connsiteY168" fmla="*/ 1151631 h 6858000"/>
              <a:gd name="connsiteX169" fmla="*/ 5150933 w 8265502"/>
              <a:gd name="connsiteY169" fmla="*/ 1699069 h 6858000"/>
              <a:gd name="connsiteX170" fmla="*/ 4877214 w 8265502"/>
              <a:gd name="connsiteY170" fmla="*/ 2246506 h 6858000"/>
              <a:gd name="connsiteX171" fmla="*/ 4154597 w 8265502"/>
              <a:gd name="connsiteY171" fmla="*/ 2246506 h 6858000"/>
              <a:gd name="connsiteX172" fmla="*/ 3880879 w 8265502"/>
              <a:gd name="connsiteY172" fmla="*/ 1699069 h 6858000"/>
              <a:gd name="connsiteX173" fmla="*/ 1044040 w 8265502"/>
              <a:gd name="connsiteY173" fmla="*/ 576110 h 6858000"/>
              <a:gd name="connsiteX174" fmla="*/ 1766657 w 8265502"/>
              <a:gd name="connsiteY174" fmla="*/ 576110 h 6858000"/>
              <a:gd name="connsiteX175" fmla="*/ 2040377 w 8265502"/>
              <a:gd name="connsiteY175" fmla="*/ 1123549 h 6858000"/>
              <a:gd name="connsiteX176" fmla="*/ 1766657 w 8265502"/>
              <a:gd name="connsiteY176" fmla="*/ 1670985 h 6858000"/>
              <a:gd name="connsiteX177" fmla="*/ 1044040 w 8265502"/>
              <a:gd name="connsiteY177" fmla="*/ 1670985 h 6858000"/>
              <a:gd name="connsiteX178" fmla="*/ 770321 w 8265502"/>
              <a:gd name="connsiteY178" fmla="*/ 1123549 h 6858000"/>
              <a:gd name="connsiteX179" fmla="*/ 3119750 w 8265502"/>
              <a:gd name="connsiteY179" fmla="*/ 576109 h 6858000"/>
              <a:gd name="connsiteX180" fmla="*/ 3842365 w 8265502"/>
              <a:gd name="connsiteY180" fmla="*/ 576109 h 6858000"/>
              <a:gd name="connsiteX181" fmla="*/ 4116084 w 8265502"/>
              <a:gd name="connsiteY181" fmla="*/ 1123547 h 6858000"/>
              <a:gd name="connsiteX182" fmla="*/ 3842365 w 8265502"/>
              <a:gd name="connsiteY182" fmla="*/ 1670984 h 6858000"/>
              <a:gd name="connsiteX183" fmla="*/ 3119750 w 8265502"/>
              <a:gd name="connsiteY183" fmla="*/ 1670984 h 6858000"/>
              <a:gd name="connsiteX184" fmla="*/ 2846030 w 8265502"/>
              <a:gd name="connsiteY184" fmla="*/ 1123547 h 6858000"/>
              <a:gd name="connsiteX185" fmla="*/ 5195456 w 8265502"/>
              <a:gd name="connsiteY185" fmla="*/ 576108 h 6858000"/>
              <a:gd name="connsiteX186" fmla="*/ 5918073 w 8265502"/>
              <a:gd name="connsiteY186" fmla="*/ 576108 h 6858000"/>
              <a:gd name="connsiteX187" fmla="*/ 6191792 w 8265502"/>
              <a:gd name="connsiteY187" fmla="*/ 1123546 h 6858000"/>
              <a:gd name="connsiteX188" fmla="*/ 5918073 w 8265502"/>
              <a:gd name="connsiteY188" fmla="*/ 1670983 h 6858000"/>
              <a:gd name="connsiteX189" fmla="*/ 5195456 w 8265502"/>
              <a:gd name="connsiteY189" fmla="*/ 1670983 h 6858000"/>
              <a:gd name="connsiteX190" fmla="*/ 4921737 w 8265502"/>
              <a:gd name="connsiteY190" fmla="*/ 1123546 h 6858000"/>
              <a:gd name="connsiteX191" fmla="*/ 7025576 w 8265502"/>
              <a:gd name="connsiteY191" fmla="*/ 0 h 6858000"/>
              <a:gd name="connsiteX192" fmla="*/ 8265502 w 8265502"/>
              <a:gd name="connsiteY192" fmla="*/ 0 h 6858000"/>
              <a:gd name="connsiteX193" fmla="*/ 8006847 w 8265502"/>
              <a:gd name="connsiteY193" fmla="*/ 517308 h 6858000"/>
              <a:gd name="connsiteX194" fmla="*/ 7284230 w 8265502"/>
              <a:gd name="connsiteY194" fmla="*/ 517308 h 6858000"/>
              <a:gd name="connsiteX195" fmla="*/ 6242345 w 8265502"/>
              <a:gd name="connsiteY195" fmla="*/ 0 h 6858000"/>
              <a:gd name="connsiteX196" fmla="*/ 6967007 w 8265502"/>
              <a:gd name="connsiteY196" fmla="*/ 0 h 6858000"/>
              <a:gd name="connsiteX197" fmla="*/ 7239703 w 8265502"/>
              <a:gd name="connsiteY197" fmla="*/ 545393 h 6858000"/>
              <a:gd name="connsiteX198" fmla="*/ 6965984 w 8265502"/>
              <a:gd name="connsiteY198" fmla="*/ 1092830 h 6858000"/>
              <a:gd name="connsiteX199" fmla="*/ 6243367 w 8265502"/>
              <a:gd name="connsiteY199" fmla="*/ 1092830 h 6858000"/>
              <a:gd name="connsiteX200" fmla="*/ 5969648 w 8265502"/>
              <a:gd name="connsiteY200" fmla="*/ 545393 h 6858000"/>
              <a:gd name="connsiteX201" fmla="*/ 4936801 w 8265502"/>
              <a:gd name="connsiteY201" fmla="*/ 0 h 6858000"/>
              <a:gd name="connsiteX202" fmla="*/ 6176728 w 8265502"/>
              <a:gd name="connsiteY202" fmla="*/ 0 h 6858000"/>
              <a:gd name="connsiteX203" fmla="*/ 5918073 w 8265502"/>
              <a:gd name="connsiteY203" fmla="*/ 517309 h 6858000"/>
              <a:gd name="connsiteX204" fmla="*/ 5195456 w 8265502"/>
              <a:gd name="connsiteY204" fmla="*/ 517309 h 6858000"/>
              <a:gd name="connsiteX205" fmla="*/ 4153576 w 8265502"/>
              <a:gd name="connsiteY205" fmla="*/ 0 h 6858000"/>
              <a:gd name="connsiteX206" fmla="*/ 4878236 w 8265502"/>
              <a:gd name="connsiteY206" fmla="*/ 0 h 6858000"/>
              <a:gd name="connsiteX207" fmla="*/ 5150933 w 8265502"/>
              <a:gd name="connsiteY207" fmla="*/ 545395 h 6858000"/>
              <a:gd name="connsiteX208" fmla="*/ 4877214 w 8265502"/>
              <a:gd name="connsiteY208" fmla="*/ 1092832 h 6858000"/>
              <a:gd name="connsiteX209" fmla="*/ 4154597 w 8265502"/>
              <a:gd name="connsiteY209" fmla="*/ 1092832 h 6858000"/>
              <a:gd name="connsiteX210" fmla="*/ 3880879 w 8265502"/>
              <a:gd name="connsiteY210" fmla="*/ 545395 h 6858000"/>
              <a:gd name="connsiteX211" fmla="*/ 2861095 w 8265502"/>
              <a:gd name="connsiteY211" fmla="*/ 0 h 6858000"/>
              <a:gd name="connsiteX212" fmla="*/ 4101020 w 8265502"/>
              <a:gd name="connsiteY212" fmla="*/ 0 h 6858000"/>
              <a:gd name="connsiteX213" fmla="*/ 3842365 w 8265502"/>
              <a:gd name="connsiteY213" fmla="*/ 517310 h 6858000"/>
              <a:gd name="connsiteX214" fmla="*/ 3119750 w 8265502"/>
              <a:gd name="connsiteY214" fmla="*/ 517310 h 6858000"/>
              <a:gd name="connsiteX215" fmla="*/ 2077870 w 8265502"/>
              <a:gd name="connsiteY215" fmla="*/ 0 h 6858000"/>
              <a:gd name="connsiteX216" fmla="*/ 2802528 w 8265502"/>
              <a:gd name="connsiteY216" fmla="*/ 0 h 6858000"/>
              <a:gd name="connsiteX217" fmla="*/ 3075227 w 8265502"/>
              <a:gd name="connsiteY217" fmla="*/ 545396 h 6858000"/>
              <a:gd name="connsiteX218" fmla="*/ 2801507 w 8265502"/>
              <a:gd name="connsiteY218" fmla="*/ 1092833 h 6858000"/>
              <a:gd name="connsiteX219" fmla="*/ 2078891 w 8265502"/>
              <a:gd name="connsiteY219" fmla="*/ 1092833 h 6858000"/>
              <a:gd name="connsiteX220" fmla="*/ 1805172 w 8265502"/>
              <a:gd name="connsiteY220" fmla="*/ 545396 h 6858000"/>
              <a:gd name="connsiteX221" fmla="*/ 785384 w 8265502"/>
              <a:gd name="connsiteY221" fmla="*/ 0 h 6858000"/>
              <a:gd name="connsiteX222" fmla="*/ 2025315 w 8265502"/>
              <a:gd name="connsiteY222" fmla="*/ 0 h 6858000"/>
              <a:gd name="connsiteX223" fmla="*/ 1766657 w 8265502"/>
              <a:gd name="connsiteY223" fmla="*/ 517311 h 6858000"/>
              <a:gd name="connsiteX224" fmla="*/ 1044040 w 8265502"/>
              <a:gd name="connsiteY224" fmla="*/ 517311 h 6858000"/>
              <a:gd name="connsiteX225" fmla="*/ 2162 w 8265502"/>
              <a:gd name="connsiteY225" fmla="*/ 0 h 6858000"/>
              <a:gd name="connsiteX226" fmla="*/ 726820 w 8265502"/>
              <a:gd name="connsiteY226" fmla="*/ 0 h 6858000"/>
              <a:gd name="connsiteX227" fmla="*/ 999517 w 8265502"/>
              <a:gd name="connsiteY227" fmla="*/ 545397 h 6858000"/>
              <a:gd name="connsiteX228" fmla="*/ 725799 w 8265502"/>
              <a:gd name="connsiteY228" fmla="*/ 1092834 h 6858000"/>
              <a:gd name="connsiteX229" fmla="*/ 3182 w 8265502"/>
              <a:gd name="connsiteY229" fmla="*/ 1092834 h 6858000"/>
              <a:gd name="connsiteX230" fmla="*/ 0 w 8265502"/>
              <a:gd name="connsiteY230" fmla="*/ 1086470 h 6858000"/>
              <a:gd name="connsiteX231" fmla="*/ 0 w 8265502"/>
              <a:gd name="connsiteY231" fmla="*/ 432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</a:cxnLst>
            <a:rect l="l" t="t" r="r" b="b"/>
            <a:pathLst>
              <a:path w="8265502" h="6858000">
                <a:moveTo>
                  <a:pt x="5195456" y="6338077"/>
                </a:moveTo>
                <a:lnTo>
                  <a:pt x="5918072" y="6338077"/>
                </a:lnTo>
                <a:lnTo>
                  <a:pt x="6178034" y="6858000"/>
                </a:lnTo>
                <a:lnTo>
                  <a:pt x="4935495" y="6858000"/>
                </a:lnTo>
                <a:close/>
                <a:moveTo>
                  <a:pt x="3119745" y="6338077"/>
                </a:moveTo>
                <a:lnTo>
                  <a:pt x="3842362" y="6338077"/>
                </a:lnTo>
                <a:lnTo>
                  <a:pt x="4102323" y="6858000"/>
                </a:lnTo>
                <a:lnTo>
                  <a:pt x="2859785" y="6858000"/>
                </a:lnTo>
                <a:close/>
                <a:moveTo>
                  <a:pt x="1044037" y="6338077"/>
                </a:moveTo>
                <a:lnTo>
                  <a:pt x="1766653" y="6338077"/>
                </a:lnTo>
                <a:lnTo>
                  <a:pt x="2026615" y="6858000"/>
                </a:lnTo>
                <a:lnTo>
                  <a:pt x="784076" y="6858000"/>
                </a:lnTo>
                <a:close/>
                <a:moveTo>
                  <a:pt x="3179" y="5766324"/>
                </a:moveTo>
                <a:lnTo>
                  <a:pt x="725796" y="5766324"/>
                </a:lnTo>
                <a:lnTo>
                  <a:pt x="999515" y="6313762"/>
                </a:lnTo>
                <a:lnTo>
                  <a:pt x="727396" y="6858000"/>
                </a:lnTo>
                <a:lnTo>
                  <a:pt x="1580" y="6858000"/>
                </a:lnTo>
                <a:lnTo>
                  <a:pt x="0" y="6854841"/>
                </a:lnTo>
                <a:lnTo>
                  <a:pt x="0" y="5772682"/>
                </a:lnTo>
                <a:close/>
                <a:moveTo>
                  <a:pt x="6243369" y="5763125"/>
                </a:moveTo>
                <a:lnTo>
                  <a:pt x="6965986" y="5763125"/>
                </a:lnTo>
                <a:lnTo>
                  <a:pt x="7239705" y="6310563"/>
                </a:lnTo>
                <a:lnTo>
                  <a:pt x="6965986" y="6858000"/>
                </a:lnTo>
                <a:lnTo>
                  <a:pt x="6243369" y="6858000"/>
                </a:lnTo>
                <a:lnTo>
                  <a:pt x="5969650" y="6310563"/>
                </a:lnTo>
                <a:close/>
                <a:moveTo>
                  <a:pt x="4154596" y="5763125"/>
                </a:moveTo>
                <a:lnTo>
                  <a:pt x="4877213" y="5763125"/>
                </a:lnTo>
                <a:lnTo>
                  <a:pt x="5150931" y="6310563"/>
                </a:lnTo>
                <a:lnTo>
                  <a:pt x="4877213" y="6858000"/>
                </a:lnTo>
                <a:lnTo>
                  <a:pt x="4154596" y="6858000"/>
                </a:lnTo>
                <a:lnTo>
                  <a:pt x="3880878" y="6310563"/>
                </a:lnTo>
                <a:close/>
                <a:moveTo>
                  <a:pt x="2078889" y="5763125"/>
                </a:moveTo>
                <a:lnTo>
                  <a:pt x="2801506" y="5763125"/>
                </a:lnTo>
                <a:lnTo>
                  <a:pt x="3075225" y="6310563"/>
                </a:lnTo>
                <a:lnTo>
                  <a:pt x="2801506" y="6858000"/>
                </a:lnTo>
                <a:lnTo>
                  <a:pt x="2078889" y="6858000"/>
                </a:lnTo>
                <a:lnTo>
                  <a:pt x="1805170" y="6310563"/>
                </a:lnTo>
                <a:close/>
                <a:moveTo>
                  <a:pt x="3119748" y="5187603"/>
                </a:moveTo>
                <a:lnTo>
                  <a:pt x="3842364" y="5187603"/>
                </a:lnTo>
                <a:lnTo>
                  <a:pt x="4116083" y="5735041"/>
                </a:lnTo>
                <a:lnTo>
                  <a:pt x="3842364" y="6282478"/>
                </a:lnTo>
                <a:lnTo>
                  <a:pt x="3119748" y="6282478"/>
                </a:lnTo>
                <a:lnTo>
                  <a:pt x="2846030" y="5735041"/>
                </a:lnTo>
                <a:close/>
                <a:moveTo>
                  <a:pt x="1044038" y="5187603"/>
                </a:moveTo>
                <a:lnTo>
                  <a:pt x="1766654" y="5187603"/>
                </a:lnTo>
                <a:lnTo>
                  <a:pt x="2040373" y="5735041"/>
                </a:lnTo>
                <a:lnTo>
                  <a:pt x="1766654" y="6282478"/>
                </a:lnTo>
                <a:lnTo>
                  <a:pt x="1044038" y="6282478"/>
                </a:lnTo>
                <a:lnTo>
                  <a:pt x="770319" y="5735041"/>
                </a:lnTo>
                <a:close/>
                <a:moveTo>
                  <a:pt x="4159388" y="4628392"/>
                </a:moveTo>
                <a:lnTo>
                  <a:pt x="4877791" y="4628392"/>
                </a:lnTo>
                <a:lnTo>
                  <a:pt x="5149913" y="5172637"/>
                </a:lnTo>
                <a:lnTo>
                  <a:pt x="4877791" y="5716881"/>
                </a:lnTo>
                <a:lnTo>
                  <a:pt x="4159388" y="5716881"/>
                </a:lnTo>
                <a:lnTo>
                  <a:pt x="3887266" y="5172637"/>
                </a:lnTo>
                <a:close/>
                <a:moveTo>
                  <a:pt x="2078891" y="4612651"/>
                </a:moveTo>
                <a:lnTo>
                  <a:pt x="2801507" y="4612651"/>
                </a:lnTo>
                <a:lnTo>
                  <a:pt x="3075227" y="5160089"/>
                </a:lnTo>
                <a:lnTo>
                  <a:pt x="2801507" y="5707526"/>
                </a:lnTo>
                <a:lnTo>
                  <a:pt x="2078891" y="5707526"/>
                </a:lnTo>
                <a:lnTo>
                  <a:pt x="1805171" y="5160089"/>
                </a:lnTo>
                <a:close/>
                <a:moveTo>
                  <a:pt x="3182" y="4612651"/>
                </a:moveTo>
                <a:lnTo>
                  <a:pt x="725798" y="4612651"/>
                </a:lnTo>
                <a:lnTo>
                  <a:pt x="999517" y="5160089"/>
                </a:lnTo>
                <a:lnTo>
                  <a:pt x="725798" y="5707526"/>
                </a:lnTo>
                <a:lnTo>
                  <a:pt x="3182" y="5707526"/>
                </a:lnTo>
                <a:lnTo>
                  <a:pt x="0" y="5701162"/>
                </a:lnTo>
                <a:lnTo>
                  <a:pt x="0" y="4619015"/>
                </a:lnTo>
                <a:close/>
                <a:moveTo>
                  <a:pt x="5195456" y="4037129"/>
                </a:moveTo>
                <a:lnTo>
                  <a:pt x="5918073" y="4037129"/>
                </a:lnTo>
                <a:lnTo>
                  <a:pt x="6191792" y="4584567"/>
                </a:lnTo>
                <a:lnTo>
                  <a:pt x="5918073" y="5132004"/>
                </a:lnTo>
                <a:lnTo>
                  <a:pt x="5195456" y="5132004"/>
                </a:lnTo>
                <a:lnTo>
                  <a:pt x="4921737" y="4584567"/>
                </a:lnTo>
                <a:close/>
                <a:moveTo>
                  <a:pt x="3119750" y="4037129"/>
                </a:moveTo>
                <a:lnTo>
                  <a:pt x="3842365" y="4037129"/>
                </a:lnTo>
                <a:lnTo>
                  <a:pt x="4116084" y="4584567"/>
                </a:lnTo>
                <a:lnTo>
                  <a:pt x="3842365" y="5132004"/>
                </a:lnTo>
                <a:lnTo>
                  <a:pt x="3119750" y="5132004"/>
                </a:lnTo>
                <a:lnTo>
                  <a:pt x="2846030" y="4584567"/>
                </a:lnTo>
                <a:close/>
                <a:moveTo>
                  <a:pt x="1044040" y="4037129"/>
                </a:moveTo>
                <a:lnTo>
                  <a:pt x="1766657" y="4037129"/>
                </a:lnTo>
                <a:lnTo>
                  <a:pt x="2040376" y="4584567"/>
                </a:lnTo>
                <a:lnTo>
                  <a:pt x="1766657" y="5132004"/>
                </a:lnTo>
                <a:lnTo>
                  <a:pt x="1044040" y="5132004"/>
                </a:lnTo>
                <a:lnTo>
                  <a:pt x="770321" y="4584567"/>
                </a:lnTo>
                <a:close/>
                <a:moveTo>
                  <a:pt x="4159387" y="3463221"/>
                </a:moveTo>
                <a:lnTo>
                  <a:pt x="4877790" y="3463221"/>
                </a:lnTo>
                <a:lnTo>
                  <a:pt x="5149912" y="4007466"/>
                </a:lnTo>
                <a:lnTo>
                  <a:pt x="4877790" y="4551710"/>
                </a:lnTo>
                <a:lnTo>
                  <a:pt x="4159387" y="4551710"/>
                </a:lnTo>
                <a:lnTo>
                  <a:pt x="3887265" y="4007466"/>
                </a:lnTo>
                <a:close/>
                <a:moveTo>
                  <a:pt x="2078891" y="3458978"/>
                </a:moveTo>
                <a:lnTo>
                  <a:pt x="2801507" y="3458978"/>
                </a:lnTo>
                <a:lnTo>
                  <a:pt x="3075227" y="4006416"/>
                </a:lnTo>
                <a:lnTo>
                  <a:pt x="2801507" y="4553853"/>
                </a:lnTo>
                <a:lnTo>
                  <a:pt x="2078891" y="4553853"/>
                </a:lnTo>
                <a:lnTo>
                  <a:pt x="1805171" y="4006416"/>
                </a:lnTo>
                <a:close/>
                <a:moveTo>
                  <a:pt x="3182" y="3458978"/>
                </a:moveTo>
                <a:lnTo>
                  <a:pt x="725798" y="3458978"/>
                </a:lnTo>
                <a:lnTo>
                  <a:pt x="999517" y="4006416"/>
                </a:lnTo>
                <a:lnTo>
                  <a:pt x="725798" y="4553853"/>
                </a:lnTo>
                <a:lnTo>
                  <a:pt x="3182" y="4553853"/>
                </a:lnTo>
                <a:lnTo>
                  <a:pt x="0" y="4547489"/>
                </a:lnTo>
                <a:lnTo>
                  <a:pt x="0" y="3465342"/>
                </a:lnTo>
                <a:close/>
                <a:moveTo>
                  <a:pt x="1044040" y="2883459"/>
                </a:moveTo>
                <a:lnTo>
                  <a:pt x="1766657" y="2883459"/>
                </a:lnTo>
                <a:lnTo>
                  <a:pt x="2040376" y="3430894"/>
                </a:lnTo>
                <a:lnTo>
                  <a:pt x="1766657" y="3978331"/>
                </a:lnTo>
                <a:lnTo>
                  <a:pt x="1044040" y="3978331"/>
                </a:lnTo>
                <a:lnTo>
                  <a:pt x="770321" y="3430894"/>
                </a:lnTo>
                <a:close/>
                <a:moveTo>
                  <a:pt x="3119750" y="2883459"/>
                </a:moveTo>
                <a:lnTo>
                  <a:pt x="3842365" y="2883459"/>
                </a:lnTo>
                <a:lnTo>
                  <a:pt x="4116084" y="3430894"/>
                </a:lnTo>
                <a:lnTo>
                  <a:pt x="3842365" y="3978331"/>
                </a:lnTo>
                <a:lnTo>
                  <a:pt x="3119750" y="3978331"/>
                </a:lnTo>
                <a:lnTo>
                  <a:pt x="2846030" y="3430894"/>
                </a:lnTo>
                <a:close/>
                <a:moveTo>
                  <a:pt x="3182" y="2305308"/>
                </a:moveTo>
                <a:lnTo>
                  <a:pt x="725799" y="2305308"/>
                </a:lnTo>
                <a:lnTo>
                  <a:pt x="999517" y="2852746"/>
                </a:lnTo>
                <a:lnTo>
                  <a:pt x="725799" y="3400180"/>
                </a:lnTo>
                <a:lnTo>
                  <a:pt x="3182" y="3400180"/>
                </a:lnTo>
                <a:lnTo>
                  <a:pt x="0" y="3393816"/>
                </a:lnTo>
                <a:lnTo>
                  <a:pt x="0" y="2311672"/>
                </a:lnTo>
                <a:close/>
                <a:moveTo>
                  <a:pt x="2078891" y="2305306"/>
                </a:moveTo>
                <a:lnTo>
                  <a:pt x="2801507" y="2305306"/>
                </a:lnTo>
                <a:lnTo>
                  <a:pt x="3075227" y="2852744"/>
                </a:lnTo>
                <a:lnTo>
                  <a:pt x="2801507" y="3400179"/>
                </a:lnTo>
                <a:lnTo>
                  <a:pt x="2078891" y="3400179"/>
                </a:lnTo>
                <a:lnTo>
                  <a:pt x="1805171" y="2852744"/>
                </a:lnTo>
                <a:close/>
                <a:moveTo>
                  <a:pt x="4154597" y="2305305"/>
                </a:moveTo>
                <a:lnTo>
                  <a:pt x="4877214" y="2305305"/>
                </a:lnTo>
                <a:lnTo>
                  <a:pt x="5150933" y="2852744"/>
                </a:lnTo>
                <a:lnTo>
                  <a:pt x="4877214" y="3400179"/>
                </a:lnTo>
                <a:lnTo>
                  <a:pt x="4154597" y="3400179"/>
                </a:lnTo>
                <a:lnTo>
                  <a:pt x="3880879" y="2852744"/>
                </a:lnTo>
                <a:close/>
                <a:moveTo>
                  <a:pt x="5202046" y="1738266"/>
                </a:moveTo>
                <a:lnTo>
                  <a:pt x="5920449" y="1738266"/>
                </a:lnTo>
                <a:lnTo>
                  <a:pt x="6192571" y="2282511"/>
                </a:lnTo>
                <a:lnTo>
                  <a:pt x="5920449" y="2826755"/>
                </a:lnTo>
                <a:lnTo>
                  <a:pt x="5202046" y="2826755"/>
                </a:lnTo>
                <a:lnTo>
                  <a:pt x="4929924" y="2282511"/>
                </a:lnTo>
                <a:close/>
                <a:moveTo>
                  <a:pt x="1044040" y="1729785"/>
                </a:moveTo>
                <a:lnTo>
                  <a:pt x="1766657" y="1729785"/>
                </a:lnTo>
                <a:lnTo>
                  <a:pt x="2040376" y="2277224"/>
                </a:lnTo>
                <a:lnTo>
                  <a:pt x="1766657" y="2824659"/>
                </a:lnTo>
                <a:lnTo>
                  <a:pt x="1044040" y="2824659"/>
                </a:lnTo>
                <a:lnTo>
                  <a:pt x="770321" y="2277224"/>
                </a:lnTo>
                <a:close/>
                <a:moveTo>
                  <a:pt x="3119750" y="1729784"/>
                </a:moveTo>
                <a:lnTo>
                  <a:pt x="3842365" y="1729784"/>
                </a:lnTo>
                <a:lnTo>
                  <a:pt x="4116084" y="2277222"/>
                </a:lnTo>
                <a:lnTo>
                  <a:pt x="3842365" y="2824659"/>
                </a:lnTo>
                <a:lnTo>
                  <a:pt x="3119750" y="2824659"/>
                </a:lnTo>
                <a:lnTo>
                  <a:pt x="2846030" y="2277222"/>
                </a:lnTo>
                <a:close/>
                <a:moveTo>
                  <a:pt x="3182" y="1151633"/>
                </a:moveTo>
                <a:lnTo>
                  <a:pt x="725799" y="1151633"/>
                </a:lnTo>
                <a:lnTo>
                  <a:pt x="999517" y="1699071"/>
                </a:lnTo>
                <a:lnTo>
                  <a:pt x="725799" y="2246508"/>
                </a:lnTo>
                <a:lnTo>
                  <a:pt x="3182" y="2246508"/>
                </a:lnTo>
                <a:lnTo>
                  <a:pt x="0" y="2240144"/>
                </a:lnTo>
                <a:lnTo>
                  <a:pt x="0" y="1157997"/>
                </a:lnTo>
                <a:close/>
                <a:moveTo>
                  <a:pt x="2078891" y="1151632"/>
                </a:moveTo>
                <a:lnTo>
                  <a:pt x="2801507" y="1151632"/>
                </a:lnTo>
                <a:lnTo>
                  <a:pt x="3075227" y="1699069"/>
                </a:lnTo>
                <a:lnTo>
                  <a:pt x="2801507" y="2246507"/>
                </a:lnTo>
                <a:lnTo>
                  <a:pt x="2078891" y="2246507"/>
                </a:lnTo>
                <a:lnTo>
                  <a:pt x="1805172" y="1699069"/>
                </a:lnTo>
                <a:close/>
                <a:moveTo>
                  <a:pt x="4154597" y="1151631"/>
                </a:moveTo>
                <a:lnTo>
                  <a:pt x="4877214" y="1151631"/>
                </a:lnTo>
                <a:lnTo>
                  <a:pt x="5150933" y="1699069"/>
                </a:lnTo>
                <a:lnTo>
                  <a:pt x="4877214" y="2246506"/>
                </a:lnTo>
                <a:lnTo>
                  <a:pt x="4154597" y="2246506"/>
                </a:lnTo>
                <a:lnTo>
                  <a:pt x="3880879" y="1699069"/>
                </a:lnTo>
                <a:close/>
                <a:moveTo>
                  <a:pt x="1044040" y="576110"/>
                </a:moveTo>
                <a:lnTo>
                  <a:pt x="1766657" y="576110"/>
                </a:lnTo>
                <a:lnTo>
                  <a:pt x="2040377" y="1123549"/>
                </a:lnTo>
                <a:lnTo>
                  <a:pt x="1766657" y="1670985"/>
                </a:lnTo>
                <a:lnTo>
                  <a:pt x="1044040" y="1670985"/>
                </a:lnTo>
                <a:lnTo>
                  <a:pt x="770321" y="1123549"/>
                </a:lnTo>
                <a:close/>
                <a:moveTo>
                  <a:pt x="3119750" y="576109"/>
                </a:moveTo>
                <a:lnTo>
                  <a:pt x="3842365" y="576109"/>
                </a:lnTo>
                <a:lnTo>
                  <a:pt x="4116084" y="1123547"/>
                </a:lnTo>
                <a:lnTo>
                  <a:pt x="3842365" y="1670984"/>
                </a:lnTo>
                <a:lnTo>
                  <a:pt x="3119750" y="1670984"/>
                </a:lnTo>
                <a:lnTo>
                  <a:pt x="2846030" y="1123547"/>
                </a:lnTo>
                <a:close/>
                <a:moveTo>
                  <a:pt x="5195456" y="576108"/>
                </a:moveTo>
                <a:lnTo>
                  <a:pt x="5918073" y="576108"/>
                </a:lnTo>
                <a:lnTo>
                  <a:pt x="6191792" y="1123546"/>
                </a:lnTo>
                <a:lnTo>
                  <a:pt x="5918073" y="1670983"/>
                </a:lnTo>
                <a:lnTo>
                  <a:pt x="5195456" y="1670983"/>
                </a:lnTo>
                <a:lnTo>
                  <a:pt x="4921737" y="1123546"/>
                </a:lnTo>
                <a:close/>
                <a:moveTo>
                  <a:pt x="7025576" y="0"/>
                </a:moveTo>
                <a:lnTo>
                  <a:pt x="8265502" y="0"/>
                </a:lnTo>
                <a:lnTo>
                  <a:pt x="8006847" y="517308"/>
                </a:lnTo>
                <a:lnTo>
                  <a:pt x="7284230" y="517308"/>
                </a:lnTo>
                <a:close/>
                <a:moveTo>
                  <a:pt x="6242345" y="0"/>
                </a:moveTo>
                <a:lnTo>
                  <a:pt x="6967007" y="0"/>
                </a:lnTo>
                <a:lnTo>
                  <a:pt x="7239703" y="545393"/>
                </a:lnTo>
                <a:lnTo>
                  <a:pt x="6965984" y="1092830"/>
                </a:lnTo>
                <a:lnTo>
                  <a:pt x="6243367" y="1092830"/>
                </a:lnTo>
                <a:lnTo>
                  <a:pt x="5969648" y="545393"/>
                </a:lnTo>
                <a:close/>
                <a:moveTo>
                  <a:pt x="4936801" y="0"/>
                </a:moveTo>
                <a:lnTo>
                  <a:pt x="6176728" y="0"/>
                </a:lnTo>
                <a:lnTo>
                  <a:pt x="5918073" y="517309"/>
                </a:lnTo>
                <a:lnTo>
                  <a:pt x="5195456" y="517309"/>
                </a:lnTo>
                <a:close/>
                <a:moveTo>
                  <a:pt x="4153576" y="0"/>
                </a:moveTo>
                <a:lnTo>
                  <a:pt x="4878236" y="0"/>
                </a:lnTo>
                <a:lnTo>
                  <a:pt x="5150933" y="545395"/>
                </a:lnTo>
                <a:lnTo>
                  <a:pt x="4877214" y="1092832"/>
                </a:lnTo>
                <a:lnTo>
                  <a:pt x="4154597" y="1092832"/>
                </a:lnTo>
                <a:lnTo>
                  <a:pt x="3880879" y="545395"/>
                </a:lnTo>
                <a:close/>
                <a:moveTo>
                  <a:pt x="2861095" y="0"/>
                </a:moveTo>
                <a:lnTo>
                  <a:pt x="4101020" y="0"/>
                </a:lnTo>
                <a:lnTo>
                  <a:pt x="3842365" y="517310"/>
                </a:lnTo>
                <a:lnTo>
                  <a:pt x="3119750" y="517310"/>
                </a:lnTo>
                <a:close/>
                <a:moveTo>
                  <a:pt x="2077870" y="0"/>
                </a:moveTo>
                <a:lnTo>
                  <a:pt x="2802528" y="0"/>
                </a:lnTo>
                <a:lnTo>
                  <a:pt x="3075227" y="545396"/>
                </a:lnTo>
                <a:lnTo>
                  <a:pt x="2801507" y="1092833"/>
                </a:lnTo>
                <a:lnTo>
                  <a:pt x="2078891" y="1092833"/>
                </a:lnTo>
                <a:lnTo>
                  <a:pt x="1805172" y="545396"/>
                </a:lnTo>
                <a:close/>
                <a:moveTo>
                  <a:pt x="785384" y="0"/>
                </a:moveTo>
                <a:lnTo>
                  <a:pt x="2025315" y="0"/>
                </a:lnTo>
                <a:lnTo>
                  <a:pt x="1766657" y="517311"/>
                </a:lnTo>
                <a:lnTo>
                  <a:pt x="1044040" y="517311"/>
                </a:lnTo>
                <a:close/>
                <a:moveTo>
                  <a:pt x="2162" y="0"/>
                </a:moveTo>
                <a:lnTo>
                  <a:pt x="726820" y="0"/>
                </a:lnTo>
                <a:lnTo>
                  <a:pt x="999517" y="545397"/>
                </a:lnTo>
                <a:lnTo>
                  <a:pt x="725799" y="1092834"/>
                </a:lnTo>
                <a:lnTo>
                  <a:pt x="3182" y="1092834"/>
                </a:lnTo>
                <a:lnTo>
                  <a:pt x="0" y="1086470"/>
                </a:lnTo>
                <a:lnTo>
                  <a:pt x="0" y="432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68580" tIns="34290" rIns="68580" bIns="34290" anchor="ctr">
            <a:noAutofit/>
          </a:bodyPr>
          <a:lstStyle>
            <a:lvl1pPr marL="0" indent="0" algn="ctr">
              <a:buNone/>
              <a:defRPr sz="900">
                <a:latin typeface="Arial" pitchFamily="34" charset="0"/>
                <a:cs typeface="Arial" pitchFamily="34" charset="0"/>
              </a:defRPr>
            </a:lvl1pPr>
            <a:lvl2pPr marL="342917" indent="0">
              <a:buNone/>
              <a:defRPr sz="2100"/>
            </a:lvl2pPr>
            <a:lvl3pPr marL="685835" indent="0">
              <a:buNone/>
              <a:defRPr sz="1800"/>
            </a:lvl3pPr>
            <a:lvl4pPr marL="1028752" indent="0">
              <a:buNone/>
              <a:defRPr sz="1500"/>
            </a:lvl4pPr>
            <a:lvl5pPr marL="1371668" indent="0">
              <a:buNone/>
              <a:defRPr sz="1500"/>
            </a:lvl5pPr>
            <a:lvl6pPr marL="1714586" indent="0">
              <a:buNone/>
              <a:defRPr sz="1500"/>
            </a:lvl6pPr>
            <a:lvl7pPr marL="2057503" indent="0">
              <a:buNone/>
              <a:defRPr sz="1500"/>
            </a:lvl7pPr>
            <a:lvl8pPr marL="2400420" indent="0">
              <a:buNone/>
              <a:defRPr sz="1500"/>
            </a:lvl8pPr>
            <a:lvl9pPr marL="2743337" indent="0">
              <a:buNone/>
              <a:defRPr sz="15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575939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6_Images &amp;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037E98C1-EDB9-4998-B244-222AB3F04CD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091427"/>
            <a:ext cx="9144000" cy="2181401"/>
          </a:xfrm>
          <a:prstGeom prst="rect">
            <a:avLst/>
          </a:prstGeom>
          <a:solidFill>
            <a:srgbClr val="BEBFBF">
              <a:alpha val="30000"/>
            </a:srgbClr>
          </a:solidFill>
        </p:spPr>
        <p:txBody>
          <a:bodyPr lIns="68580" tIns="243000" rIns="68580" bIns="34290" anchor="ctr"/>
          <a:lstStyle>
            <a:lvl1pPr marL="0" marR="0" indent="0" algn="ctr" defTabSz="6858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0"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Insert Your Image and Sent to Back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Rectangle 3"/>
          <p:cNvSpPr/>
          <p:nvPr userDrawn="1"/>
        </p:nvSpPr>
        <p:spPr>
          <a:xfrm>
            <a:off x="0" y="941819"/>
            <a:ext cx="9144000" cy="1603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400" dirty="0"/>
              <a:t>                     </a:t>
            </a:r>
            <a:endParaRPr lang="ko-KR" altLang="en-US" sz="140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A2D9C9-F129-4617-B03C-AC1669105869}"/>
              </a:ext>
            </a:extLst>
          </p:cNvPr>
          <p:cNvSpPr/>
          <p:nvPr userDrawn="1"/>
        </p:nvSpPr>
        <p:spPr>
          <a:xfrm>
            <a:off x="-15041" y="4379255"/>
            <a:ext cx="9159041" cy="596230"/>
          </a:xfrm>
          <a:custGeom>
            <a:avLst/>
            <a:gdLst>
              <a:gd name="connsiteX0" fmla="*/ 5579269 w 5600700"/>
              <a:gd name="connsiteY0" fmla="*/ 285274 h 409575"/>
              <a:gd name="connsiteX1" fmla="*/ 5285899 w 5600700"/>
              <a:gd name="connsiteY1" fmla="*/ 285274 h 409575"/>
              <a:gd name="connsiteX2" fmla="*/ 5258277 w 5600700"/>
              <a:gd name="connsiteY2" fmla="*/ 323374 h 409575"/>
              <a:gd name="connsiteX3" fmla="*/ 5218271 w 5600700"/>
              <a:gd name="connsiteY3" fmla="*/ 153829 h 409575"/>
              <a:gd name="connsiteX4" fmla="*/ 5182077 w 5600700"/>
              <a:gd name="connsiteY4" fmla="*/ 285274 h 409575"/>
              <a:gd name="connsiteX5" fmla="*/ 5094446 w 5600700"/>
              <a:gd name="connsiteY5" fmla="*/ 285274 h 409575"/>
              <a:gd name="connsiteX6" fmla="*/ 5081111 w 5600700"/>
              <a:gd name="connsiteY6" fmla="*/ 335756 h 409575"/>
              <a:gd name="connsiteX7" fmla="*/ 5057299 w 5600700"/>
              <a:gd name="connsiteY7" fmla="*/ 277654 h 409575"/>
              <a:gd name="connsiteX8" fmla="*/ 5033486 w 5600700"/>
              <a:gd name="connsiteY8" fmla="*/ 322421 h 409575"/>
              <a:gd name="connsiteX9" fmla="*/ 4988719 w 5600700"/>
              <a:gd name="connsiteY9" fmla="*/ 21431 h 409575"/>
              <a:gd name="connsiteX10" fmla="*/ 4933474 w 5600700"/>
              <a:gd name="connsiteY10" fmla="*/ 393859 h 409575"/>
              <a:gd name="connsiteX11" fmla="*/ 4912519 w 5600700"/>
              <a:gd name="connsiteY11" fmla="*/ 285274 h 409575"/>
              <a:gd name="connsiteX12" fmla="*/ 4686777 w 5600700"/>
              <a:gd name="connsiteY12" fmla="*/ 285274 h 409575"/>
              <a:gd name="connsiteX13" fmla="*/ 4657249 w 5600700"/>
              <a:gd name="connsiteY13" fmla="*/ 344329 h 409575"/>
              <a:gd name="connsiteX14" fmla="*/ 4622006 w 5600700"/>
              <a:gd name="connsiteY14" fmla="*/ 150971 h 409575"/>
              <a:gd name="connsiteX15" fmla="*/ 4579144 w 5600700"/>
              <a:gd name="connsiteY15" fmla="*/ 285274 h 409575"/>
              <a:gd name="connsiteX16" fmla="*/ 4492466 w 5600700"/>
              <a:gd name="connsiteY16" fmla="*/ 285274 h 409575"/>
              <a:gd name="connsiteX17" fmla="*/ 4467702 w 5600700"/>
              <a:gd name="connsiteY17" fmla="*/ 322421 h 409575"/>
              <a:gd name="connsiteX18" fmla="*/ 4441984 w 5600700"/>
              <a:gd name="connsiteY18" fmla="*/ 275749 h 409575"/>
              <a:gd name="connsiteX19" fmla="*/ 4408646 w 5600700"/>
              <a:gd name="connsiteY19" fmla="*/ 336709 h 409575"/>
              <a:gd name="connsiteX20" fmla="*/ 4377214 w 5600700"/>
              <a:gd name="connsiteY20" fmla="*/ 72866 h 409575"/>
              <a:gd name="connsiteX21" fmla="*/ 4336256 w 5600700"/>
              <a:gd name="connsiteY21" fmla="*/ 377666 h 409575"/>
              <a:gd name="connsiteX22" fmla="*/ 4308634 w 5600700"/>
              <a:gd name="connsiteY22" fmla="*/ 285274 h 409575"/>
              <a:gd name="connsiteX23" fmla="*/ 4239102 w 5600700"/>
              <a:gd name="connsiteY23" fmla="*/ 285274 h 409575"/>
              <a:gd name="connsiteX24" fmla="*/ 4210527 w 5600700"/>
              <a:gd name="connsiteY24" fmla="*/ 237649 h 409575"/>
              <a:gd name="connsiteX25" fmla="*/ 4178141 w 5600700"/>
              <a:gd name="connsiteY25" fmla="*/ 285274 h 409575"/>
              <a:gd name="connsiteX26" fmla="*/ 21431 w 5600700"/>
              <a:gd name="connsiteY26" fmla="*/ 285274 h 409575"/>
              <a:gd name="connsiteX0" fmla="*/ 5196891 w 5196891"/>
              <a:gd name="connsiteY0" fmla="*/ 263843 h 372428"/>
              <a:gd name="connsiteX1" fmla="*/ 4903521 w 5196891"/>
              <a:gd name="connsiteY1" fmla="*/ 263843 h 372428"/>
              <a:gd name="connsiteX2" fmla="*/ 4875899 w 5196891"/>
              <a:gd name="connsiteY2" fmla="*/ 301943 h 372428"/>
              <a:gd name="connsiteX3" fmla="*/ 4835893 w 5196891"/>
              <a:gd name="connsiteY3" fmla="*/ 132398 h 372428"/>
              <a:gd name="connsiteX4" fmla="*/ 4799699 w 5196891"/>
              <a:gd name="connsiteY4" fmla="*/ 263843 h 372428"/>
              <a:gd name="connsiteX5" fmla="*/ 4712068 w 5196891"/>
              <a:gd name="connsiteY5" fmla="*/ 263843 h 372428"/>
              <a:gd name="connsiteX6" fmla="*/ 4698733 w 5196891"/>
              <a:gd name="connsiteY6" fmla="*/ 314325 h 372428"/>
              <a:gd name="connsiteX7" fmla="*/ 4674921 w 5196891"/>
              <a:gd name="connsiteY7" fmla="*/ 256223 h 372428"/>
              <a:gd name="connsiteX8" fmla="*/ 4651108 w 5196891"/>
              <a:gd name="connsiteY8" fmla="*/ 300990 h 372428"/>
              <a:gd name="connsiteX9" fmla="*/ 4606341 w 5196891"/>
              <a:gd name="connsiteY9" fmla="*/ 0 h 372428"/>
              <a:gd name="connsiteX10" fmla="*/ 4551096 w 5196891"/>
              <a:gd name="connsiteY10" fmla="*/ 372428 h 372428"/>
              <a:gd name="connsiteX11" fmla="*/ 4530141 w 5196891"/>
              <a:gd name="connsiteY11" fmla="*/ 263843 h 372428"/>
              <a:gd name="connsiteX12" fmla="*/ 4304399 w 5196891"/>
              <a:gd name="connsiteY12" fmla="*/ 263843 h 372428"/>
              <a:gd name="connsiteX13" fmla="*/ 4274871 w 5196891"/>
              <a:gd name="connsiteY13" fmla="*/ 322898 h 372428"/>
              <a:gd name="connsiteX14" fmla="*/ 4239628 w 5196891"/>
              <a:gd name="connsiteY14" fmla="*/ 129540 h 372428"/>
              <a:gd name="connsiteX15" fmla="*/ 4196766 w 5196891"/>
              <a:gd name="connsiteY15" fmla="*/ 263843 h 372428"/>
              <a:gd name="connsiteX16" fmla="*/ 4110088 w 5196891"/>
              <a:gd name="connsiteY16" fmla="*/ 263843 h 372428"/>
              <a:gd name="connsiteX17" fmla="*/ 4085324 w 5196891"/>
              <a:gd name="connsiteY17" fmla="*/ 300990 h 372428"/>
              <a:gd name="connsiteX18" fmla="*/ 4059606 w 5196891"/>
              <a:gd name="connsiteY18" fmla="*/ 254318 h 372428"/>
              <a:gd name="connsiteX19" fmla="*/ 4026268 w 5196891"/>
              <a:gd name="connsiteY19" fmla="*/ 315278 h 372428"/>
              <a:gd name="connsiteX20" fmla="*/ 3994836 w 5196891"/>
              <a:gd name="connsiteY20" fmla="*/ 51435 h 372428"/>
              <a:gd name="connsiteX21" fmla="*/ 3953878 w 5196891"/>
              <a:gd name="connsiteY21" fmla="*/ 356235 h 372428"/>
              <a:gd name="connsiteX22" fmla="*/ 3926256 w 5196891"/>
              <a:gd name="connsiteY22" fmla="*/ 263843 h 372428"/>
              <a:gd name="connsiteX23" fmla="*/ 3856724 w 5196891"/>
              <a:gd name="connsiteY23" fmla="*/ 263843 h 372428"/>
              <a:gd name="connsiteX24" fmla="*/ 3828149 w 5196891"/>
              <a:gd name="connsiteY24" fmla="*/ 216218 h 372428"/>
              <a:gd name="connsiteX25" fmla="*/ 3795763 w 5196891"/>
              <a:gd name="connsiteY25" fmla="*/ 263843 h 372428"/>
              <a:gd name="connsiteX26" fmla="*/ 0 w 5196891"/>
              <a:gd name="connsiteY26" fmla="*/ 275874 h 372428"/>
              <a:gd name="connsiteX0" fmla="*/ 5196891 w 5196891"/>
              <a:gd name="connsiteY0" fmla="*/ 263843 h 372428"/>
              <a:gd name="connsiteX1" fmla="*/ 4903521 w 5196891"/>
              <a:gd name="connsiteY1" fmla="*/ 263843 h 372428"/>
              <a:gd name="connsiteX2" fmla="*/ 4875899 w 5196891"/>
              <a:gd name="connsiteY2" fmla="*/ 301943 h 372428"/>
              <a:gd name="connsiteX3" fmla="*/ 4835893 w 5196891"/>
              <a:gd name="connsiteY3" fmla="*/ 132398 h 372428"/>
              <a:gd name="connsiteX4" fmla="*/ 4799699 w 5196891"/>
              <a:gd name="connsiteY4" fmla="*/ 263843 h 372428"/>
              <a:gd name="connsiteX5" fmla="*/ 4712068 w 5196891"/>
              <a:gd name="connsiteY5" fmla="*/ 263843 h 372428"/>
              <a:gd name="connsiteX6" fmla="*/ 4698733 w 5196891"/>
              <a:gd name="connsiteY6" fmla="*/ 314325 h 372428"/>
              <a:gd name="connsiteX7" fmla="*/ 4674921 w 5196891"/>
              <a:gd name="connsiteY7" fmla="*/ 256223 h 372428"/>
              <a:gd name="connsiteX8" fmla="*/ 4651108 w 5196891"/>
              <a:gd name="connsiteY8" fmla="*/ 300990 h 372428"/>
              <a:gd name="connsiteX9" fmla="*/ 4606341 w 5196891"/>
              <a:gd name="connsiteY9" fmla="*/ 0 h 372428"/>
              <a:gd name="connsiteX10" fmla="*/ 4551096 w 5196891"/>
              <a:gd name="connsiteY10" fmla="*/ 372428 h 372428"/>
              <a:gd name="connsiteX11" fmla="*/ 4530141 w 5196891"/>
              <a:gd name="connsiteY11" fmla="*/ 263843 h 372428"/>
              <a:gd name="connsiteX12" fmla="*/ 4304399 w 5196891"/>
              <a:gd name="connsiteY12" fmla="*/ 263843 h 372428"/>
              <a:gd name="connsiteX13" fmla="*/ 4274871 w 5196891"/>
              <a:gd name="connsiteY13" fmla="*/ 322898 h 372428"/>
              <a:gd name="connsiteX14" fmla="*/ 4239628 w 5196891"/>
              <a:gd name="connsiteY14" fmla="*/ 129540 h 372428"/>
              <a:gd name="connsiteX15" fmla="*/ 4196766 w 5196891"/>
              <a:gd name="connsiteY15" fmla="*/ 263843 h 372428"/>
              <a:gd name="connsiteX16" fmla="*/ 4110088 w 5196891"/>
              <a:gd name="connsiteY16" fmla="*/ 263843 h 372428"/>
              <a:gd name="connsiteX17" fmla="*/ 4085324 w 5196891"/>
              <a:gd name="connsiteY17" fmla="*/ 300990 h 372428"/>
              <a:gd name="connsiteX18" fmla="*/ 4059606 w 5196891"/>
              <a:gd name="connsiteY18" fmla="*/ 254318 h 372428"/>
              <a:gd name="connsiteX19" fmla="*/ 4026268 w 5196891"/>
              <a:gd name="connsiteY19" fmla="*/ 315278 h 372428"/>
              <a:gd name="connsiteX20" fmla="*/ 3994836 w 5196891"/>
              <a:gd name="connsiteY20" fmla="*/ 51435 h 372428"/>
              <a:gd name="connsiteX21" fmla="*/ 3953878 w 5196891"/>
              <a:gd name="connsiteY21" fmla="*/ 356235 h 372428"/>
              <a:gd name="connsiteX22" fmla="*/ 3926256 w 5196891"/>
              <a:gd name="connsiteY22" fmla="*/ 263843 h 372428"/>
              <a:gd name="connsiteX23" fmla="*/ 3856724 w 5196891"/>
              <a:gd name="connsiteY23" fmla="*/ 263843 h 372428"/>
              <a:gd name="connsiteX24" fmla="*/ 3828149 w 5196891"/>
              <a:gd name="connsiteY24" fmla="*/ 216218 h 372428"/>
              <a:gd name="connsiteX25" fmla="*/ 3795763 w 5196891"/>
              <a:gd name="connsiteY25" fmla="*/ 263843 h 372428"/>
              <a:gd name="connsiteX26" fmla="*/ 0 w 5196891"/>
              <a:gd name="connsiteY26" fmla="*/ 263842 h 372428"/>
              <a:gd name="connsiteX0" fmla="*/ 5698543 w 5698543"/>
              <a:gd name="connsiteY0" fmla="*/ 252570 h 372428"/>
              <a:gd name="connsiteX1" fmla="*/ 4903521 w 5698543"/>
              <a:gd name="connsiteY1" fmla="*/ 263843 h 372428"/>
              <a:gd name="connsiteX2" fmla="*/ 4875899 w 5698543"/>
              <a:gd name="connsiteY2" fmla="*/ 301943 h 372428"/>
              <a:gd name="connsiteX3" fmla="*/ 4835893 w 5698543"/>
              <a:gd name="connsiteY3" fmla="*/ 132398 h 372428"/>
              <a:gd name="connsiteX4" fmla="*/ 4799699 w 5698543"/>
              <a:gd name="connsiteY4" fmla="*/ 263843 h 372428"/>
              <a:gd name="connsiteX5" fmla="*/ 4712068 w 5698543"/>
              <a:gd name="connsiteY5" fmla="*/ 263843 h 372428"/>
              <a:gd name="connsiteX6" fmla="*/ 4698733 w 5698543"/>
              <a:gd name="connsiteY6" fmla="*/ 314325 h 372428"/>
              <a:gd name="connsiteX7" fmla="*/ 4674921 w 5698543"/>
              <a:gd name="connsiteY7" fmla="*/ 256223 h 372428"/>
              <a:gd name="connsiteX8" fmla="*/ 4651108 w 5698543"/>
              <a:gd name="connsiteY8" fmla="*/ 300990 h 372428"/>
              <a:gd name="connsiteX9" fmla="*/ 4606341 w 5698543"/>
              <a:gd name="connsiteY9" fmla="*/ 0 h 372428"/>
              <a:gd name="connsiteX10" fmla="*/ 4551096 w 5698543"/>
              <a:gd name="connsiteY10" fmla="*/ 372428 h 372428"/>
              <a:gd name="connsiteX11" fmla="*/ 4530141 w 5698543"/>
              <a:gd name="connsiteY11" fmla="*/ 263843 h 372428"/>
              <a:gd name="connsiteX12" fmla="*/ 4304399 w 5698543"/>
              <a:gd name="connsiteY12" fmla="*/ 263843 h 372428"/>
              <a:gd name="connsiteX13" fmla="*/ 4274871 w 5698543"/>
              <a:gd name="connsiteY13" fmla="*/ 322898 h 372428"/>
              <a:gd name="connsiteX14" fmla="*/ 4239628 w 5698543"/>
              <a:gd name="connsiteY14" fmla="*/ 129540 h 372428"/>
              <a:gd name="connsiteX15" fmla="*/ 4196766 w 5698543"/>
              <a:gd name="connsiteY15" fmla="*/ 263843 h 372428"/>
              <a:gd name="connsiteX16" fmla="*/ 4110088 w 5698543"/>
              <a:gd name="connsiteY16" fmla="*/ 263843 h 372428"/>
              <a:gd name="connsiteX17" fmla="*/ 4085324 w 5698543"/>
              <a:gd name="connsiteY17" fmla="*/ 300990 h 372428"/>
              <a:gd name="connsiteX18" fmla="*/ 4059606 w 5698543"/>
              <a:gd name="connsiteY18" fmla="*/ 254318 h 372428"/>
              <a:gd name="connsiteX19" fmla="*/ 4026268 w 5698543"/>
              <a:gd name="connsiteY19" fmla="*/ 315278 h 372428"/>
              <a:gd name="connsiteX20" fmla="*/ 3994836 w 5698543"/>
              <a:gd name="connsiteY20" fmla="*/ 51435 h 372428"/>
              <a:gd name="connsiteX21" fmla="*/ 3953878 w 5698543"/>
              <a:gd name="connsiteY21" fmla="*/ 356235 h 372428"/>
              <a:gd name="connsiteX22" fmla="*/ 3926256 w 5698543"/>
              <a:gd name="connsiteY22" fmla="*/ 263843 h 372428"/>
              <a:gd name="connsiteX23" fmla="*/ 3856724 w 5698543"/>
              <a:gd name="connsiteY23" fmla="*/ 263843 h 372428"/>
              <a:gd name="connsiteX24" fmla="*/ 3828149 w 5698543"/>
              <a:gd name="connsiteY24" fmla="*/ 216218 h 372428"/>
              <a:gd name="connsiteX25" fmla="*/ 3795763 w 5698543"/>
              <a:gd name="connsiteY25" fmla="*/ 263843 h 372428"/>
              <a:gd name="connsiteX26" fmla="*/ 0 w 5698543"/>
              <a:gd name="connsiteY26" fmla="*/ 263842 h 372428"/>
              <a:gd name="connsiteX0" fmla="*/ 5506901 w 5506901"/>
              <a:gd name="connsiteY0" fmla="*/ 252570 h 372428"/>
              <a:gd name="connsiteX1" fmla="*/ 4903521 w 5506901"/>
              <a:gd name="connsiteY1" fmla="*/ 263843 h 372428"/>
              <a:gd name="connsiteX2" fmla="*/ 4875899 w 5506901"/>
              <a:gd name="connsiteY2" fmla="*/ 301943 h 372428"/>
              <a:gd name="connsiteX3" fmla="*/ 4835893 w 5506901"/>
              <a:gd name="connsiteY3" fmla="*/ 132398 h 372428"/>
              <a:gd name="connsiteX4" fmla="*/ 4799699 w 5506901"/>
              <a:gd name="connsiteY4" fmla="*/ 263843 h 372428"/>
              <a:gd name="connsiteX5" fmla="*/ 4712068 w 5506901"/>
              <a:gd name="connsiteY5" fmla="*/ 263843 h 372428"/>
              <a:gd name="connsiteX6" fmla="*/ 4698733 w 5506901"/>
              <a:gd name="connsiteY6" fmla="*/ 314325 h 372428"/>
              <a:gd name="connsiteX7" fmla="*/ 4674921 w 5506901"/>
              <a:gd name="connsiteY7" fmla="*/ 256223 h 372428"/>
              <a:gd name="connsiteX8" fmla="*/ 4651108 w 5506901"/>
              <a:gd name="connsiteY8" fmla="*/ 300990 h 372428"/>
              <a:gd name="connsiteX9" fmla="*/ 4606341 w 5506901"/>
              <a:gd name="connsiteY9" fmla="*/ 0 h 372428"/>
              <a:gd name="connsiteX10" fmla="*/ 4551096 w 5506901"/>
              <a:gd name="connsiteY10" fmla="*/ 372428 h 372428"/>
              <a:gd name="connsiteX11" fmla="*/ 4530141 w 5506901"/>
              <a:gd name="connsiteY11" fmla="*/ 263843 h 372428"/>
              <a:gd name="connsiteX12" fmla="*/ 4304399 w 5506901"/>
              <a:gd name="connsiteY12" fmla="*/ 263843 h 372428"/>
              <a:gd name="connsiteX13" fmla="*/ 4274871 w 5506901"/>
              <a:gd name="connsiteY13" fmla="*/ 322898 h 372428"/>
              <a:gd name="connsiteX14" fmla="*/ 4239628 w 5506901"/>
              <a:gd name="connsiteY14" fmla="*/ 129540 h 372428"/>
              <a:gd name="connsiteX15" fmla="*/ 4196766 w 5506901"/>
              <a:gd name="connsiteY15" fmla="*/ 263843 h 372428"/>
              <a:gd name="connsiteX16" fmla="*/ 4110088 w 5506901"/>
              <a:gd name="connsiteY16" fmla="*/ 263843 h 372428"/>
              <a:gd name="connsiteX17" fmla="*/ 4085324 w 5506901"/>
              <a:gd name="connsiteY17" fmla="*/ 300990 h 372428"/>
              <a:gd name="connsiteX18" fmla="*/ 4059606 w 5506901"/>
              <a:gd name="connsiteY18" fmla="*/ 254318 h 372428"/>
              <a:gd name="connsiteX19" fmla="*/ 4026268 w 5506901"/>
              <a:gd name="connsiteY19" fmla="*/ 315278 h 372428"/>
              <a:gd name="connsiteX20" fmla="*/ 3994836 w 5506901"/>
              <a:gd name="connsiteY20" fmla="*/ 51435 h 372428"/>
              <a:gd name="connsiteX21" fmla="*/ 3953878 w 5506901"/>
              <a:gd name="connsiteY21" fmla="*/ 356235 h 372428"/>
              <a:gd name="connsiteX22" fmla="*/ 3926256 w 5506901"/>
              <a:gd name="connsiteY22" fmla="*/ 263843 h 372428"/>
              <a:gd name="connsiteX23" fmla="*/ 3856724 w 5506901"/>
              <a:gd name="connsiteY23" fmla="*/ 263843 h 372428"/>
              <a:gd name="connsiteX24" fmla="*/ 3828149 w 5506901"/>
              <a:gd name="connsiteY24" fmla="*/ 216218 h 372428"/>
              <a:gd name="connsiteX25" fmla="*/ 3795763 w 5506901"/>
              <a:gd name="connsiteY25" fmla="*/ 263843 h 372428"/>
              <a:gd name="connsiteX26" fmla="*/ 0 w 5506901"/>
              <a:gd name="connsiteY26" fmla="*/ 263842 h 372428"/>
              <a:gd name="connsiteX0" fmla="*/ 5721090 w 5721090"/>
              <a:gd name="connsiteY0" fmla="*/ 252570 h 372428"/>
              <a:gd name="connsiteX1" fmla="*/ 5117710 w 5721090"/>
              <a:gd name="connsiteY1" fmla="*/ 263843 h 372428"/>
              <a:gd name="connsiteX2" fmla="*/ 5090088 w 5721090"/>
              <a:gd name="connsiteY2" fmla="*/ 301943 h 372428"/>
              <a:gd name="connsiteX3" fmla="*/ 5050082 w 5721090"/>
              <a:gd name="connsiteY3" fmla="*/ 132398 h 372428"/>
              <a:gd name="connsiteX4" fmla="*/ 5013888 w 5721090"/>
              <a:gd name="connsiteY4" fmla="*/ 263843 h 372428"/>
              <a:gd name="connsiteX5" fmla="*/ 4926257 w 5721090"/>
              <a:gd name="connsiteY5" fmla="*/ 263843 h 372428"/>
              <a:gd name="connsiteX6" fmla="*/ 4912922 w 5721090"/>
              <a:gd name="connsiteY6" fmla="*/ 314325 h 372428"/>
              <a:gd name="connsiteX7" fmla="*/ 4889110 w 5721090"/>
              <a:gd name="connsiteY7" fmla="*/ 256223 h 372428"/>
              <a:gd name="connsiteX8" fmla="*/ 4865297 w 5721090"/>
              <a:gd name="connsiteY8" fmla="*/ 300990 h 372428"/>
              <a:gd name="connsiteX9" fmla="*/ 4820530 w 5721090"/>
              <a:gd name="connsiteY9" fmla="*/ 0 h 372428"/>
              <a:gd name="connsiteX10" fmla="*/ 4765285 w 5721090"/>
              <a:gd name="connsiteY10" fmla="*/ 372428 h 372428"/>
              <a:gd name="connsiteX11" fmla="*/ 4744330 w 5721090"/>
              <a:gd name="connsiteY11" fmla="*/ 263843 h 372428"/>
              <a:gd name="connsiteX12" fmla="*/ 4518588 w 5721090"/>
              <a:gd name="connsiteY12" fmla="*/ 263843 h 372428"/>
              <a:gd name="connsiteX13" fmla="*/ 4489060 w 5721090"/>
              <a:gd name="connsiteY13" fmla="*/ 322898 h 372428"/>
              <a:gd name="connsiteX14" fmla="*/ 4453817 w 5721090"/>
              <a:gd name="connsiteY14" fmla="*/ 129540 h 372428"/>
              <a:gd name="connsiteX15" fmla="*/ 4410955 w 5721090"/>
              <a:gd name="connsiteY15" fmla="*/ 263843 h 372428"/>
              <a:gd name="connsiteX16" fmla="*/ 4324277 w 5721090"/>
              <a:gd name="connsiteY16" fmla="*/ 263843 h 372428"/>
              <a:gd name="connsiteX17" fmla="*/ 4299513 w 5721090"/>
              <a:gd name="connsiteY17" fmla="*/ 300990 h 372428"/>
              <a:gd name="connsiteX18" fmla="*/ 4273795 w 5721090"/>
              <a:gd name="connsiteY18" fmla="*/ 254318 h 372428"/>
              <a:gd name="connsiteX19" fmla="*/ 4240457 w 5721090"/>
              <a:gd name="connsiteY19" fmla="*/ 315278 h 372428"/>
              <a:gd name="connsiteX20" fmla="*/ 4209025 w 5721090"/>
              <a:gd name="connsiteY20" fmla="*/ 51435 h 372428"/>
              <a:gd name="connsiteX21" fmla="*/ 4168067 w 5721090"/>
              <a:gd name="connsiteY21" fmla="*/ 356235 h 372428"/>
              <a:gd name="connsiteX22" fmla="*/ 4140445 w 5721090"/>
              <a:gd name="connsiteY22" fmla="*/ 263843 h 372428"/>
              <a:gd name="connsiteX23" fmla="*/ 4070913 w 5721090"/>
              <a:gd name="connsiteY23" fmla="*/ 263843 h 372428"/>
              <a:gd name="connsiteX24" fmla="*/ 4042338 w 5721090"/>
              <a:gd name="connsiteY24" fmla="*/ 216218 h 372428"/>
              <a:gd name="connsiteX25" fmla="*/ 4009952 w 5721090"/>
              <a:gd name="connsiteY25" fmla="*/ 263843 h 372428"/>
              <a:gd name="connsiteX26" fmla="*/ 0 w 5721090"/>
              <a:gd name="connsiteY26" fmla="*/ 258205 h 372428"/>
              <a:gd name="connsiteX0" fmla="*/ 5721090 w 5721090"/>
              <a:gd name="connsiteY0" fmla="*/ 258207 h 372428"/>
              <a:gd name="connsiteX1" fmla="*/ 5117710 w 5721090"/>
              <a:gd name="connsiteY1" fmla="*/ 263843 h 372428"/>
              <a:gd name="connsiteX2" fmla="*/ 5090088 w 5721090"/>
              <a:gd name="connsiteY2" fmla="*/ 301943 h 372428"/>
              <a:gd name="connsiteX3" fmla="*/ 5050082 w 5721090"/>
              <a:gd name="connsiteY3" fmla="*/ 132398 h 372428"/>
              <a:gd name="connsiteX4" fmla="*/ 5013888 w 5721090"/>
              <a:gd name="connsiteY4" fmla="*/ 263843 h 372428"/>
              <a:gd name="connsiteX5" fmla="*/ 4926257 w 5721090"/>
              <a:gd name="connsiteY5" fmla="*/ 263843 h 372428"/>
              <a:gd name="connsiteX6" fmla="*/ 4912922 w 5721090"/>
              <a:gd name="connsiteY6" fmla="*/ 314325 h 372428"/>
              <a:gd name="connsiteX7" fmla="*/ 4889110 w 5721090"/>
              <a:gd name="connsiteY7" fmla="*/ 256223 h 372428"/>
              <a:gd name="connsiteX8" fmla="*/ 4865297 w 5721090"/>
              <a:gd name="connsiteY8" fmla="*/ 300990 h 372428"/>
              <a:gd name="connsiteX9" fmla="*/ 4820530 w 5721090"/>
              <a:gd name="connsiteY9" fmla="*/ 0 h 372428"/>
              <a:gd name="connsiteX10" fmla="*/ 4765285 w 5721090"/>
              <a:gd name="connsiteY10" fmla="*/ 372428 h 372428"/>
              <a:gd name="connsiteX11" fmla="*/ 4744330 w 5721090"/>
              <a:gd name="connsiteY11" fmla="*/ 263843 h 372428"/>
              <a:gd name="connsiteX12" fmla="*/ 4518588 w 5721090"/>
              <a:gd name="connsiteY12" fmla="*/ 263843 h 372428"/>
              <a:gd name="connsiteX13" fmla="*/ 4489060 w 5721090"/>
              <a:gd name="connsiteY13" fmla="*/ 322898 h 372428"/>
              <a:gd name="connsiteX14" fmla="*/ 4453817 w 5721090"/>
              <a:gd name="connsiteY14" fmla="*/ 129540 h 372428"/>
              <a:gd name="connsiteX15" fmla="*/ 4410955 w 5721090"/>
              <a:gd name="connsiteY15" fmla="*/ 263843 h 372428"/>
              <a:gd name="connsiteX16" fmla="*/ 4324277 w 5721090"/>
              <a:gd name="connsiteY16" fmla="*/ 263843 h 372428"/>
              <a:gd name="connsiteX17" fmla="*/ 4299513 w 5721090"/>
              <a:gd name="connsiteY17" fmla="*/ 300990 h 372428"/>
              <a:gd name="connsiteX18" fmla="*/ 4273795 w 5721090"/>
              <a:gd name="connsiteY18" fmla="*/ 254318 h 372428"/>
              <a:gd name="connsiteX19" fmla="*/ 4240457 w 5721090"/>
              <a:gd name="connsiteY19" fmla="*/ 315278 h 372428"/>
              <a:gd name="connsiteX20" fmla="*/ 4209025 w 5721090"/>
              <a:gd name="connsiteY20" fmla="*/ 51435 h 372428"/>
              <a:gd name="connsiteX21" fmla="*/ 4168067 w 5721090"/>
              <a:gd name="connsiteY21" fmla="*/ 356235 h 372428"/>
              <a:gd name="connsiteX22" fmla="*/ 4140445 w 5721090"/>
              <a:gd name="connsiteY22" fmla="*/ 263843 h 372428"/>
              <a:gd name="connsiteX23" fmla="*/ 4070913 w 5721090"/>
              <a:gd name="connsiteY23" fmla="*/ 263843 h 372428"/>
              <a:gd name="connsiteX24" fmla="*/ 4042338 w 5721090"/>
              <a:gd name="connsiteY24" fmla="*/ 216218 h 372428"/>
              <a:gd name="connsiteX25" fmla="*/ 4009952 w 5721090"/>
              <a:gd name="connsiteY25" fmla="*/ 263843 h 372428"/>
              <a:gd name="connsiteX26" fmla="*/ 0 w 5721090"/>
              <a:gd name="connsiteY26" fmla="*/ 258205 h 372428"/>
              <a:gd name="connsiteX0" fmla="*/ 5721090 w 5721090"/>
              <a:gd name="connsiteY0" fmla="*/ 258207 h 372428"/>
              <a:gd name="connsiteX1" fmla="*/ 5117710 w 5721090"/>
              <a:gd name="connsiteY1" fmla="*/ 263843 h 372428"/>
              <a:gd name="connsiteX2" fmla="*/ 5090088 w 5721090"/>
              <a:gd name="connsiteY2" fmla="*/ 301943 h 372428"/>
              <a:gd name="connsiteX3" fmla="*/ 5050082 w 5721090"/>
              <a:gd name="connsiteY3" fmla="*/ 132398 h 372428"/>
              <a:gd name="connsiteX4" fmla="*/ 5013888 w 5721090"/>
              <a:gd name="connsiteY4" fmla="*/ 263843 h 372428"/>
              <a:gd name="connsiteX5" fmla="*/ 4926257 w 5721090"/>
              <a:gd name="connsiteY5" fmla="*/ 263843 h 372428"/>
              <a:gd name="connsiteX6" fmla="*/ 4912922 w 5721090"/>
              <a:gd name="connsiteY6" fmla="*/ 314325 h 372428"/>
              <a:gd name="connsiteX7" fmla="*/ 4889110 w 5721090"/>
              <a:gd name="connsiteY7" fmla="*/ 256223 h 372428"/>
              <a:gd name="connsiteX8" fmla="*/ 4865297 w 5721090"/>
              <a:gd name="connsiteY8" fmla="*/ 300990 h 372428"/>
              <a:gd name="connsiteX9" fmla="*/ 4820530 w 5721090"/>
              <a:gd name="connsiteY9" fmla="*/ 0 h 372428"/>
              <a:gd name="connsiteX10" fmla="*/ 4765285 w 5721090"/>
              <a:gd name="connsiteY10" fmla="*/ 372428 h 372428"/>
              <a:gd name="connsiteX11" fmla="*/ 4744330 w 5721090"/>
              <a:gd name="connsiteY11" fmla="*/ 263843 h 372428"/>
              <a:gd name="connsiteX12" fmla="*/ 4518588 w 5721090"/>
              <a:gd name="connsiteY12" fmla="*/ 263843 h 372428"/>
              <a:gd name="connsiteX13" fmla="*/ 4489060 w 5721090"/>
              <a:gd name="connsiteY13" fmla="*/ 322898 h 372428"/>
              <a:gd name="connsiteX14" fmla="*/ 4453817 w 5721090"/>
              <a:gd name="connsiteY14" fmla="*/ 129540 h 372428"/>
              <a:gd name="connsiteX15" fmla="*/ 4410955 w 5721090"/>
              <a:gd name="connsiteY15" fmla="*/ 263843 h 372428"/>
              <a:gd name="connsiteX16" fmla="*/ 4324277 w 5721090"/>
              <a:gd name="connsiteY16" fmla="*/ 263843 h 372428"/>
              <a:gd name="connsiteX17" fmla="*/ 4299513 w 5721090"/>
              <a:gd name="connsiteY17" fmla="*/ 300990 h 372428"/>
              <a:gd name="connsiteX18" fmla="*/ 4273795 w 5721090"/>
              <a:gd name="connsiteY18" fmla="*/ 254318 h 372428"/>
              <a:gd name="connsiteX19" fmla="*/ 4240457 w 5721090"/>
              <a:gd name="connsiteY19" fmla="*/ 315278 h 372428"/>
              <a:gd name="connsiteX20" fmla="*/ 4209025 w 5721090"/>
              <a:gd name="connsiteY20" fmla="*/ 51435 h 372428"/>
              <a:gd name="connsiteX21" fmla="*/ 4168067 w 5721090"/>
              <a:gd name="connsiteY21" fmla="*/ 356235 h 372428"/>
              <a:gd name="connsiteX22" fmla="*/ 4140445 w 5721090"/>
              <a:gd name="connsiteY22" fmla="*/ 263843 h 372428"/>
              <a:gd name="connsiteX23" fmla="*/ 4070913 w 5721090"/>
              <a:gd name="connsiteY23" fmla="*/ 263843 h 372428"/>
              <a:gd name="connsiteX24" fmla="*/ 4042338 w 5721090"/>
              <a:gd name="connsiteY24" fmla="*/ 216218 h 372428"/>
              <a:gd name="connsiteX25" fmla="*/ 4009952 w 5721090"/>
              <a:gd name="connsiteY25" fmla="*/ 263843 h 372428"/>
              <a:gd name="connsiteX26" fmla="*/ 0 w 5721090"/>
              <a:gd name="connsiteY26" fmla="*/ 269478 h 372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5721090" h="372428">
                <a:moveTo>
                  <a:pt x="5721090" y="258207"/>
                </a:moveTo>
                <a:lnTo>
                  <a:pt x="5117710" y="263843"/>
                </a:lnTo>
                <a:lnTo>
                  <a:pt x="5090088" y="301943"/>
                </a:lnTo>
                <a:lnTo>
                  <a:pt x="5050082" y="132398"/>
                </a:lnTo>
                <a:lnTo>
                  <a:pt x="5013888" y="263843"/>
                </a:lnTo>
                <a:lnTo>
                  <a:pt x="4926257" y="263843"/>
                </a:lnTo>
                <a:lnTo>
                  <a:pt x="4912922" y="314325"/>
                </a:lnTo>
                <a:lnTo>
                  <a:pt x="4889110" y="256223"/>
                </a:lnTo>
                <a:lnTo>
                  <a:pt x="4865297" y="300990"/>
                </a:lnTo>
                <a:lnTo>
                  <a:pt x="4820530" y="0"/>
                </a:lnTo>
                <a:lnTo>
                  <a:pt x="4765285" y="372428"/>
                </a:lnTo>
                <a:lnTo>
                  <a:pt x="4744330" y="263843"/>
                </a:lnTo>
                <a:lnTo>
                  <a:pt x="4518588" y="263843"/>
                </a:lnTo>
                <a:lnTo>
                  <a:pt x="4489060" y="322898"/>
                </a:lnTo>
                <a:lnTo>
                  <a:pt x="4453817" y="129540"/>
                </a:lnTo>
                <a:lnTo>
                  <a:pt x="4410955" y="263843"/>
                </a:lnTo>
                <a:lnTo>
                  <a:pt x="4324277" y="263843"/>
                </a:lnTo>
                <a:lnTo>
                  <a:pt x="4299513" y="300990"/>
                </a:lnTo>
                <a:lnTo>
                  <a:pt x="4273795" y="254318"/>
                </a:lnTo>
                <a:lnTo>
                  <a:pt x="4240457" y="315278"/>
                </a:lnTo>
                <a:lnTo>
                  <a:pt x="4209025" y="51435"/>
                </a:lnTo>
                <a:lnTo>
                  <a:pt x="4168067" y="356235"/>
                </a:lnTo>
                <a:lnTo>
                  <a:pt x="4140445" y="263843"/>
                </a:lnTo>
                <a:lnTo>
                  <a:pt x="4070913" y="263843"/>
                </a:lnTo>
                <a:lnTo>
                  <a:pt x="4042338" y="216218"/>
                </a:lnTo>
                <a:lnTo>
                  <a:pt x="4009952" y="263843"/>
                </a:lnTo>
                <a:lnTo>
                  <a:pt x="0" y="269478"/>
                </a:lnTo>
              </a:path>
            </a:pathLst>
          </a:custGeom>
          <a:noFill/>
          <a:ln w="28575" cap="rnd">
            <a:solidFill>
              <a:schemeClr val="accent1"/>
            </a:solidFill>
            <a:prstDash val="solid"/>
            <a:round/>
          </a:ln>
        </p:spPr>
        <p:txBody>
          <a:bodyPr lIns="68580" tIns="34290" rIns="68580" bIns="34290"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904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Picture with Caption">
  <p:cSld name="4_Picture with Caption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>
            <a:spLocks noGrp="1"/>
          </p:cNvSpPr>
          <p:nvPr>
            <p:ph type="pic" idx="2"/>
          </p:nvPr>
        </p:nvSpPr>
        <p:spPr>
          <a:xfrm>
            <a:off x="0" y="540000"/>
            <a:ext cx="9144000" cy="40635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8" name="Google Shape;88;p18"/>
          <p:cNvSpPr txBox="1">
            <a:spLocks noGrp="1"/>
          </p:cNvSpPr>
          <p:nvPr>
            <p:ph type="title"/>
          </p:nvPr>
        </p:nvSpPr>
        <p:spPr>
          <a:xfrm>
            <a:off x="4572000" y="543782"/>
            <a:ext cx="4572000" cy="884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181384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Images &amp; Contents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3779912" y="303498"/>
            <a:ext cx="5364088" cy="102611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ko-KR" altLang="en-US" sz="1400"/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4231392" y="549977"/>
            <a:ext cx="4475003" cy="533158"/>
          </a:xfrm>
          <a:prstGeom prst="rect">
            <a:avLst/>
          </a:prstGeom>
        </p:spPr>
        <p:txBody>
          <a:bodyPr lIns="68580" tIns="34290" rIns="68580" bIns="34290" anchor="ctr">
            <a:noAutofit/>
          </a:bodyPr>
          <a:lstStyle>
            <a:lvl1pPr algn="l">
              <a:defRPr sz="3000" b="0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altLang="ko-KR" dirty="0"/>
              <a:t>Images &amp; Contents</a:t>
            </a:r>
            <a:endParaRPr lang="ko-KR" altLang="en-US" dirty="0"/>
          </a:p>
        </p:txBody>
      </p:sp>
      <p:sp>
        <p:nvSpPr>
          <p:cNvPr id="3" name="그림 개체 틀 2"/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3779912" cy="51435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5100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FontTx/>
              <a:buNone/>
              <a:def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98C2D50-3619-48EA-833C-CBFA42C474ED}"/>
              </a:ext>
            </a:extLst>
          </p:cNvPr>
          <p:cNvGrpSpPr/>
          <p:nvPr userDrawn="1"/>
        </p:nvGrpSpPr>
        <p:grpSpPr>
          <a:xfrm rot="10800000" flipH="1" flipV="1">
            <a:off x="4266468" y="4424466"/>
            <a:ext cx="4627502" cy="646716"/>
            <a:chOff x="-711608" y="4905446"/>
            <a:chExt cx="12267395" cy="1714429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6BE6F97E-237C-4F49-BF74-07AD0A30E4A6}"/>
                </a:ext>
              </a:extLst>
            </p:cNvPr>
            <p:cNvSpPr/>
            <p:nvPr/>
          </p:nvSpPr>
          <p:spPr>
            <a:xfrm>
              <a:off x="6913640" y="4905446"/>
              <a:ext cx="4642147" cy="1714429"/>
            </a:xfrm>
            <a:custGeom>
              <a:avLst/>
              <a:gdLst>
                <a:gd name="connsiteX0" fmla="*/ 4794342 w 4797505"/>
                <a:gd name="connsiteY0" fmla="*/ 184721 h 1771805"/>
                <a:gd name="connsiteX1" fmla="*/ 4759588 w 4797505"/>
                <a:gd name="connsiteY1" fmla="*/ 70236 h 1771805"/>
                <a:gd name="connsiteX2" fmla="*/ 4668953 w 4797505"/>
                <a:gd name="connsiteY2" fmla="*/ 27303 h 1771805"/>
                <a:gd name="connsiteX3" fmla="*/ 4624657 w 4797505"/>
                <a:gd name="connsiteY3" fmla="*/ 6178 h 1771805"/>
                <a:gd name="connsiteX4" fmla="*/ 4564007 w 4797505"/>
                <a:gd name="connsiteY4" fmla="*/ 39570 h 1771805"/>
                <a:gd name="connsiteX5" fmla="*/ 4616480 w 4797505"/>
                <a:gd name="connsiteY5" fmla="*/ 84546 h 1771805"/>
                <a:gd name="connsiteX6" fmla="*/ 4665545 w 4797505"/>
                <a:gd name="connsiteY6" fmla="*/ 71598 h 1771805"/>
                <a:gd name="connsiteX7" fmla="*/ 4727559 w 4797505"/>
                <a:gd name="connsiteY7" fmla="*/ 101583 h 1771805"/>
                <a:gd name="connsiteX8" fmla="*/ 4750047 w 4797505"/>
                <a:gd name="connsiteY8" fmla="*/ 180633 h 1771805"/>
                <a:gd name="connsiteX9" fmla="*/ 4663501 w 4797505"/>
                <a:gd name="connsiteY9" fmla="*/ 456625 h 1771805"/>
                <a:gd name="connsiteX10" fmla="*/ 4638968 w 4797505"/>
                <a:gd name="connsiteY10" fmla="*/ 494787 h 1771805"/>
                <a:gd name="connsiteX11" fmla="*/ 4613073 w 4797505"/>
                <a:gd name="connsiteY11" fmla="*/ 507054 h 1771805"/>
                <a:gd name="connsiteX12" fmla="*/ 4430440 w 4797505"/>
                <a:gd name="connsiteY12" fmla="*/ 593600 h 1771805"/>
                <a:gd name="connsiteX13" fmla="*/ 4257349 w 4797505"/>
                <a:gd name="connsiteY13" fmla="*/ 504328 h 1771805"/>
                <a:gd name="connsiteX14" fmla="*/ 4231453 w 4797505"/>
                <a:gd name="connsiteY14" fmla="*/ 492062 h 1771805"/>
                <a:gd name="connsiteX15" fmla="*/ 4206920 w 4797505"/>
                <a:gd name="connsiteY15" fmla="*/ 453900 h 1771805"/>
                <a:gd name="connsiteX16" fmla="*/ 4119011 w 4797505"/>
                <a:gd name="connsiteY16" fmla="*/ 178588 h 1771805"/>
                <a:gd name="connsiteX17" fmla="*/ 4140818 w 4797505"/>
                <a:gd name="connsiteY17" fmla="*/ 99538 h 1771805"/>
                <a:gd name="connsiteX18" fmla="*/ 4203513 w 4797505"/>
                <a:gd name="connsiteY18" fmla="*/ 69554 h 1771805"/>
                <a:gd name="connsiteX19" fmla="*/ 4252578 w 4797505"/>
                <a:gd name="connsiteY19" fmla="*/ 82502 h 1771805"/>
                <a:gd name="connsiteX20" fmla="*/ 4305051 w 4797505"/>
                <a:gd name="connsiteY20" fmla="*/ 37525 h 1771805"/>
                <a:gd name="connsiteX21" fmla="*/ 4244401 w 4797505"/>
                <a:gd name="connsiteY21" fmla="*/ 4134 h 1771805"/>
                <a:gd name="connsiteX22" fmla="*/ 4199424 w 4797505"/>
                <a:gd name="connsiteY22" fmla="*/ 25259 h 1771805"/>
                <a:gd name="connsiteX23" fmla="*/ 4109471 w 4797505"/>
                <a:gd name="connsiteY23" fmla="*/ 68191 h 1771805"/>
                <a:gd name="connsiteX24" fmla="*/ 4075398 w 4797505"/>
                <a:gd name="connsiteY24" fmla="*/ 183359 h 1771805"/>
                <a:gd name="connsiteX25" fmla="*/ 4196698 w 4797505"/>
                <a:gd name="connsiteY25" fmla="*/ 520002 h 1771805"/>
                <a:gd name="connsiteX26" fmla="*/ 4204195 w 4797505"/>
                <a:gd name="connsiteY26" fmla="*/ 549986 h 1771805"/>
                <a:gd name="connsiteX27" fmla="*/ 4391597 w 4797505"/>
                <a:gd name="connsiteY27" fmla="*/ 660383 h 1771805"/>
                <a:gd name="connsiteX28" fmla="*/ 4391597 w 4797505"/>
                <a:gd name="connsiteY28" fmla="*/ 928880 h 1771805"/>
                <a:gd name="connsiteX29" fmla="*/ 4318680 w 4797505"/>
                <a:gd name="connsiteY29" fmla="*/ 1031099 h 1771805"/>
                <a:gd name="connsiteX30" fmla="*/ 3718992 w 4797505"/>
                <a:gd name="connsiteY30" fmla="*/ 1031099 h 1771805"/>
                <a:gd name="connsiteX31" fmla="*/ 3638579 w 4797505"/>
                <a:gd name="connsiteY31" fmla="*/ 673331 h 1771805"/>
                <a:gd name="connsiteX32" fmla="*/ 3626313 w 4797505"/>
                <a:gd name="connsiteY32" fmla="*/ 654250 h 1771805"/>
                <a:gd name="connsiteX33" fmla="*/ 3604506 w 4797505"/>
                <a:gd name="connsiteY33" fmla="*/ 646754 h 1771805"/>
                <a:gd name="connsiteX34" fmla="*/ 3603825 w 4797505"/>
                <a:gd name="connsiteY34" fmla="*/ 646754 h 1771805"/>
                <a:gd name="connsiteX35" fmla="*/ 3582018 w 4797505"/>
                <a:gd name="connsiteY35" fmla="*/ 654931 h 1771805"/>
                <a:gd name="connsiteX36" fmla="*/ 3570433 w 4797505"/>
                <a:gd name="connsiteY36" fmla="*/ 674694 h 1771805"/>
                <a:gd name="connsiteX37" fmla="*/ 3504331 w 4797505"/>
                <a:gd name="connsiteY37" fmla="*/ 1030418 h 1771805"/>
                <a:gd name="connsiteX38" fmla="*/ 3404837 w 4797505"/>
                <a:gd name="connsiteY38" fmla="*/ 1030418 h 1771805"/>
                <a:gd name="connsiteX39" fmla="*/ 3272633 w 4797505"/>
                <a:gd name="connsiteY39" fmla="*/ 319651 h 1771805"/>
                <a:gd name="connsiteX40" fmla="*/ 3261048 w 4797505"/>
                <a:gd name="connsiteY40" fmla="*/ 298526 h 1771805"/>
                <a:gd name="connsiteX41" fmla="*/ 3238560 w 4797505"/>
                <a:gd name="connsiteY41" fmla="*/ 290348 h 1771805"/>
                <a:gd name="connsiteX42" fmla="*/ 3216072 w 4797505"/>
                <a:gd name="connsiteY42" fmla="*/ 298526 h 1771805"/>
                <a:gd name="connsiteX43" fmla="*/ 3204487 w 4797505"/>
                <a:gd name="connsiteY43" fmla="*/ 319651 h 1771805"/>
                <a:gd name="connsiteX44" fmla="*/ 3060016 w 4797505"/>
                <a:gd name="connsiteY44" fmla="*/ 1199421 h 1771805"/>
                <a:gd name="connsiteX45" fmla="*/ 3046387 w 4797505"/>
                <a:gd name="connsiteY45" fmla="*/ 1041321 h 1771805"/>
                <a:gd name="connsiteX46" fmla="*/ 3035484 w 4797505"/>
                <a:gd name="connsiteY46" fmla="*/ 1018833 h 1771805"/>
                <a:gd name="connsiteX47" fmla="*/ 3012314 w 4797505"/>
                <a:gd name="connsiteY47" fmla="*/ 1009293 h 1771805"/>
                <a:gd name="connsiteX48" fmla="*/ 2970745 w 4797505"/>
                <a:gd name="connsiteY48" fmla="*/ 1009293 h 1771805"/>
                <a:gd name="connsiteX49" fmla="*/ 2970745 w 4797505"/>
                <a:gd name="connsiteY49" fmla="*/ 1008611 h 1771805"/>
                <a:gd name="connsiteX50" fmla="*/ 2938716 w 4797505"/>
                <a:gd name="connsiteY50" fmla="*/ 1008611 h 1771805"/>
                <a:gd name="connsiteX51" fmla="*/ 2909413 w 4797505"/>
                <a:gd name="connsiteY51" fmla="*/ 1008611 h 1771805"/>
                <a:gd name="connsiteX52" fmla="*/ 1420414 w 4797505"/>
                <a:gd name="connsiteY52" fmla="*/ 1008611 h 1771805"/>
                <a:gd name="connsiteX53" fmla="*/ 1399289 w 4797505"/>
                <a:gd name="connsiteY53" fmla="*/ 1008611 h 1771805"/>
                <a:gd name="connsiteX54" fmla="*/ 1380889 w 4797505"/>
                <a:gd name="connsiteY54" fmla="*/ 1008611 h 1771805"/>
                <a:gd name="connsiteX55" fmla="*/ 1358401 w 4797505"/>
                <a:gd name="connsiteY55" fmla="*/ 1016789 h 1771805"/>
                <a:gd name="connsiteX56" fmla="*/ 1346816 w 4797505"/>
                <a:gd name="connsiteY56" fmla="*/ 1037914 h 1771805"/>
                <a:gd name="connsiteX57" fmla="*/ 1250048 w 4797505"/>
                <a:gd name="connsiteY57" fmla="*/ 1495176 h 1771805"/>
                <a:gd name="connsiteX58" fmla="*/ 1083771 w 4797505"/>
                <a:gd name="connsiteY58" fmla="*/ 567023 h 1771805"/>
                <a:gd name="connsiteX59" fmla="*/ 1072186 w 4797505"/>
                <a:gd name="connsiteY59" fmla="*/ 545897 h 1771805"/>
                <a:gd name="connsiteX60" fmla="*/ 1049698 w 4797505"/>
                <a:gd name="connsiteY60" fmla="*/ 537720 h 1771805"/>
                <a:gd name="connsiteX61" fmla="*/ 1049016 w 4797505"/>
                <a:gd name="connsiteY61" fmla="*/ 537720 h 1771805"/>
                <a:gd name="connsiteX62" fmla="*/ 1048335 w 4797505"/>
                <a:gd name="connsiteY62" fmla="*/ 537720 h 1771805"/>
                <a:gd name="connsiteX63" fmla="*/ 1025847 w 4797505"/>
                <a:gd name="connsiteY63" fmla="*/ 547260 h 1771805"/>
                <a:gd name="connsiteX64" fmla="*/ 1014943 w 4797505"/>
                <a:gd name="connsiteY64" fmla="*/ 569748 h 1771805"/>
                <a:gd name="connsiteX65" fmla="*/ 978144 w 4797505"/>
                <a:gd name="connsiteY65" fmla="*/ 1009293 h 1771805"/>
                <a:gd name="connsiteX66" fmla="*/ 899094 w 4797505"/>
                <a:gd name="connsiteY66" fmla="*/ 1009293 h 1771805"/>
                <a:gd name="connsiteX67" fmla="*/ 876606 w 4797505"/>
                <a:gd name="connsiteY67" fmla="*/ 1017470 h 1771805"/>
                <a:gd name="connsiteX68" fmla="*/ 865021 w 4797505"/>
                <a:gd name="connsiteY68" fmla="*/ 1038595 h 1771805"/>
                <a:gd name="connsiteX69" fmla="*/ 805052 w 4797505"/>
                <a:gd name="connsiteY69" fmla="*/ 1289374 h 1771805"/>
                <a:gd name="connsiteX70" fmla="*/ 775068 w 4797505"/>
                <a:gd name="connsiteY70" fmla="*/ 1052906 h 1771805"/>
                <a:gd name="connsiteX71" fmla="*/ 762801 w 4797505"/>
                <a:gd name="connsiteY71" fmla="*/ 1033144 h 1771805"/>
                <a:gd name="connsiteX72" fmla="*/ 740995 w 4797505"/>
                <a:gd name="connsiteY72" fmla="*/ 1025648 h 1771805"/>
                <a:gd name="connsiteX73" fmla="*/ 3651 w 4797505"/>
                <a:gd name="connsiteY73" fmla="*/ 1025648 h 1771805"/>
                <a:gd name="connsiteX74" fmla="*/ 3651 w 4797505"/>
                <a:gd name="connsiteY74" fmla="*/ 1095157 h 1771805"/>
                <a:gd name="connsiteX75" fmla="*/ 713055 w 4797505"/>
                <a:gd name="connsiteY75" fmla="*/ 1095157 h 1771805"/>
                <a:gd name="connsiteX76" fmla="*/ 775749 w 4797505"/>
                <a:gd name="connsiteY76" fmla="*/ 1486999 h 1771805"/>
                <a:gd name="connsiteX77" fmla="*/ 788016 w 4797505"/>
                <a:gd name="connsiteY77" fmla="*/ 1506761 h 1771805"/>
                <a:gd name="connsiteX78" fmla="*/ 810504 w 4797505"/>
                <a:gd name="connsiteY78" fmla="*/ 1514257 h 1771805"/>
                <a:gd name="connsiteX79" fmla="*/ 810504 w 4797505"/>
                <a:gd name="connsiteY79" fmla="*/ 1514257 h 1771805"/>
                <a:gd name="connsiteX80" fmla="*/ 832311 w 4797505"/>
                <a:gd name="connsiteY80" fmla="*/ 1506080 h 1771805"/>
                <a:gd name="connsiteX81" fmla="*/ 843896 w 4797505"/>
                <a:gd name="connsiteY81" fmla="*/ 1485636 h 1771805"/>
                <a:gd name="connsiteX82" fmla="*/ 929079 w 4797505"/>
                <a:gd name="connsiteY82" fmla="*/ 1080165 h 1771805"/>
                <a:gd name="connsiteX83" fmla="*/ 1010173 w 4797505"/>
                <a:gd name="connsiteY83" fmla="*/ 1080165 h 1771805"/>
                <a:gd name="connsiteX84" fmla="*/ 1033343 w 4797505"/>
                <a:gd name="connsiteY84" fmla="*/ 1071306 h 1771805"/>
                <a:gd name="connsiteX85" fmla="*/ 1044246 w 4797505"/>
                <a:gd name="connsiteY85" fmla="*/ 1048817 h 1771805"/>
                <a:gd name="connsiteX86" fmla="*/ 1057875 w 4797505"/>
                <a:gd name="connsiteY86" fmla="*/ 890036 h 1771805"/>
                <a:gd name="connsiteX87" fmla="*/ 1216656 w 4797505"/>
                <a:gd name="connsiteY87" fmla="*/ 1740503 h 1771805"/>
                <a:gd name="connsiteX88" fmla="*/ 1228241 w 4797505"/>
                <a:gd name="connsiteY88" fmla="*/ 1761629 h 1771805"/>
                <a:gd name="connsiteX89" fmla="*/ 1250730 w 4797505"/>
                <a:gd name="connsiteY89" fmla="*/ 1769806 h 1771805"/>
                <a:gd name="connsiteX90" fmla="*/ 1273218 w 4797505"/>
                <a:gd name="connsiteY90" fmla="*/ 1760947 h 1771805"/>
                <a:gd name="connsiteX91" fmla="*/ 1284803 w 4797505"/>
                <a:gd name="connsiteY91" fmla="*/ 1739822 h 1771805"/>
                <a:gd name="connsiteX92" fmla="*/ 1410192 w 4797505"/>
                <a:gd name="connsiteY92" fmla="*/ 1078802 h 1771805"/>
                <a:gd name="connsiteX93" fmla="*/ 2907369 w 4797505"/>
                <a:gd name="connsiteY93" fmla="*/ 1078802 h 1771805"/>
                <a:gd name="connsiteX94" fmla="*/ 2936671 w 4797505"/>
                <a:gd name="connsiteY94" fmla="*/ 1078802 h 1771805"/>
                <a:gd name="connsiteX95" fmla="*/ 2968700 w 4797505"/>
                <a:gd name="connsiteY95" fmla="*/ 1078802 h 1771805"/>
                <a:gd name="connsiteX96" fmla="*/ 2968700 w 4797505"/>
                <a:gd name="connsiteY96" fmla="*/ 1078120 h 1771805"/>
                <a:gd name="connsiteX97" fmla="*/ 2978922 w 4797505"/>
                <a:gd name="connsiteY97" fmla="*/ 1078120 h 1771805"/>
                <a:gd name="connsiteX98" fmla="*/ 3015721 w 4797505"/>
                <a:gd name="connsiteY98" fmla="*/ 1497221 h 1771805"/>
                <a:gd name="connsiteX99" fmla="*/ 3026625 w 4797505"/>
                <a:gd name="connsiteY99" fmla="*/ 1519027 h 1771805"/>
                <a:gd name="connsiteX100" fmla="*/ 3049113 w 4797505"/>
                <a:gd name="connsiteY100" fmla="*/ 1528568 h 1771805"/>
                <a:gd name="connsiteX101" fmla="*/ 3049794 w 4797505"/>
                <a:gd name="connsiteY101" fmla="*/ 1528568 h 1771805"/>
                <a:gd name="connsiteX102" fmla="*/ 3050476 w 4797505"/>
                <a:gd name="connsiteY102" fmla="*/ 1528568 h 1771805"/>
                <a:gd name="connsiteX103" fmla="*/ 3072964 w 4797505"/>
                <a:gd name="connsiteY103" fmla="*/ 1520390 h 1771805"/>
                <a:gd name="connsiteX104" fmla="*/ 3084549 w 4797505"/>
                <a:gd name="connsiteY104" fmla="*/ 1499265 h 1771805"/>
                <a:gd name="connsiteX105" fmla="*/ 3237197 w 4797505"/>
                <a:gd name="connsiteY105" fmla="*/ 563615 h 1771805"/>
                <a:gd name="connsiteX106" fmla="*/ 3340098 w 4797505"/>
                <a:gd name="connsiteY106" fmla="*/ 1068580 h 1771805"/>
                <a:gd name="connsiteX107" fmla="*/ 3340098 w 4797505"/>
                <a:gd name="connsiteY107" fmla="*/ 1068580 h 1771805"/>
                <a:gd name="connsiteX108" fmla="*/ 3351683 w 4797505"/>
                <a:gd name="connsiteY108" fmla="*/ 1089705 h 1771805"/>
                <a:gd name="connsiteX109" fmla="*/ 3374171 w 4797505"/>
                <a:gd name="connsiteY109" fmla="*/ 1098564 h 1771805"/>
                <a:gd name="connsiteX110" fmla="*/ 3533634 w 4797505"/>
                <a:gd name="connsiteY110" fmla="*/ 1098564 h 1771805"/>
                <a:gd name="connsiteX111" fmla="*/ 3555441 w 4797505"/>
                <a:gd name="connsiteY111" fmla="*/ 1090387 h 1771805"/>
                <a:gd name="connsiteX112" fmla="*/ 3567026 w 4797505"/>
                <a:gd name="connsiteY112" fmla="*/ 1069943 h 1771805"/>
                <a:gd name="connsiteX113" fmla="*/ 3607232 w 4797505"/>
                <a:gd name="connsiteY113" fmla="*/ 842334 h 1771805"/>
                <a:gd name="connsiteX114" fmla="*/ 3656979 w 4797505"/>
                <a:gd name="connsiteY114" fmla="*/ 1071987 h 1771805"/>
                <a:gd name="connsiteX115" fmla="*/ 3669245 w 4797505"/>
                <a:gd name="connsiteY115" fmla="*/ 1091068 h 1771805"/>
                <a:gd name="connsiteX116" fmla="*/ 3690371 w 4797505"/>
                <a:gd name="connsiteY116" fmla="*/ 1098564 h 1771805"/>
                <a:gd name="connsiteX117" fmla="*/ 4326858 w 4797505"/>
                <a:gd name="connsiteY117" fmla="*/ 1098564 h 1771805"/>
                <a:gd name="connsiteX118" fmla="*/ 4368427 w 4797505"/>
                <a:gd name="connsiteY118" fmla="*/ 1098564 h 1771805"/>
                <a:gd name="connsiteX119" fmla="*/ 4459744 w 4797505"/>
                <a:gd name="connsiteY119" fmla="*/ 1015426 h 1771805"/>
                <a:gd name="connsiteX120" fmla="*/ 4459744 w 4797505"/>
                <a:gd name="connsiteY120" fmla="*/ 659020 h 1771805"/>
                <a:gd name="connsiteX121" fmla="*/ 4665545 w 4797505"/>
                <a:gd name="connsiteY121" fmla="*/ 552030 h 1771805"/>
                <a:gd name="connsiteX122" fmla="*/ 4673042 w 4797505"/>
                <a:gd name="connsiteY122" fmla="*/ 522046 h 1771805"/>
                <a:gd name="connsiteX123" fmla="*/ 4794342 w 4797505"/>
                <a:gd name="connsiteY123" fmla="*/ 184721 h 1771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4797505" h="1771805">
                  <a:moveTo>
                    <a:pt x="4794342" y="184721"/>
                  </a:moveTo>
                  <a:cubicBezTo>
                    <a:pt x="4799112" y="137019"/>
                    <a:pt x="4787527" y="98176"/>
                    <a:pt x="4759588" y="70236"/>
                  </a:cubicBezTo>
                  <a:cubicBezTo>
                    <a:pt x="4733692" y="43658"/>
                    <a:pt x="4698256" y="32074"/>
                    <a:pt x="4668953" y="27303"/>
                  </a:cubicBezTo>
                  <a:cubicBezTo>
                    <a:pt x="4659412" y="16400"/>
                    <a:pt x="4643739" y="8222"/>
                    <a:pt x="4624657" y="6178"/>
                  </a:cubicBezTo>
                  <a:cubicBezTo>
                    <a:pt x="4593310" y="2771"/>
                    <a:pt x="4566052" y="18444"/>
                    <a:pt x="4564007" y="39570"/>
                  </a:cubicBezTo>
                  <a:cubicBezTo>
                    <a:pt x="4561963" y="61377"/>
                    <a:pt x="4585814" y="81820"/>
                    <a:pt x="4616480" y="84546"/>
                  </a:cubicBezTo>
                  <a:cubicBezTo>
                    <a:pt x="4636242" y="86591"/>
                    <a:pt x="4653961" y="81139"/>
                    <a:pt x="4665545" y="71598"/>
                  </a:cubicBezTo>
                  <a:cubicBezTo>
                    <a:pt x="4686671" y="75687"/>
                    <a:pt x="4711203" y="83865"/>
                    <a:pt x="4727559" y="101583"/>
                  </a:cubicBezTo>
                  <a:cubicBezTo>
                    <a:pt x="4745958" y="119982"/>
                    <a:pt x="4753454" y="145878"/>
                    <a:pt x="4750047" y="180633"/>
                  </a:cubicBezTo>
                  <a:cubicBezTo>
                    <a:pt x="4742551" y="254912"/>
                    <a:pt x="4715974" y="366672"/>
                    <a:pt x="4663501" y="456625"/>
                  </a:cubicBezTo>
                  <a:cubicBezTo>
                    <a:pt x="4655323" y="470255"/>
                    <a:pt x="4647146" y="483203"/>
                    <a:pt x="4638968" y="494787"/>
                  </a:cubicBezTo>
                  <a:cubicBezTo>
                    <a:pt x="4629428" y="494787"/>
                    <a:pt x="4619888" y="499558"/>
                    <a:pt x="4613073" y="507054"/>
                  </a:cubicBezTo>
                  <a:cubicBezTo>
                    <a:pt x="4561963" y="567023"/>
                    <a:pt x="4499268" y="593600"/>
                    <a:pt x="4430440" y="593600"/>
                  </a:cubicBezTo>
                  <a:cubicBezTo>
                    <a:pt x="4365020" y="591555"/>
                    <a:pt x="4306414" y="562252"/>
                    <a:pt x="4257349" y="504328"/>
                  </a:cubicBezTo>
                  <a:cubicBezTo>
                    <a:pt x="4250534" y="496150"/>
                    <a:pt x="4240993" y="492062"/>
                    <a:pt x="4231453" y="492062"/>
                  </a:cubicBezTo>
                  <a:cubicBezTo>
                    <a:pt x="4223275" y="480477"/>
                    <a:pt x="4214417" y="467529"/>
                    <a:pt x="4206920" y="453900"/>
                  </a:cubicBezTo>
                  <a:cubicBezTo>
                    <a:pt x="4153766" y="363946"/>
                    <a:pt x="4126507" y="252186"/>
                    <a:pt x="4119011" y="178588"/>
                  </a:cubicBezTo>
                  <a:cubicBezTo>
                    <a:pt x="4115604" y="143834"/>
                    <a:pt x="4122419" y="117938"/>
                    <a:pt x="4140818" y="99538"/>
                  </a:cubicBezTo>
                  <a:cubicBezTo>
                    <a:pt x="4157855" y="81820"/>
                    <a:pt x="4181706" y="73643"/>
                    <a:pt x="4203513" y="69554"/>
                  </a:cubicBezTo>
                  <a:cubicBezTo>
                    <a:pt x="4214417" y="79095"/>
                    <a:pt x="4232816" y="84546"/>
                    <a:pt x="4252578" y="82502"/>
                  </a:cubicBezTo>
                  <a:cubicBezTo>
                    <a:pt x="4283926" y="79095"/>
                    <a:pt x="4307777" y="59332"/>
                    <a:pt x="4305051" y="37525"/>
                  </a:cubicBezTo>
                  <a:cubicBezTo>
                    <a:pt x="4303007" y="15718"/>
                    <a:pt x="4275748" y="726"/>
                    <a:pt x="4244401" y="4134"/>
                  </a:cubicBezTo>
                  <a:cubicBezTo>
                    <a:pt x="4225320" y="6178"/>
                    <a:pt x="4208964" y="14356"/>
                    <a:pt x="4199424" y="25259"/>
                  </a:cubicBezTo>
                  <a:cubicBezTo>
                    <a:pt x="4170121" y="30029"/>
                    <a:pt x="4135366" y="42296"/>
                    <a:pt x="4109471" y="68191"/>
                  </a:cubicBezTo>
                  <a:cubicBezTo>
                    <a:pt x="4081531" y="96131"/>
                    <a:pt x="4069946" y="134975"/>
                    <a:pt x="4075398" y="183359"/>
                  </a:cubicBezTo>
                  <a:cubicBezTo>
                    <a:pt x="4083575" y="262408"/>
                    <a:pt x="4118330" y="413012"/>
                    <a:pt x="4196698" y="520002"/>
                  </a:cubicBezTo>
                  <a:cubicBezTo>
                    <a:pt x="4194654" y="530224"/>
                    <a:pt x="4197380" y="541127"/>
                    <a:pt x="4204195" y="549986"/>
                  </a:cubicBezTo>
                  <a:cubicBezTo>
                    <a:pt x="4258712" y="614044"/>
                    <a:pt x="4319362" y="647435"/>
                    <a:pt x="4391597" y="660383"/>
                  </a:cubicBezTo>
                  <a:lnTo>
                    <a:pt x="4391597" y="928880"/>
                  </a:lnTo>
                  <a:cubicBezTo>
                    <a:pt x="4392960" y="972494"/>
                    <a:pt x="4385464" y="1027011"/>
                    <a:pt x="4318680" y="1031099"/>
                  </a:cubicBezTo>
                  <a:lnTo>
                    <a:pt x="3718992" y="1031099"/>
                  </a:lnTo>
                  <a:lnTo>
                    <a:pt x="3638579" y="673331"/>
                  </a:lnTo>
                  <a:cubicBezTo>
                    <a:pt x="3636535" y="665153"/>
                    <a:pt x="3632446" y="659020"/>
                    <a:pt x="3626313" y="654250"/>
                  </a:cubicBezTo>
                  <a:cubicBezTo>
                    <a:pt x="3620861" y="649480"/>
                    <a:pt x="3613365" y="647435"/>
                    <a:pt x="3604506" y="646754"/>
                  </a:cubicBezTo>
                  <a:lnTo>
                    <a:pt x="3603825" y="646754"/>
                  </a:lnTo>
                  <a:cubicBezTo>
                    <a:pt x="3595647" y="646754"/>
                    <a:pt x="3588151" y="649480"/>
                    <a:pt x="3582018" y="654931"/>
                  </a:cubicBezTo>
                  <a:cubicBezTo>
                    <a:pt x="3576566" y="659702"/>
                    <a:pt x="3571796" y="666516"/>
                    <a:pt x="3570433" y="674694"/>
                  </a:cubicBezTo>
                  <a:lnTo>
                    <a:pt x="3504331" y="1030418"/>
                  </a:lnTo>
                  <a:lnTo>
                    <a:pt x="3404837" y="1030418"/>
                  </a:lnTo>
                  <a:lnTo>
                    <a:pt x="3272633" y="319651"/>
                  </a:lnTo>
                  <a:cubicBezTo>
                    <a:pt x="3271270" y="311474"/>
                    <a:pt x="3267182" y="303978"/>
                    <a:pt x="3261048" y="298526"/>
                  </a:cubicBezTo>
                  <a:cubicBezTo>
                    <a:pt x="3254915" y="293074"/>
                    <a:pt x="3246738" y="290348"/>
                    <a:pt x="3238560" y="290348"/>
                  </a:cubicBezTo>
                  <a:cubicBezTo>
                    <a:pt x="3230382" y="290348"/>
                    <a:pt x="3222205" y="293756"/>
                    <a:pt x="3216072" y="298526"/>
                  </a:cubicBezTo>
                  <a:cubicBezTo>
                    <a:pt x="3209938" y="303978"/>
                    <a:pt x="3205850" y="311474"/>
                    <a:pt x="3204487" y="319651"/>
                  </a:cubicBezTo>
                  <a:lnTo>
                    <a:pt x="3060016" y="1199421"/>
                  </a:lnTo>
                  <a:lnTo>
                    <a:pt x="3046387" y="1041321"/>
                  </a:lnTo>
                  <a:cubicBezTo>
                    <a:pt x="3045706" y="1032462"/>
                    <a:pt x="3041617" y="1024285"/>
                    <a:pt x="3035484" y="1018833"/>
                  </a:cubicBezTo>
                  <a:cubicBezTo>
                    <a:pt x="3029351" y="1013381"/>
                    <a:pt x="3021173" y="1009293"/>
                    <a:pt x="3012314" y="1009293"/>
                  </a:cubicBezTo>
                  <a:lnTo>
                    <a:pt x="2970745" y="1009293"/>
                  </a:lnTo>
                  <a:lnTo>
                    <a:pt x="2970745" y="1008611"/>
                  </a:lnTo>
                  <a:lnTo>
                    <a:pt x="2938716" y="1008611"/>
                  </a:lnTo>
                  <a:lnTo>
                    <a:pt x="2909413" y="1008611"/>
                  </a:lnTo>
                  <a:lnTo>
                    <a:pt x="1420414" y="1008611"/>
                  </a:lnTo>
                  <a:lnTo>
                    <a:pt x="1399289" y="1008611"/>
                  </a:lnTo>
                  <a:lnTo>
                    <a:pt x="1380889" y="1008611"/>
                  </a:lnTo>
                  <a:cubicBezTo>
                    <a:pt x="1372030" y="1008611"/>
                    <a:pt x="1363853" y="1012018"/>
                    <a:pt x="1358401" y="1016789"/>
                  </a:cubicBezTo>
                  <a:cubicBezTo>
                    <a:pt x="1352268" y="1022240"/>
                    <a:pt x="1347498" y="1029736"/>
                    <a:pt x="1346816" y="1037914"/>
                  </a:cubicBezTo>
                  <a:lnTo>
                    <a:pt x="1250048" y="1495176"/>
                  </a:lnTo>
                  <a:lnTo>
                    <a:pt x="1083771" y="567023"/>
                  </a:lnTo>
                  <a:cubicBezTo>
                    <a:pt x="1082408" y="558845"/>
                    <a:pt x="1078319" y="551349"/>
                    <a:pt x="1072186" y="545897"/>
                  </a:cubicBezTo>
                  <a:cubicBezTo>
                    <a:pt x="1066053" y="540446"/>
                    <a:pt x="1058557" y="537720"/>
                    <a:pt x="1049698" y="537720"/>
                  </a:cubicBezTo>
                  <a:lnTo>
                    <a:pt x="1049016" y="537720"/>
                  </a:lnTo>
                  <a:lnTo>
                    <a:pt x="1048335" y="537720"/>
                  </a:lnTo>
                  <a:cubicBezTo>
                    <a:pt x="1040157" y="537720"/>
                    <a:pt x="1031980" y="541808"/>
                    <a:pt x="1025847" y="547260"/>
                  </a:cubicBezTo>
                  <a:cubicBezTo>
                    <a:pt x="1019713" y="552712"/>
                    <a:pt x="1015625" y="560889"/>
                    <a:pt x="1014943" y="569748"/>
                  </a:cubicBezTo>
                  <a:lnTo>
                    <a:pt x="978144" y="1009293"/>
                  </a:lnTo>
                  <a:lnTo>
                    <a:pt x="899094" y="1009293"/>
                  </a:lnTo>
                  <a:cubicBezTo>
                    <a:pt x="890235" y="1009293"/>
                    <a:pt x="882739" y="1012700"/>
                    <a:pt x="876606" y="1017470"/>
                  </a:cubicBezTo>
                  <a:cubicBezTo>
                    <a:pt x="870473" y="1022922"/>
                    <a:pt x="866384" y="1029736"/>
                    <a:pt x="865021" y="1038595"/>
                  </a:cubicBezTo>
                  <a:lnTo>
                    <a:pt x="805052" y="1289374"/>
                  </a:lnTo>
                  <a:lnTo>
                    <a:pt x="775068" y="1052906"/>
                  </a:lnTo>
                  <a:cubicBezTo>
                    <a:pt x="773705" y="1044729"/>
                    <a:pt x="768935" y="1037914"/>
                    <a:pt x="762801" y="1033144"/>
                  </a:cubicBezTo>
                  <a:cubicBezTo>
                    <a:pt x="756668" y="1028374"/>
                    <a:pt x="749172" y="1025648"/>
                    <a:pt x="740995" y="1025648"/>
                  </a:cubicBezTo>
                  <a:lnTo>
                    <a:pt x="3651" y="1025648"/>
                  </a:lnTo>
                  <a:lnTo>
                    <a:pt x="3651" y="1095157"/>
                  </a:lnTo>
                  <a:lnTo>
                    <a:pt x="713055" y="1095157"/>
                  </a:lnTo>
                  <a:lnTo>
                    <a:pt x="775749" y="1486999"/>
                  </a:lnTo>
                  <a:cubicBezTo>
                    <a:pt x="777794" y="1495176"/>
                    <a:pt x="781882" y="1501991"/>
                    <a:pt x="788016" y="1506761"/>
                  </a:cubicBezTo>
                  <a:cubicBezTo>
                    <a:pt x="794149" y="1511531"/>
                    <a:pt x="802326" y="1514257"/>
                    <a:pt x="810504" y="1514257"/>
                  </a:cubicBezTo>
                  <a:lnTo>
                    <a:pt x="810504" y="1514257"/>
                  </a:lnTo>
                  <a:cubicBezTo>
                    <a:pt x="818682" y="1514257"/>
                    <a:pt x="826178" y="1510850"/>
                    <a:pt x="832311" y="1506080"/>
                  </a:cubicBezTo>
                  <a:cubicBezTo>
                    <a:pt x="838444" y="1500628"/>
                    <a:pt x="842533" y="1493813"/>
                    <a:pt x="843896" y="1485636"/>
                  </a:cubicBezTo>
                  <a:lnTo>
                    <a:pt x="929079" y="1080165"/>
                  </a:lnTo>
                  <a:lnTo>
                    <a:pt x="1010173" y="1080165"/>
                  </a:lnTo>
                  <a:cubicBezTo>
                    <a:pt x="1019032" y="1080165"/>
                    <a:pt x="1027209" y="1076758"/>
                    <a:pt x="1033343" y="1071306"/>
                  </a:cubicBezTo>
                  <a:cubicBezTo>
                    <a:pt x="1039476" y="1065854"/>
                    <a:pt x="1043565" y="1057677"/>
                    <a:pt x="1044246" y="1048817"/>
                  </a:cubicBezTo>
                  <a:lnTo>
                    <a:pt x="1057875" y="890036"/>
                  </a:lnTo>
                  <a:lnTo>
                    <a:pt x="1216656" y="1740503"/>
                  </a:lnTo>
                  <a:cubicBezTo>
                    <a:pt x="1218019" y="1748681"/>
                    <a:pt x="1222108" y="1756177"/>
                    <a:pt x="1228241" y="1761629"/>
                  </a:cubicBezTo>
                  <a:cubicBezTo>
                    <a:pt x="1234375" y="1767080"/>
                    <a:pt x="1241871" y="1769806"/>
                    <a:pt x="1250730" y="1769806"/>
                  </a:cubicBezTo>
                  <a:cubicBezTo>
                    <a:pt x="1259589" y="1769806"/>
                    <a:pt x="1267085" y="1766399"/>
                    <a:pt x="1273218" y="1760947"/>
                  </a:cubicBezTo>
                  <a:cubicBezTo>
                    <a:pt x="1279351" y="1755495"/>
                    <a:pt x="1283440" y="1747999"/>
                    <a:pt x="1284803" y="1739822"/>
                  </a:cubicBezTo>
                  <a:lnTo>
                    <a:pt x="1410192" y="1078802"/>
                  </a:lnTo>
                  <a:lnTo>
                    <a:pt x="2907369" y="1078802"/>
                  </a:lnTo>
                  <a:lnTo>
                    <a:pt x="2936671" y="1078802"/>
                  </a:lnTo>
                  <a:lnTo>
                    <a:pt x="2968700" y="1078802"/>
                  </a:lnTo>
                  <a:lnTo>
                    <a:pt x="2968700" y="1078120"/>
                  </a:lnTo>
                  <a:lnTo>
                    <a:pt x="2978922" y="1078120"/>
                  </a:lnTo>
                  <a:lnTo>
                    <a:pt x="3015721" y="1497221"/>
                  </a:lnTo>
                  <a:cubicBezTo>
                    <a:pt x="3016403" y="1505398"/>
                    <a:pt x="3020492" y="1513576"/>
                    <a:pt x="3026625" y="1519027"/>
                  </a:cubicBezTo>
                  <a:cubicBezTo>
                    <a:pt x="3032758" y="1524479"/>
                    <a:pt x="3040254" y="1528568"/>
                    <a:pt x="3049113" y="1528568"/>
                  </a:cubicBezTo>
                  <a:lnTo>
                    <a:pt x="3049794" y="1528568"/>
                  </a:lnTo>
                  <a:lnTo>
                    <a:pt x="3050476" y="1528568"/>
                  </a:lnTo>
                  <a:cubicBezTo>
                    <a:pt x="3059335" y="1528568"/>
                    <a:pt x="3066831" y="1525161"/>
                    <a:pt x="3072964" y="1520390"/>
                  </a:cubicBezTo>
                  <a:cubicBezTo>
                    <a:pt x="3079097" y="1514939"/>
                    <a:pt x="3083186" y="1507443"/>
                    <a:pt x="3084549" y="1499265"/>
                  </a:cubicBezTo>
                  <a:lnTo>
                    <a:pt x="3237197" y="563615"/>
                  </a:lnTo>
                  <a:lnTo>
                    <a:pt x="3340098" y="1068580"/>
                  </a:lnTo>
                  <a:lnTo>
                    <a:pt x="3340098" y="1068580"/>
                  </a:lnTo>
                  <a:cubicBezTo>
                    <a:pt x="3341461" y="1076758"/>
                    <a:pt x="3345550" y="1084254"/>
                    <a:pt x="3351683" y="1089705"/>
                  </a:cubicBezTo>
                  <a:cubicBezTo>
                    <a:pt x="3357816" y="1095157"/>
                    <a:pt x="3365994" y="1098564"/>
                    <a:pt x="3374171" y="1098564"/>
                  </a:cubicBezTo>
                  <a:lnTo>
                    <a:pt x="3533634" y="1098564"/>
                  </a:lnTo>
                  <a:cubicBezTo>
                    <a:pt x="3541811" y="1098564"/>
                    <a:pt x="3549307" y="1095157"/>
                    <a:pt x="3555441" y="1090387"/>
                  </a:cubicBezTo>
                  <a:cubicBezTo>
                    <a:pt x="3561574" y="1085616"/>
                    <a:pt x="3565663" y="1078802"/>
                    <a:pt x="3567026" y="1069943"/>
                  </a:cubicBezTo>
                  <a:lnTo>
                    <a:pt x="3607232" y="842334"/>
                  </a:lnTo>
                  <a:lnTo>
                    <a:pt x="3656979" y="1071987"/>
                  </a:lnTo>
                  <a:cubicBezTo>
                    <a:pt x="3659023" y="1079483"/>
                    <a:pt x="3663112" y="1086298"/>
                    <a:pt x="3669245" y="1091068"/>
                  </a:cubicBezTo>
                  <a:cubicBezTo>
                    <a:pt x="3675378" y="1095838"/>
                    <a:pt x="3682875" y="1098564"/>
                    <a:pt x="3690371" y="1098564"/>
                  </a:cubicBezTo>
                  <a:cubicBezTo>
                    <a:pt x="3854603" y="1098564"/>
                    <a:pt x="4162625" y="1098564"/>
                    <a:pt x="4326858" y="1098564"/>
                  </a:cubicBezTo>
                  <a:cubicBezTo>
                    <a:pt x="4340487" y="1098564"/>
                    <a:pt x="4354798" y="1098564"/>
                    <a:pt x="4368427" y="1098564"/>
                  </a:cubicBezTo>
                  <a:cubicBezTo>
                    <a:pt x="4405226" y="1098564"/>
                    <a:pt x="4459744" y="1066536"/>
                    <a:pt x="4459744" y="1015426"/>
                  </a:cubicBezTo>
                  <a:lnTo>
                    <a:pt x="4459744" y="659020"/>
                  </a:lnTo>
                  <a:cubicBezTo>
                    <a:pt x="4532660" y="646072"/>
                    <a:pt x="4611710" y="615407"/>
                    <a:pt x="4665545" y="552030"/>
                  </a:cubicBezTo>
                  <a:cubicBezTo>
                    <a:pt x="4672360" y="543171"/>
                    <a:pt x="4675086" y="532268"/>
                    <a:pt x="4673042" y="522046"/>
                  </a:cubicBezTo>
                  <a:cubicBezTo>
                    <a:pt x="4752091" y="414375"/>
                    <a:pt x="4786846" y="264453"/>
                    <a:pt x="4794342" y="184721"/>
                  </a:cubicBezTo>
                  <a:close/>
                </a:path>
              </a:pathLst>
            </a:custGeom>
            <a:solidFill>
              <a:schemeClr val="accent1"/>
            </a:solidFill>
            <a:ln w="68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1F3C37DB-B814-413E-B87E-66D173097D3F}"/>
                </a:ext>
              </a:extLst>
            </p:cNvPr>
            <p:cNvGrpSpPr/>
            <p:nvPr/>
          </p:nvGrpSpPr>
          <p:grpSpPr>
            <a:xfrm>
              <a:off x="-711608" y="5658084"/>
              <a:ext cx="655351" cy="517912"/>
              <a:chOff x="5268098" y="5667609"/>
              <a:chExt cx="655351" cy="517912"/>
            </a:xfrm>
          </p:grpSpPr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7EB85841-20E3-4B2B-8973-E00BEF9845D4}"/>
                  </a:ext>
                </a:extLst>
              </p:cNvPr>
              <p:cNvSpPr/>
              <p:nvPr/>
            </p:nvSpPr>
            <p:spPr>
              <a:xfrm>
                <a:off x="5268098" y="5667609"/>
                <a:ext cx="517912" cy="517912"/>
              </a:xfrm>
              <a:custGeom>
                <a:avLst/>
                <a:gdLst>
                  <a:gd name="connsiteX0" fmla="*/ 460475 w 517912"/>
                  <a:gd name="connsiteY0" fmla="*/ 259443 h 517912"/>
                  <a:gd name="connsiteX1" fmla="*/ 259443 w 517912"/>
                  <a:gd name="connsiteY1" fmla="*/ 460475 h 517912"/>
                  <a:gd name="connsiteX2" fmla="*/ 58411 w 517912"/>
                  <a:gd name="connsiteY2" fmla="*/ 259443 h 517912"/>
                  <a:gd name="connsiteX3" fmla="*/ 259443 w 517912"/>
                  <a:gd name="connsiteY3" fmla="*/ 58411 h 517912"/>
                  <a:gd name="connsiteX4" fmla="*/ 460475 w 517912"/>
                  <a:gd name="connsiteY4" fmla="*/ 259443 h 5179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17912" h="517912">
                    <a:moveTo>
                      <a:pt x="460475" y="259443"/>
                    </a:moveTo>
                    <a:cubicBezTo>
                      <a:pt x="460475" y="370470"/>
                      <a:pt x="370470" y="460475"/>
                      <a:pt x="259443" y="460475"/>
                    </a:cubicBezTo>
                    <a:cubicBezTo>
                      <a:pt x="148416" y="460475"/>
                      <a:pt x="58411" y="370470"/>
                      <a:pt x="58411" y="259443"/>
                    </a:cubicBezTo>
                    <a:cubicBezTo>
                      <a:pt x="58411" y="148416"/>
                      <a:pt x="148416" y="58411"/>
                      <a:pt x="259443" y="58411"/>
                    </a:cubicBezTo>
                    <a:cubicBezTo>
                      <a:pt x="370470" y="58411"/>
                      <a:pt x="460475" y="148416"/>
                      <a:pt x="460475" y="259443"/>
                    </a:cubicBezTo>
                    <a:close/>
                  </a:path>
                </a:pathLst>
              </a:custGeom>
              <a:noFill/>
              <a:ln w="108857" cap="flat">
                <a:solidFill>
                  <a:schemeClr val="accent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50CB10DD-AABC-4EC4-BAD8-E9E469ADD706}"/>
                  </a:ext>
                </a:extLst>
              </p:cNvPr>
              <p:cNvSpPr/>
              <p:nvPr/>
            </p:nvSpPr>
            <p:spPr>
              <a:xfrm>
                <a:off x="5724922" y="5874289"/>
                <a:ext cx="198527" cy="129468"/>
              </a:xfrm>
              <a:prstGeom prst="roundRect">
                <a:avLst>
                  <a:gd name="adj" fmla="val 5000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EB82D89-C9A8-4B16-9538-883DA044007E}"/>
                </a:ext>
              </a:extLst>
            </p:cNvPr>
            <p:cNvSpPr/>
            <p:nvPr/>
          </p:nvSpPr>
          <p:spPr>
            <a:xfrm>
              <a:off x="-343344" y="5898145"/>
              <a:ext cx="7817569" cy="6533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9437992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Slide layout">
    <p:bg>
      <p:bgPr>
        <a:blipFill dpi="0" rotWithShape="1">
          <a:blip r:embed="rId2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EB02D49-8C0B-40D9-818D-EACE6BC422B7}"/>
              </a:ext>
            </a:extLst>
          </p:cNvPr>
          <p:cNvSpPr/>
          <p:nvPr userDrawn="1"/>
        </p:nvSpPr>
        <p:spPr>
          <a:xfrm>
            <a:off x="7019365" y="0"/>
            <a:ext cx="2124635" cy="5143500"/>
          </a:xfrm>
          <a:prstGeom prst="rect">
            <a:avLst/>
          </a:prstGeom>
          <a:solidFill>
            <a:schemeClr val="accent1">
              <a:alpha val="5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88F0E76-DED9-47A2-9146-B3DD1A3BBB79}"/>
              </a:ext>
            </a:extLst>
          </p:cNvPr>
          <p:cNvSpPr/>
          <p:nvPr userDrawn="1"/>
        </p:nvSpPr>
        <p:spPr>
          <a:xfrm>
            <a:off x="4871198" y="0"/>
            <a:ext cx="2148168" cy="5143500"/>
          </a:xfrm>
          <a:prstGeom prst="rect">
            <a:avLst/>
          </a:prstGeom>
          <a:solidFill>
            <a:schemeClr val="accent2">
              <a:alpha val="5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60155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1046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737" r:id="rId2"/>
    <p:sldLayoutId id="2147483749" r:id="rId3"/>
  </p:sldLayoutIdLst>
  <p:txStyles>
    <p:titleStyle>
      <a:lvl1pPr algn="l" defTabSz="685817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4" indent="-171454" algn="l" defTabSz="685817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64" indent="-171454" algn="l" defTabSz="68581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71" indent="-171454" algn="l" defTabSz="68581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80" indent="-171454" algn="l" defTabSz="68581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89" indent="-171454" algn="l" defTabSz="68581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97" indent="-171454" algn="l" defTabSz="68581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906" indent="-171454" algn="l" defTabSz="68581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814" indent="-171454" algn="l" defTabSz="68581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724" indent="-171454" algn="l" defTabSz="68581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1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9" algn="l" defTabSz="68581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17" algn="l" defTabSz="68581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26" algn="l" defTabSz="68581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34" algn="l" defTabSz="68581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44" algn="l" defTabSz="68581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51" algn="l" defTabSz="68581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60" algn="l" defTabSz="68581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69" algn="l" defTabSz="68581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0174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8" r:id="rId2"/>
    <p:sldLayoutId id="2147483743" r:id="rId3"/>
    <p:sldLayoutId id="2147483742" r:id="rId4"/>
    <p:sldLayoutId id="2147483731" r:id="rId5"/>
    <p:sldLayoutId id="2147483739" r:id="rId6"/>
    <p:sldLayoutId id="2147483736" r:id="rId7"/>
    <p:sldLayoutId id="2147483744" r:id="rId8"/>
    <p:sldLayoutId id="2147483745" r:id="rId9"/>
    <p:sldLayoutId id="2147483746" r:id="rId10"/>
    <p:sldLayoutId id="2147483747" r:id="rId11"/>
    <p:sldLayoutId id="2147483748" r:id="rId12"/>
  </p:sldLayoutIdLst>
  <p:txStyles>
    <p:titleStyle>
      <a:lvl1pPr algn="l" defTabSz="685817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4" indent="-171454" algn="l" defTabSz="685817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64" indent="-171454" algn="l" defTabSz="68581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71" indent="-171454" algn="l" defTabSz="68581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80" indent="-171454" algn="l" defTabSz="68581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89" indent="-171454" algn="l" defTabSz="68581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97" indent="-171454" algn="l" defTabSz="68581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906" indent="-171454" algn="l" defTabSz="68581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814" indent="-171454" algn="l" defTabSz="68581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724" indent="-171454" algn="l" defTabSz="68581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1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9" algn="l" defTabSz="68581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17" algn="l" defTabSz="68581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26" algn="l" defTabSz="68581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34" algn="l" defTabSz="68581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44" algn="l" defTabSz="68581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51" algn="l" defTabSz="68581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60" algn="l" defTabSz="68581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69" algn="l" defTabSz="68581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5178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defTabSz="685817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4" indent="-171454" algn="l" defTabSz="685817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64" indent="-171454" algn="l" defTabSz="68581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71" indent="-171454" algn="l" defTabSz="68581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80" indent="-171454" algn="l" defTabSz="68581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89" indent="-171454" algn="l" defTabSz="68581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97" indent="-171454" algn="l" defTabSz="68581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906" indent="-171454" algn="l" defTabSz="68581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814" indent="-171454" algn="l" defTabSz="68581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724" indent="-171454" algn="l" defTabSz="68581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1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9" algn="l" defTabSz="68581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17" algn="l" defTabSz="68581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26" algn="l" defTabSz="68581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34" algn="l" defTabSz="68581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44" algn="l" defTabSz="68581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51" algn="l" defTabSz="68581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60" algn="l" defTabSz="68581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69" algn="l" defTabSz="68581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oogleslidesthemes.com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chart" Target="../charts/chart5.xml"/><Relationship Id="rId7" Type="http://schemas.openxmlformats.org/officeDocument/2006/relationships/image" Target="../media/image10.png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4.jfif"/><Relationship Id="rId5" Type="http://schemas.openxmlformats.org/officeDocument/2006/relationships/chart" Target="../charts/chart7.xml"/><Relationship Id="rId4" Type="http://schemas.openxmlformats.org/officeDocument/2006/relationships/chart" Target="../charts/char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png"/><Relationship Id="rId11" Type="http://schemas.openxmlformats.org/officeDocument/2006/relationships/image" Target="../media/image24.svg"/><Relationship Id="rId5" Type="http://schemas.openxmlformats.org/officeDocument/2006/relationships/image" Target="../media/image18.sv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7" Type="http://schemas.openxmlformats.org/officeDocument/2006/relationships/image" Target="../media/image3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30.png"/><Relationship Id="rId5" Type="http://schemas.openxmlformats.org/officeDocument/2006/relationships/image" Target="../media/image29.svg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6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8.sv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svg"/><Relationship Id="rId7" Type="http://schemas.openxmlformats.org/officeDocument/2006/relationships/image" Target="../media/image45.sv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4.png"/><Relationship Id="rId5" Type="http://schemas.openxmlformats.org/officeDocument/2006/relationships/image" Target="../media/image43.svg"/><Relationship Id="rId4" Type="http://schemas.openxmlformats.org/officeDocument/2006/relationships/image" Target="../media/image4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7.sv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hlinkClick r:id="rId2"/>
          </p:cNvPr>
          <p:cNvSpPr txBox="1"/>
          <p:nvPr/>
        </p:nvSpPr>
        <p:spPr>
          <a:xfrm>
            <a:off x="150546" y="4739542"/>
            <a:ext cx="8842905" cy="300082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ru-RU" altLang="ko-KR" sz="1500" b="1" dirty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itchFamily="34" charset="0"/>
              </a:rPr>
              <a:t>Пронькина Анна Александровна, ФГБОУ ВО «Пензенский государственный университет»</a:t>
            </a:r>
            <a:endParaRPr lang="ko-KR" altLang="en-US" sz="1500" b="1" dirty="0"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Arial" pitchFamily="34" charset="0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826B5D56-D751-4A5B-92B6-A51AB002259A}"/>
              </a:ext>
            </a:extLst>
          </p:cNvPr>
          <p:cNvSpPr txBox="1"/>
          <p:nvPr/>
        </p:nvSpPr>
        <p:spPr>
          <a:xfrm>
            <a:off x="7569200" y="3672812"/>
            <a:ext cx="1574800" cy="807913"/>
          </a:xfrm>
          <a:prstGeom prst="rect">
            <a:avLst/>
          </a:prstGeom>
          <a:noFill/>
        </p:spPr>
        <p:txBody>
          <a:bodyPr wrap="square" lIns="68580" tIns="34290" rIns="68580" bIns="34290" rtlCol="0" anchor="ctr">
            <a:spAutoFit/>
          </a:bodyPr>
          <a:lstStyle/>
          <a:p>
            <a:r>
              <a:rPr lang="en-US" altLang="ko-KR" sz="4800" dirty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Franklin Gothic Heavy" panose="020B0903020102020204" pitchFamily="34" charset="0"/>
                <a:cs typeface="Aharoni" panose="02010803020104030203" pitchFamily="2" charset="-79"/>
              </a:rPr>
              <a:t>20</a:t>
            </a:r>
            <a:r>
              <a:rPr lang="ru-RU" altLang="ko-KR" sz="4800" dirty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Franklin Gothic Heavy" panose="020B0903020102020204" pitchFamily="34" charset="0"/>
                <a:cs typeface="Aharoni" panose="02010803020104030203" pitchFamily="2" charset="-79"/>
              </a:rPr>
              <a:t>26</a:t>
            </a:r>
            <a:endParaRPr lang="ko-KR" altLang="en-US" sz="4800" dirty="0"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  <a:latin typeface="Franklin Gothic Heavy" panose="020B0903020102020204" pitchFamily="34" charset="0"/>
              <a:cs typeface="Aharoni" panose="02010803020104030203" pitchFamily="2" charset="-79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F166F6B-B975-4F3C-BCF2-9971086140FB}"/>
              </a:ext>
            </a:extLst>
          </p:cNvPr>
          <p:cNvSpPr txBox="1"/>
          <p:nvPr/>
        </p:nvSpPr>
        <p:spPr>
          <a:xfrm>
            <a:off x="0" y="2381406"/>
            <a:ext cx="3824553" cy="1669688"/>
          </a:xfrm>
          <a:prstGeom prst="rect">
            <a:avLst/>
          </a:prstGeom>
          <a:noFill/>
        </p:spPr>
        <p:txBody>
          <a:bodyPr wrap="square" lIns="68580" tIns="34290" rIns="68580" bIns="34290" rtlCol="0" anchor="ctr">
            <a:spAutoFit/>
          </a:bodyPr>
          <a:lstStyle/>
          <a:p>
            <a:pPr algn="ctr"/>
            <a:r>
              <a:rPr lang="ru-RU" altLang="ko-KR" sz="2600" b="1" dirty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itchFamily="34" charset="0"/>
              </a:rPr>
              <a:t>Диагностика, лечение и современные подходы к профилактике</a:t>
            </a:r>
            <a:endParaRPr lang="ko-KR" altLang="en-US" sz="2600" b="1" dirty="0"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Arial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21F751-3C5B-4561-AD14-8637C5B66736}"/>
              </a:ext>
            </a:extLst>
          </p:cNvPr>
          <p:cNvSpPr txBox="1"/>
          <p:nvPr/>
        </p:nvSpPr>
        <p:spPr>
          <a:xfrm>
            <a:off x="150547" y="0"/>
            <a:ext cx="8842905" cy="132343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altLang="ko-KR" sz="4000" b="1" dirty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itchFamily="34" charset="0"/>
              </a:rPr>
              <a:t>Остеопороз: тихая эпидемия переломов</a:t>
            </a:r>
            <a:endParaRPr lang="ko-KR" altLang="en-US" sz="4000" b="1" dirty="0"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2476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7EB02D49-8C0B-40D9-818D-EACE6BC422B7}"/>
              </a:ext>
            </a:extLst>
          </p:cNvPr>
          <p:cNvSpPr/>
          <p:nvPr/>
        </p:nvSpPr>
        <p:spPr>
          <a:xfrm>
            <a:off x="8828169" y="0"/>
            <a:ext cx="315831" cy="5143500"/>
          </a:xfrm>
          <a:prstGeom prst="rect">
            <a:avLst/>
          </a:prstGeom>
          <a:solidFill>
            <a:schemeClr val="accent1">
              <a:alpha val="5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21310" y="155832"/>
            <a:ext cx="8870290" cy="746358"/>
          </a:xfrm>
          <a:prstGeom prst="rect">
            <a:avLst/>
          </a:prstGeom>
          <a:noFill/>
        </p:spPr>
        <p:txBody>
          <a:bodyPr wrap="square" lIns="68580" tIns="34290" rIns="68580" bIns="34290" rtlCol="0" anchor="ctr">
            <a:spAutoFit/>
          </a:bodyPr>
          <a:lstStyle/>
          <a:p>
            <a:pPr algn="ctr"/>
            <a:r>
              <a:rPr lang="ru-RU" altLang="ko-KR" sz="44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itchFamily="34" charset="0"/>
              </a:rPr>
              <a:t>Что такое остеопороз?</a:t>
            </a:r>
            <a:endParaRPr lang="ko-KR" altLang="en-US" sz="4400" b="1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Arial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F024045-B298-4962-9312-D0F2ECA5F537}"/>
              </a:ext>
            </a:extLst>
          </p:cNvPr>
          <p:cNvGrpSpPr/>
          <p:nvPr/>
        </p:nvGrpSpPr>
        <p:grpSpPr>
          <a:xfrm>
            <a:off x="932273" y="928818"/>
            <a:ext cx="6161254" cy="958994"/>
            <a:chOff x="6751979" y="1430459"/>
            <a:chExt cx="4526163" cy="1132771"/>
          </a:xfrm>
        </p:grpSpPr>
        <p:sp>
          <p:nvSpPr>
            <p:cNvPr id="8" name="TextBox 7"/>
            <p:cNvSpPr txBox="1"/>
            <p:nvPr/>
          </p:nvSpPr>
          <p:spPr>
            <a:xfrm>
              <a:off x="6770450" y="2090617"/>
              <a:ext cx="4507692" cy="4726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altLang="ko-KR" sz="2000" dirty="0">
                  <a:solidFill>
                    <a:schemeClr val="accent3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Arial" pitchFamily="34" charset="0"/>
                </a:rPr>
                <a:t>метаболическое заболевание скелета, имеющее:</a:t>
              </a:r>
              <a:endParaRPr lang="en-US" altLang="ko-KR" sz="2000" dirty="0">
                <a:solidFill>
                  <a:schemeClr val="accent3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itchFamily="34" charset="0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751979" y="1430459"/>
              <a:ext cx="4507692" cy="76345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ru-RU" altLang="ko-KR" sz="3600" b="1" dirty="0">
                  <a:solidFill>
                    <a:schemeClr val="accent2">
                      <a:lumMod val="5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Arial" pitchFamily="34" charset="0"/>
                </a:rPr>
                <a:t>Остеопороз -</a:t>
              </a:r>
              <a:endParaRPr lang="ko-KR" altLang="en-US" sz="3600" b="1" dirty="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itchFamily="34" charset="0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3F0793B-F456-4372-9968-14B1B4CC92FE}"/>
              </a:ext>
            </a:extLst>
          </p:cNvPr>
          <p:cNvGrpSpPr/>
          <p:nvPr/>
        </p:nvGrpSpPr>
        <p:grpSpPr>
          <a:xfrm>
            <a:off x="932273" y="2169771"/>
            <a:ext cx="6425452" cy="1231106"/>
            <a:chOff x="6768794" y="1665696"/>
            <a:chExt cx="4509349" cy="999816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113A8D8-E9F3-4462-B979-57705D4707CC}"/>
                </a:ext>
              </a:extLst>
            </p:cNvPr>
            <p:cNvSpPr txBox="1"/>
            <p:nvPr/>
          </p:nvSpPr>
          <p:spPr>
            <a:xfrm>
              <a:off x="6770451" y="2090618"/>
              <a:ext cx="4507692" cy="5748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altLang="ko-KR" sz="2000" dirty="0">
                  <a:solidFill>
                    <a:schemeClr val="accent3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Arial" pitchFamily="34" charset="0"/>
                </a:rPr>
                <a:t>- Нарушение </a:t>
              </a:r>
              <a:r>
                <a:rPr lang="ru-RU" altLang="ko-KR" sz="2000" dirty="0" err="1">
                  <a:solidFill>
                    <a:schemeClr val="accent3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Arial" pitchFamily="34" charset="0"/>
                </a:rPr>
                <a:t>микроархитектоники</a:t>
              </a:r>
              <a:r>
                <a:rPr lang="ru-RU" altLang="ko-KR" sz="2000" dirty="0">
                  <a:solidFill>
                    <a:schemeClr val="accent3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Arial" pitchFamily="34" charset="0"/>
                </a:rPr>
                <a:t> костной ткани.</a:t>
              </a:r>
              <a:endParaRPr lang="en-US" altLang="ko-KR" sz="2000" dirty="0">
                <a:solidFill>
                  <a:schemeClr val="accent3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itchFamily="34" charset="0"/>
              </a:endParaRPr>
            </a:p>
            <a:p>
              <a:r>
                <a:rPr lang="ru-RU" altLang="ko-KR" sz="2000" dirty="0">
                  <a:solidFill>
                    <a:schemeClr val="accent3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Arial" pitchFamily="34" charset="0"/>
                </a:rPr>
                <a:t>- Снижение костной массы.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39C4717-4026-4D05-A2CF-7DD355C79381}"/>
                </a:ext>
              </a:extLst>
            </p:cNvPr>
            <p:cNvSpPr txBox="1"/>
            <p:nvPr/>
          </p:nvSpPr>
          <p:spPr>
            <a:xfrm>
              <a:off x="6768794" y="1665696"/>
              <a:ext cx="4507692" cy="424922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ru-RU" altLang="ko-KR" sz="2800" b="1" dirty="0">
                  <a:solidFill>
                    <a:schemeClr val="accent2">
                      <a:lumMod val="5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Arial" pitchFamily="34" charset="0"/>
                </a:rPr>
                <a:t>Ключевые признаки:</a:t>
              </a:r>
              <a:endParaRPr lang="ko-KR" altLang="en-US" sz="2800" b="1" dirty="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itchFamily="34" charset="0"/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058F12E-BB30-4556-9775-4246738D6B65}"/>
              </a:ext>
            </a:extLst>
          </p:cNvPr>
          <p:cNvGrpSpPr/>
          <p:nvPr/>
        </p:nvGrpSpPr>
        <p:grpSpPr>
          <a:xfrm>
            <a:off x="954688" y="3678613"/>
            <a:ext cx="4717855" cy="1143596"/>
            <a:chOff x="6562594" y="1637731"/>
            <a:chExt cx="4554348" cy="1125486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86DEDCC-7252-48C1-87A1-C3FBABB80FB9}"/>
                </a:ext>
              </a:extLst>
            </p:cNvPr>
            <p:cNvSpPr txBox="1"/>
            <p:nvPr/>
          </p:nvSpPr>
          <p:spPr>
            <a:xfrm>
              <a:off x="6562594" y="2066541"/>
              <a:ext cx="4507692" cy="6966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altLang="ko-KR" sz="2000" dirty="0">
                  <a:solidFill>
                    <a:schemeClr val="accent3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Arial" pitchFamily="34" charset="0"/>
                </a:rPr>
                <a:t>Переломы при минимальной травме (или </a:t>
              </a:r>
              <a:r>
                <a:rPr lang="ru-RU" altLang="ko-KR" sz="2000" b="1" dirty="0">
                  <a:solidFill>
                    <a:schemeClr val="accent1">
                      <a:lumMod val="5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Arial" pitchFamily="34" charset="0"/>
                </a:rPr>
                <a:t>«переломы на ровном месте» </a:t>
              </a:r>
              <a:r>
                <a:rPr lang="ru-RU" altLang="ko-KR" sz="2000" dirty="0">
                  <a:solidFill>
                    <a:schemeClr val="accent3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Arial" pitchFamily="34" charset="0"/>
                </a:rPr>
                <a:t>)</a:t>
              </a:r>
              <a:endParaRPr lang="en-US" altLang="ko-KR" sz="2000" dirty="0">
                <a:solidFill>
                  <a:schemeClr val="accent3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9BCC90C-5ED3-4576-A6C7-91E71BFA86A8}"/>
                </a:ext>
              </a:extLst>
            </p:cNvPr>
            <p:cNvSpPr txBox="1"/>
            <p:nvPr/>
          </p:nvSpPr>
          <p:spPr>
            <a:xfrm>
              <a:off x="6609250" y="1637731"/>
              <a:ext cx="4507692" cy="514934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ru-RU" altLang="ko-KR" sz="2800" b="1" dirty="0">
                  <a:solidFill>
                    <a:schemeClr val="accent2">
                      <a:lumMod val="5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Arial" pitchFamily="34" charset="0"/>
                </a:rPr>
                <a:t>Исход:</a:t>
              </a:r>
              <a:endParaRPr lang="ko-KR" altLang="en-US" sz="2800" b="1" dirty="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itchFamily="34" charset="0"/>
              </a:endParaRPr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088F0E76-DED9-47A2-9146-B3DD1A3BBB79}"/>
              </a:ext>
            </a:extLst>
          </p:cNvPr>
          <p:cNvSpPr/>
          <p:nvPr/>
        </p:nvSpPr>
        <p:spPr>
          <a:xfrm>
            <a:off x="8512338" y="0"/>
            <a:ext cx="315831" cy="5143500"/>
          </a:xfrm>
          <a:prstGeom prst="rect">
            <a:avLst/>
          </a:prstGeom>
          <a:solidFill>
            <a:schemeClr val="accent2">
              <a:alpha val="5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323DA7D3-140A-4CDE-BB94-23E48C56AED5}"/>
              </a:ext>
            </a:extLst>
          </p:cNvPr>
          <p:cNvSpPr/>
          <p:nvPr/>
        </p:nvSpPr>
        <p:spPr>
          <a:xfrm>
            <a:off x="121310" y="1197384"/>
            <a:ext cx="616442" cy="58063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323DA7D3-140A-4CDE-BB94-23E48C56AED5}"/>
              </a:ext>
            </a:extLst>
          </p:cNvPr>
          <p:cNvSpPr/>
          <p:nvPr/>
        </p:nvSpPr>
        <p:spPr>
          <a:xfrm>
            <a:off x="121310" y="2513356"/>
            <a:ext cx="616442" cy="59253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323DA7D3-140A-4CDE-BB94-23E48C56AED5}"/>
              </a:ext>
            </a:extLst>
          </p:cNvPr>
          <p:cNvSpPr/>
          <p:nvPr/>
        </p:nvSpPr>
        <p:spPr>
          <a:xfrm>
            <a:off x="134010" y="3883453"/>
            <a:ext cx="616443" cy="59252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</p:spTree>
    <p:extLst>
      <p:ext uri="{BB962C8B-B14F-4D97-AF65-F5344CB8AC3E}">
        <p14:creationId xmlns:p14="http://schemas.microsoft.com/office/powerpoint/2010/main" val="40333848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48A2979-A456-4286-B8FC-8FF4C0C58EFD}"/>
              </a:ext>
            </a:extLst>
          </p:cNvPr>
          <p:cNvSpPr txBox="1"/>
          <p:nvPr/>
        </p:nvSpPr>
        <p:spPr>
          <a:xfrm>
            <a:off x="4862177" y="34185"/>
            <a:ext cx="4281875" cy="2100575"/>
          </a:xfrm>
          <a:prstGeom prst="rect">
            <a:avLst/>
          </a:prstGeom>
          <a:noFill/>
        </p:spPr>
        <p:txBody>
          <a:bodyPr wrap="square" lIns="68580" tIns="34290" rIns="68580" bIns="34290" rtlCol="0" anchor="ctr">
            <a:spAutoFit/>
          </a:bodyPr>
          <a:lstStyle/>
          <a:p>
            <a:pPr algn="ctr"/>
            <a:r>
              <a:rPr lang="ru-RU" altLang="ko-KR" sz="4400" b="1" dirty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itchFamily="34" charset="0"/>
              </a:rPr>
              <a:t>Глобальное бремя болезни</a:t>
            </a:r>
            <a:endParaRPr lang="ko-KR" altLang="en-US" sz="4400" b="1" dirty="0"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Arial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784B83-6120-4373-9C1F-DC8EEE6D58B3}"/>
              </a:ext>
            </a:extLst>
          </p:cNvPr>
          <p:cNvSpPr txBox="1"/>
          <p:nvPr/>
        </p:nvSpPr>
        <p:spPr>
          <a:xfrm>
            <a:off x="4862177" y="2227092"/>
            <a:ext cx="4281823" cy="2654573"/>
          </a:xfrm>
          <a:prstGeom prst="rect">
            <a:avLst/>
          </a:prstGeom>
          <a:noFill/>
        </p:spPr>
        <p:txBody>
          <a:bodyPr wrap="square" lIns="68580" tIns="34290" rIns="68580" bIns="34290" rtlCol="0" anchor="ctr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ru-RU" altLang="ko-KR" sz="21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itchFamily="34" charset="0"/>
              </a:rPr>
              <a:t>&gt; </a:t>
            </a:r>
            <a:r>
              <a:rPr lang="ru-RU" altLang="ko-KR" sz="21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itchFamily="34" charset="0"/>
              </a:rPr>
              <a:t>200 млн </a:t>
            </a:r>
            <a:r>
              <a:rPr lang="ru-RU" altLang="ko-KR" sz="21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itchFamily="34" charset="0"/>
              </a:rPr>
              <a:t>человек в мире страдают остеопорозом (IOF).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ru-RU" altLang="ko-KR" sz="21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itchFamily="34" charset="0"/>
              </a:rPr>
              <a:t>Ежегодно происходит </a:t>
            </a:r>
            <a:r>
              <a:rPr lang="ru-RU" altLang="ko-KR" sz="21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itchFamily="34" charset="0"/>
              </a:rPr>
              <a:t>8,9 млн </a:t>
            </a:r>
            <a:r>
              <a:rPr lang="ru-RU" altLang="ko-KR" sz="21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itchFamily="34" charset="0"/>
              </a:rPr>
              <a:t>переломов из-за хрупкости костей.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ru-RU" altLang="ko-KR" sz="21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itchFamily="34" charset="0"/>
              </a:rPr>
              <a:t>Статистика: каждые </a:t>
            </a:r>
            <a:r>
              <a:rPr lang="ru-RU" altLang="ko-KR" sz="21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itchFamily="34" charset="0"/>
              </a:rPr>
              <a:t>3 секунды</a:t>
            </a:r>
            <a:r>
              <a:rPr lang="ru-RU" altLang="ko-KR" sz="21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itchFamily="34" charset="0"/>
              </a:rPr>
              <a:t> происходит один </a:t>
            </a:r>
            <a:r>
              <a:rPr lang="ru-RU" altLang="ko-KR" sz="21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itchFamily="34" charset="0"/>
              </a:rPr>
              <a:t>остеопоротический</a:t>
            </a:r>
            <a:r>
              <a:rPr lang="ru-RU" altLang="ko-KR" sz="21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itchFamily="34" charset="0"/>
              </a:rPr>
              <a:t> перелом.</a:t>
            </a:r>
            <a:endParaRPr lang="ko-KR" altLang="en-US" sz="21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0588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2"/>
          <p:cNvSpPr txBox="1">
            <a:spLocks noGrp="1"/>
          </p:cNvSpPr>
          <p:nvPr>
            <p:ph type="title"/>
          </p:nvPr>
        </p:nvSpPr>
        <p:spPr>
          <a:xfrm>
            <a:off x="202088" y="214735"/>
            <a:ext cx="8841900" cy="5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ru-RU" sz="3600" b="1" i="0" u="none" strike="noStrike" cap="none" dirty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Ситуация в России </a:t>
            </a:r>
            <a:endParaRPr sz="3600" b="1" i="0" u="none" strike="noStrike" cap="none" dirty="0"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  <a:solidFill>
                <a:schemeClr val="l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9" name="Google Shape;339;p32"/>
          <p:cNvGrpSpPr/>
          <p:nvPr/>
        </p:nvGrpSpPr>
        <p:grpSpPr>
          <a:xfrm>
            <a:off x="3277971" y="3378200"/>
            <a:ext cx="2592288" cy="1651002"/>
            <a:chOff x="2113657" y="4283314"/>
            <a:chExt cx="3647460" cy="858181"/>
          </a:xfrm>
        </p:grpSpPr>
        <p:sp>
          <p:nvSpPr>
            <p:cNvPr id="340" name="Google Shape;340;p32"/>
            <p:cNvSpPr txBox="1"/>
            <p:nvPr/>
          </p:nvSpPr>
          <p:spPr>
            <a:xfrm>
              <a:off x="2113657" y="4441748"/>
              <a:ext cx="3647459" cy="69974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dirty="0" err="1">
                  <a:solidFill>
                    <a:schemeClr val="lt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/>
                  <a:ea typeface="Arial"/>
                  <a:cs typeface="Arial"/>
                  <a:sym typeface="Arial"/>
                </a:rPr>
                <a:t>Остеопения</a:t>
              </a:r>
              <a:r>
                <a:rPr lang="ru-RU" dirty="0">
                  <a:solidFill>
                    <a:schemeClr val="lt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/>
                  <a:ea typeface="Arial"/>
                  <a:cs typeface="Arial"/>
                  <a:sym typeface="Arial"/>
                </a:rPr>
                <a:t> — это снижение плотности, предшественник болезни — есть уже у 43% женщин и 44% мужчин. </a:t>
              </a:r>
              <a:endParaRPr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41" name="Google Shape;341;p32"/>
            <p:cNvSpPr txBox="1"/>
            <p:nvPr/>
          </p:nvSpPr>
          <p:spPr>
            <a:xfrm>
              <a:off x="2113658" y="4283314"/>
              <a:ext cx="3647459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b="1" dirty="0">
                  <a:ln>
                    <a:solidFill>
                      <a:schemeClr val="tx2"/>
                    </a:solidFill>
                  </a:ln>
                  <a:solidFill>
                    <a:schemeClr val="accent1">
                      <a:lumMod val="5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/>
                  <a:ea typeface="Arial"/>
                  <a:cs typeface="Arial"/>
                  <a:sym typeface="Arial"/>
                </a:rPr>
                <a:t>ОСТЕОПЕНИЯ</a:t>
              </a:r>
              <a:endParaRPr b="1" dirty="0">
                <a:ln>
                  <a:solidFill>
                    <a:schemeClr val="tx2"/>
                  </a:solidFill>
                </a:ln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" name="Google Shape;339;p32">
            <a:extLst>
              <a:ext uri="{FF2B5EF4-FFF2-40B4-BE49-F238E27FC236}">
                <a16:creationId xmlns:a16="http://schemas.microsoft.com/office/drawing/2014/main" id="{99554877-B31F-C94D-FFD0-9DF612043B28}"/>
              </a:ext>
            </a:extLst>
          </p:cNvPr>
          <p:cNvGrpSpPr/>
          <p:nvPr/>
        </p:nvGrpSpPr>
        <p:grpSpPr>
          <a:xfrm>
            <a:off x="202088" y="3378200"/>
            <a:ext cx="2592288" cy="1765300"/>
            <a:chOff x="2113657" y="4283314"/>
            <a:chExt cx="3647460" cy="858180"/>
          </a:xfrm>
        </p:grpSpPr>
        <p:sp>
          <p:nvSpPr>
            <p:cNvPr id="7" name="Google Shape;340;p32">
              <a:extLst>
                <a:ext uri="{FF2B5EF4-FFF2-40B4-BE49-F238E27FC236}">
                  <a16:creationId xmlns:a16="http://schemas.microsoft.com/office/drawing/2014/main" id="{9A03A074-CA2A-7479-9ED6-90BF6DD331A3}"/>
                </a:ext>
              </a:extLst>
            </p:cNvPr>
            <p:cNvSpPr txBox="1"/>
            <p:nvPr/>
          </p:nvSpPr>
          <p:spPr>
            <a:xfrm>
              <a:off x="2113657" y="4431489"/>
              <a:ext cx="3647459" cy="7100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dirty="0">
                  <a:solidFill>
                    <a:schemeClr val="lt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/>
                  <a:ea typeface="Arial"/>
                  <a:cs typeface="Arial"/>
                  <a:sym typeface="Arial"/>
                </a:rPr>
                <a:t>Полноценный остеопороз выявляется у 34% женщин и у 27% мужчин. Женщины страдают тяжелее из-за гормональной перестройки в менопаузе</a:t>
              </a:r>
              <a:r>
                <a:rPr lang="ru-RU" sz="1200" dirty="0">
                  <a:solidFill>
                    <a:schemeClr val="lt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" name="Google Shape;341;p32">
              <a:extLst>
                <a:ext uri="{FF2B5EF4-FFF2-40B4-BE49-F238E27FC236}">
                  <a16:creationId xmlns:a16="http://schemas.microsoft.com/office/drawing/2014/main" id="{0C147D61-8FB6-B4D4-9A8A-0DD13025B6E7}"/>
                </a:ext>
              </a:extLst>
            </p:cNvPr>
            <p:cNvSpPr txBox="1"/>
            <p:nvPr/>
          </p:nvSpPr>
          <p:spPr>
            <a:xfrm>
              <a:off x="2113658" y="4283314"/>
              <a:ext cx="3647459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b="1" dirty="0">
                  <a:ln>
                    <a:solidFill>
                      <a:schemeClr val="tx2"/>
                    </a:solidFill>
                  </a:ln>
                  <a:solidFill>
                    <a:schemeClr val="accent1">
                      <a:lumMod val="5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/>
                  <a:ea typeface="Arial"/>
                  <a:cs typeface="Arial"/>
                  <a:sym typeface="Arial"/>
                </a:rPr>
                <a:t>ОСТЕОПОРОЗ</a:t>
              </a:r>
              <a:endParaRPr b="1" dirty="0">
                <a:ln>
                  <a:solidFill>
                    <a:schemeClr val="tx2"/>
                  </a:solidFill>
                </a:ln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" name="Google Shape;339;p32">
            <a:extLst>
              <a:ext uri="{FF2B5EF4-FFF2-40B4-BE49-F238E27FC236}">
                <a16:creationId xmlns:a16="http://schemas.microsoft.com/office/drawing/2014/main" id="{47C2FE37-E2AB-FBE5-B95F-BCB94949E1F9}"/>
              </a:ext>
            </a:extLst>
          </p:cNvPr>
          <p:cNvGrpSpPr/>
          <p:nvPr/>
        </p:nvGrpSpPr>
        <p:grpSpPr>
          <a:xfrm>
            <a:off x="6349623" y="3378200"/>
            <a:ext cx="2592288" cy="1651000"/>
            <a:chOff x="2113657" y="4283314"/>
            <a:chExt cx="3647460" cy="858180"/>
          </a:xfrm>
        </p:grpSpPr>
        <p:sp>
          <p:nvSpPr>
            <p:cNvPr id="10" name="Google Shape;340;p32">
              <a:extLst>
                <a:ext uri="{FF2B5EF4-FFF2-40B4-BE49-F238E27FC236}">
                  <a16:creationId xmlns:a16="http://schemas.microsoft.com/office/drawing/2014/main" id="{BFA299F3-1882-11F7-1B93-B06E3E3C6E93}"/>
                </a:ext>
              </a:extLst>
            </p:cNvPr>
            <p:cNvSpPr txBox="1"/>
            <p:nvPr/>
          </p:nvSpPr>
          <p:spPr>
            <a:xfrm>
              <a:off x="2113657" y="4441747"/>
              <a:ext cx="3647459" cy="69974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dirty="0">
                  <a:solidFill>
                    <a:schemeClr val="lt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/>
                  <a:ea typeface="Arial"/>
                  <a:cs typeface="Arial"/>
                  <a:sym typeface="Arial"/>
                </a:rPr>
                <a:t>Каждая четвертая женщина (24%) и каждый седьмой мужчина (13%) в возрасте 50+ уже получили хотя бы один патологический перелом. </a:t>
              </a:r>
              <a:endParaRPr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" name="Google Shape;341;p32">
              <a:extLst>
                <a:ext uri="{FF2B5EF4-FFF2-40B4-BE49-F238E27FC236}">
                  <a16:creationId xmlns:a16="http://schemas.microsoft.com/office/drawing/2014/main" id="{911A49DE-9F08-2AA6-1149-BDC8DD3E53E3}"/>
                </a:ext>
              </a:extLst>
            </p:cNvPr>
            <p:cNvSpPr txBox="1"/>
            <p:nvPr/>
          </p:nvSpPr>
          <p:spPr>
            <a:xfrm>
              <a:off x="2113658" y="4283314"/>
              <a:ext cx="3647459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b="1" dirty="0">
                  <a:ln>
                    <a:solidFill>
                      <a:schemeClr val="tx2"/>
                    </a:solidFill>
                  </a:ln>
                  <a:solidFill>
                    <a:schemeClr val="accent1">
                      <a:lumMod val="5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/>
                  <a:ea typeface="Arial"/>
                  <a:cs typeface="Arial"/>
                  <a:sym typeface="Arial"/>
                </a:rPr>
                <a:t>ПЕРЕЛОМЫ В АНАМНЕЗЕ</a:t>
              </a:r>
              <a:endParaRPr b="1" dirty="0">
                <a:ln>
                  <a:solidFill>
                    <a:schemeClr val="tx2"/>
                  </a:solidFill>
                </a:ln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" name="Рисунок 12">
            <a:extLst>
              <a:ext uri="{FF2B5EF4-FFF2-40B4-BE49-F238E27FC236}">
                <a16:creationId xmlns:a16="http://schemas.microsoft.com/office/drawing/2014/main" id="{FC9C2AF8-16A9-BEEA-AC13-74541306F2C4}"/>
              </a:ext>
            </a:extLst>
          </p:cNvPr>
          <p:cNvSpPr>
            <a:spLocks noGrp="1"/>
          </p:cNvSpPr>
          <p:nvPr>
            <p:ph type="pic" idx="3"/>
          </p:nvPr>
        </p:nvSpPr>
        <p:spPr/>
      </p:sp>
      <p:sp>
        <p:nvSpPr>
          <p:cNvPr id="17" name="Рисунок 16">
            <a:extLst>
              <a:ext uri="{FF2B5EF4-FFF2-40B4-BE49-F238E27FC236}">
                <a16:creationId xmlns:a16="http://schemas.microsoft.com/office/drawing/2014/main" id="{483C43B1-4EA0-3AEB-5E2B-38A519161420}"/>
              </a:ext>
            </a:extLst>
          </p:cNvPr>
          <p:cNvSpPr>
            <a:spLocks noGrp="1"/>
          </p:cNvSpPr>
          <p:nvPr>
            <p:ph type="pic" idx="2"/>
          </p:nvPr>
        </p:nvSpPr>
        <p:spPr/>
      </p:sp>
      <p:graphicFrame>
        <p:nvGraphicFramePr>
          <p:cNvPr id="23" name="Диаграмма 22">
            <a:extLst>
              <a:ext uri="{FF2B5EF4-FFF2-40B4-BE49-F238E27FC236}">
                <a16:creationId xmlns:a16="http://schemas.microsoft.com/office/drawing/2014/main" id="{619FDEA9-BC59-504D-7400-5CE94C04537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76981497"/>
              </p:ext>
            </p:extLst>
          </p:nvPr>
        </p:nvGraphicFramePr>
        <p:xfrm>
          <a:off x="-1" y="952413"/>
          <a:ext cx="3038289" cy="22674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5" name="Диаграмма 24">
            <a:extLst>
              <a:ext uri="{FF2B5EF4-FFF2-40B4-BE49-F238E27FC236}">
                <a16:creationId xmlns:a16="http://schemas.microsoft.com/office/drawing/2014/main" id="{95FD8131-383B-50F9-9386-712072A81C7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64772204"/>
              </p:ext>
            </p:extLst>
          </p:nvPr>
        </p:nvGraphicFramePr>
        <p:xfrm>
          <a:off x="3067425" y="952412"/>
          <a:ext cx="3038289" cy="22674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6" name="Диаграмма 25">
            <a:extLst>
              <a:ext uri="{FF2B5EF4-FFF2-40B4-BE49-F238E27FC236}">
                <a16:creationId xmlns:a16="http://schemas.microsoft.com/office/drawing/2014/main" id="{296B4A1D-9AAD-686A-9369-636EA97B21A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05441723"/>
              </p:ext>
            </p:extLst>
          </p:nvPr>
        </p:nvGraphicFramePr>
        <p:xfrm>
          <a:off x="6130854" y="952411"/>
          <a:ext cx="3038289" cy="22674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607BCDA-B691-A11B-E3B6-34854C1188EB}"/>
              </a:ext>
            </a:extLst>
          </p:cNvPr>
          <p:cNvPicPr>
            <a:picLocks noGrp="1" noChangeAspect="1"/>
          </p:cNvPicPr>
          <p:nvPr>
            <p:ph type="pic" idx="16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90" r="16090"/>
          <a:stretch>
            <a:fillRect/>
          </a:stretch>
        </p:blipFill>
        <p:spPr>
          <a:xfrm flipH="1">
            <a:off x="2944873" y="0"/>
            <a:ext cx="6199127" cy="5143500"/>
          </a:xfr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93E68F4-9231-46E5-8F91-DDC322278475}"/>
              </a:ext>
            </a:extLst>
          </p:cNvPr>
          <p:cNvSpPr txBox="1"/>
          <p:nvPr/>
        </p:nvSpPr>
        <p:spPr>
          <a:xfrm>
            <a:off x="0" y="231862"/>
            <a:ext cx="3338701" cy="1731243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ru-RU" altLang="ko-KR" sz="3600" b="1" dirty="0">
                <a:ln>
                  <a:solidFill>
                    <a:schemeClr val="tx2"/>
                  </a:solidFill>
                </a:ln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Arial" pitchFamily="34" charset="0"/>
              </a:rPr>
              <a:t>Локализация </a:t>
            </a:r>
            <a:br>
              <a:rPr lang="ru-RU" altLang="ko-KR" sz="3600" b="1" dirty="0">
                <a:ln>
                  <a:solidFill>
                    <a:schemeClr val="tx2"/>
                  </a:solidFill>
                </a:ln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Arial" pitchFamily="34" charset="0"/>
              </a:rPr>
            </a:br>
            <a:r>
              <a:rPr lang="ru-RU" altLang="ko-KR" sz="3600" b="1" dirty="0">
                <a:ln>
                  <a:solidFill>
                    <a:schemeClr val="tx2"/>
                  </a:solidFill>
                </a:ln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Arial" pitchFamily="34" charset="0"/>
              </a:rPr>
              <a:t>и будущие риски</a:t>
            </a:r>
            <a:endParaRPr lang="en-US" altLang="ko-KR" sz="3600" b="1" dirty="0">
              <a:ln>
                <a:solidFill>
                  <a:schemeClr val="tx2"/>
                </a:solidFill>
              </a:ln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Arial" pitchFamily="34" charset="0"/>
            </a:endParaRPr>
          </a:p>
        </p:txBody>
      </p:sp>
      <p:sp>
        <p:nvSpPr>
          <p:cNvPr id="17" name="Oval 6">
            <a:extLst>
              <a:ext uri="{FF2B5EF4-FFF2-40B4-BE49-F238E27FC236}">
                <a16:creationId xmlns:a16="http://schemas.microsoft.com/office/drawing/2014/main" id="{755D3A07-BE70-448E-A530-6A8AB7207309}"/>
              </a:ext>
            </a:extLst>
          </p:cNvPr>
          <p:cNvSpPr/>
          <p:nvPr/>
        </p:nvSpPr>
        <p:spPr>
          <a:xfrm>
            <a:off x="317500" y="2351788"/>
            <a:ext cx="542320" cy="573403"/>
          </a:xfrm>
          <a:prstGeom prst="ellipse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ko-KR" altLang="en-US" sz="2000"/>
          </a:p>
        </p:txBody>
      </p:sp>
      <p:sp>
        <p:nvSpPr>
          <p:cNvPr id="18" name="Oval 13">
            <a:extLst>
              <a:ext uri="{FF2B5EF4-FFF2-40B4-BE49-F238E27FC236}">
                <a16:creationId xmlns:a16="http://schemas.microsoft.com/office/drawing/2014/main" id="{0D4B1149-4324-499C-AA7C-2D7DF1CE5D64}"/>
              </a:ext>
            </a:extLst>
          </p:cNvPr>
          <p:cNvSpPr/>
          <p:nvPr/>
        </p:nvSpPr>
        <p:spPr>
          <a:xfrm>
            <a:off x="279530" y="3672608"/>
            <a:ext cx="560458" cy="528257"/>
          </a:xfrm>
          <a:prstGeom prst="ellipse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ko-KR" altLang="en-US" sz="2000"/>
          </a:p>
        </p:txBody>
      </p:sp>
      <p:grpSp>
        <p:nvGrpSpPr>
          <p:cNvPr id="19" name="Group 15">
            <a:extLst>
              <a:ext uri="{FF2B5EF4-FFF2-40B4-BE49-F238E27FC236}">
                <a16:creationId xmlns:a16="http://schemas.microsoft.com/office/drawing/2014/main" id="{FCCDCEE6-E0BD-4F75-9B28-C0715454BBCE}"/>
              </a:ext>
            </a:extLst>
          </p:cNvPr>
          <p:cNvGrpSpPr/>
          <p:nvPr/>
        </p:nvGrpSpPr>
        <p:grpSpPr>
          <a:xfrm>
            <a:off x="968907" y="2211661"/>
            <a:ext cx="4365091" cy="907062"/>
            <a:chOff x="647208" y="1283498"/>
            <a:chExt cx="3812302" cy="882786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6549A3D-7A65-435F-AAC8-1249432A9EF8}"/>
                </a:ext>
              </a:extLst>
            </p:cNvPr>
            <p:cNvSpPr txBox="1"/>
            <p:nvPr/>
          </p:nvSpPr>
          <p:spPr>
            <a:xfrm>
              <a:off x="647208" y="1836791"/>
              <a:ext cx="3812300" cy="329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altLang="ko-KR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Мужчины: ~10% / Женщины: ~12.7%</a:t>
              </a:r>
              <a:endPara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0DC7862-242A-439F-9274-72ED0635D277}"/>
                </a:ext>
              </a:extLst>
            </p:cNvPr>
            <p:cNvSpPr txBox="1"/>
            <p:nvPr/>
          </p:nvSpPr>
          <p:spPr>
            <a:xfrm>
              <a:off x="647209" y="1283498"/>
              <a:ext cx="3812301" cy="5691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altLang="ko-KR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Arial" pitchFamily="34" charset="0"/>
                </a:rPr>
                <a:t>Распространенность переломов шейки бедра:</a:t>
              </a:r>
              <a:endParaRPr lang="ko-KR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itchFamily="34" charset="0"/>
              </a:endParaRPr>
            </a:p>
          </p:txBody>
        </p:sp>
      </p:grpSp>
      <p:grpSp>
        <p:nvGrpSpPr>
          <p:cNvPr id="22" name="Group 18">
            <a:extLst>
              <a:ext uri="{FF2B5EF4-FFF2-40B4-BE49-F238E27FC236}">
                <a16:creationId xmlns:a16="http://schemas.microsoft.com/office/drawing/2014/main" id="{21F5C816-6312-4F26-A350-676588FAF174}"/>
              </a:ext>
            </a:extLst>
          </p:cNvPr>
          <p:cNvGrpSpPr/>
          <p:nvPr/>
        </p:nvGrpSpPr>
        <p:grpSpPr>
          <a:xfrm>
            <a:off x="983828" y="3500224"/>
            <a:ext cx="4046281" cy="856234"/>
            <a:chOff x="213201" y="-679599"/>
            <a:chExt cx="3812301" cy="1958915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C4F6644-902F-445E-9C72-87DA2B7C8D82}"/>
                </a:ext>
              </a:extLst>
            </p:cNvPr>
            <p:cNvSpPr txBox="1"/>
            <p:nvPr/>
          </p:nvSpPr>
          <p:spPr>
            <a:xfrm>
              <a:off x="213202" y="504763"/>
              <a:ext cx="3812300" cy="774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altLang="ko-KR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Мужчины: +310% / Женщины: +240%</a:t>
              </a:r>
              <a:r>
                <a:rPr lang="en-US" altLang="ko-KR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. </a:t>
              </a:r>
              <a:endPara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77830B6-9DE3-48F1-A743-A6D057B6DA55}"/>
                </a:ext>
              </a:extLst>
            </p:cNvPr>
            <p:cNvSpPr txBox="1"/>
            <p:nvPr/>
          </p:nvSpPr>
          <p:spPr>
            <a:xfrm>
              <a:off x="213201" y="-679599"/>
              <a:ext cx="3812301" cy="6599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altLang="ko-KR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Arial" pitchFamily="34" charset="0"/>
                </a:rPr>
                <a:t>Прогноз к 2050 году (скачок переломов шейки бедра):</a:t>
              </a:r>
              <a:endParaRPr lang="ko-KR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itchFamily="34" charset="0"/>
              </a:endParaRPr>
            </a:p>
          </p:txBody>
        </p:sp>
      </p:grpSp>
      <p:sp>
        <p:nvSpPr>
          <p:cNvPr id="25" name="Rectangle 7">
            <a:extLst>
              <a:ext uri="{FF2B5EF4-FFF2-40B4-BE49-F238E27FC236}">
                <a16:creationId xmlns:a16="http://schemas.microsoft.com/office/drawing/2014/main" id="{A2454068-D6A0-42C7-BCE1-D03833DCF2E4}"/>
              </a:ext>
            </a:extLst>
          </p:cNvPr>
          <p:cNvSpPr/>
          <p:nvPr/>
        </p:nvSpPr>
        <p:spPr>
          <a:xfrm>
            <a:off x="406400" y="2475377"/>
            <a:ext cx="342900" cy="251880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401869" y="2055482"/>
                </a:moveTo>
                <a:lnTo>
                  <a:pt x="869869" y="2055482"/>
                </a:lnTo>
                <a:lnTo>
                  <a:pt x="869869" y="2919482"/>
                </a:lnTo>
                <a:lnTo>
                  <a:pt x="401869" y="2919482"/>
                </a:lnTo>
                <a:close/>
                <a:moveTo>
                  <a:pt x="1121949" y="1695482"/>
                </a:moveTo>
                <a:lnTo>
                  <a:pt x="1589949" y="1695482"/>
                </a:lnTo>
                <a:lnTo>
                  <a:pt x="1589949" y="2919482"/>
                </a:lnTo>
                <a:lnTo>
                  <a:pt x="1121949" y="2919482"/>
                </a:lnTo>
                <a:close/>
                <a:moveTo>
                  <a:pt x="1842029" y="1335482"/>
                </a:moveTo>
                <a:lnTo>
                  <a:pt x="2310029" y="1335482"/>
                </a:lnTo>
                <a:lnTo>
                  <a:pt x="2310029" y="2919482"/>
                </a:lnTo>
                <a:lnTo>
                  <a:pt x="1842029" y="2919482"/>
                </a:lnTo>
                <a:close/>
                <a:moveTo>
                  <a:pt x="2562109" y="975482"/>
                </a:moveTo>
                <a:lnTo>
                  <a:pt x="3030109" y="975482"/>
                </a:lnTo>
                <a:lnTo>
                  <a:pt x="3030109" y="2919482"/>
                </a:lnTo>
                <a:lnTo>
                  <a:pt x="2562109" y="2919482"/>
                </a:lnTo>
                <a:close/>
                <a:moveTo>
                  <a:pt x="2321888" y="224805"/>
                </a:moveTo>
                <a:lnTo>
                  <a:pt x="2880631" y="247420"/>
                </a:lnTo>
                <a:lnTo>
                  <a:pt x="2620844" y="742612"/>
                </a:lnTo>
                <a:lnTo>
                  <a:pt x="2546105" y="613161"/>
                </a:lnTo>
                <a:lnTo>
                  <a:pt x="541555" y="1770488"/>
                </a:lnTo>
                <a:lnTo>
                  <a:pt x="392077" y="1511585"/>
                </a:lnTo>
                <a:lnTo>
                  <a:pt x="2396627" y="354257"/>
                </a:lnTo>
                <a:close/>
                <a:moveTo>
                  <a:pt x="0" y="0"/>
                </a:moveTo>
                <a:lnTo>
                  <a:pt x="180000" y="0"/>
                </a:lnTo>
                <a:lnTo>
                  <a:pt x="180000" y="3059999"/>
                </a:lnTo>
                <a:lnTo>
                  <a:pt x="3240000" y="3059999"/>
                </a:lnTo>
                <a:lnTo>
                  <a:pt x="3240000" y="3239999"/>
                </a:lnTo>
                <a:lnTo>
                  <a:pt x="180000" y="3239999"/>
                </a:lnTo>
                <a:lnTo>
                  <a:pt x="180000" y="3240000"/>
                </a:lnTo>
                <a:lnTo>
                  <a:pt x="0" y="3240000"/>
                </a:lnTo>
                <a:lnTo>
                  <a:pt x="0" y="3239999"/>
                </a:lnTo>
                <a:lnTo>
                  <a:pt x="0" y="305999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000"/>
          </a:p>
        </p:txBody>
      </p:sp>
      <p:sp>
        <p:nvSpPr>
          <p:cNvPr id="7" name="Teardrop 1">
            <a:extLst>
              <a:ext uri="{FF2B5EF4-FFF2-40B4-BE49-F238E27FC236}">
                <a16:creationId xmlns:a16="http://schemas.microsoft.com/office/drawing/2014/main" id="{DE54ACC4-49F9-7B0B-9B69-E40F387D1B7A}"/>
              </a:ext>
            </a:extLst>
          </p:cNvPr>
          <p:cNvSpPr/>
          <p:nvPr/>
        </p:nvSpPr>
        <p:spPr>
          <a:xfrm rot="20684134">
            <a:off x="386841" y="3732440"/>
            <a:ext cx="354629" cy="391803"/>
          </a:xfrm>
          <a:custGeom>
            <a:avLst/>
            <a:gdLst/>
            <a:ahLst/>
            <a:cxnLst/>
            <a:rect l="l" t="t" r="r" b="b"/>
            <a:pathLst>
              <a:path w="1807241" h="1788383">
                <a:moveTo>
                  <a:pt x="712876" y="1117592"/>
                </a:moveTo>
                <a:cubicBezTo>
                  <a:pt x="771173" y="1181828"/>
                  <a:pt x="811089" y="1255910"/>
                  <a:pt x="847925" y="1348018"/>
                </a:cubicBezTo>
                <a:cubicBezTo>
                  <a:pt x="814544" y="1418896"/>
                  <a:pt x="753893" y="1474052"/>
                  <a:pt x="679064" y="1498332"/>
                </a:cubicBezTo>
                <a:lnTo>
                  <a:pt x="308226" y="1106637"/>
                </a:lnTo>
                <a:cubicBezTo>
                  <a:pt x="336560" y="1033247"/>
                  <a:pt x="394949" y="975701"/>
                  <a:pt x="467546" y="946245"/>
                </a:cubicBezTo>
                <a:cubicBezTo>
                  <a:pt x="577903" y="998968"/>
                  <a:pt x="654580" y="1053357"/>
                  <a:pt x="712876" y="1117592"/>
                </a:cubicBezTo>
                <a:close/>
                <a:moveTo>
                  <a:pt x="1038527" y="398886"/>
                </a:moveTo>
                <a:lnTo>
                  <a:pt x="1405560" y="786562"/>
                </a:lnTo>
                <a:cubicBezTo>
                  <a:pt x="1374476" y="799049"/>
                  <a:pt x="1340402" y="804299"/>
                  <a:pt x="1305054" y="803332"/>
                </a:cubicBezTo>
                <a:lnTo>
                  <a:pt x="1008167" y="795212"/>
                </a:lnTo>
                <a:lnTo>
                  <a:pt x="1016288" y="498325"/>
                </a:lnTo>
                <a:cubicBezTo>
                  <a:pt x="1017255" y="462976"/>
                  <a:pt x="1024360" y="429240"/>
                  <a:pt x="1038527" y="398886"/>
                </a:cubicBezTo>
                <a:close/>
                <a:moveTo>
                  <a:pt x="1097925" y="218888"/>
                </a:moveTo>
                <a:cubicBezTo>
                  <a:pt x="992582" y="279303"/>
                  <a:pt x="921871" y="392886"/>
                  <a:pt x="921053" y="523256"/>
                </a:cubicBezTo>
                <a:lnTo>
                  <a:pt x="919136" y="828763"/>
                </a:lnTo>
                <a:lnTo>
                  <a:pt x="830924" y="915875"/>
                </a:lnTo>
                <a:lnTo>
                  <a:pt x="525417" y="913958"/>
                </a:lnTo>
                <a:cubicBezTo>
                  <a:pt x="403891" y="913196"/>
                  <a:pt x="296188" y="973343"/>
                  <a:pt x="234366" y="1067831"/>
                </a:cubicBezTo>
                <a:lnTo>
                  <a:pt x="710285" y="1570519"/>
                </a:lnTo>
                <a:cubicBezTo>
                  <a:pt x="811872" y="1510375"/>
                  <a:pt x="878808" y="1399439"/>
                  <a:pt x="879603" y="1272618"/>
                </a:cubicBezTo>
                <a:lnTo>
                  <a:pt x="881520" y="967111"/>
                </a:lnTo>
                <a:lnTo>
                  <a:pt x="969732" y="879999"/>
                </a:lnTo>
                <a:lnTo>
                  <a:pt x="1275239" y="881916"/>
                </a:lnTo>
                <a:cubicBezTo>
                  <a:pt x="1400271" y="882701"/>
                  <a:pt x="1510670" y="819011"/>
                  <a:pt x="1573529" y="721242"/>
                </a:cubicBezTo>
                <a:close/>
                <a:moveTo>
                  <a:pt x="1162945" y="27894"/>
                </a:moveTo>
                <a:lnTo>
                  <a:pt x="1782798" y="682611"/>
                </a:lnTo>
                <a:cubicBezTo>
                  <a:pt x="1816692" y="718411"/>
                  <a:pt x="1815147" y="774907"/>
                  <a:pt x="1779347" y="808801"/>
                </a:cubicBezTo>
                <a:cubicBezTo>
                  <a:pt x="1743547" y="842694"/>
                  <a:pt x="1687050" y="841149"/>
                  <a:pt x="1653157" y="805349"/>
                </a:cubicBezTo>
                <a:lnTo>
                  <a:pt x="1644015" y="795693"/>
                </a:lnTo>
                <a:cubicBezTo>
                  <a:pt x="1561789" y="910282"/>
                  <a:pt x="1426630" y="983636"/>
                  <a:pt x="1274606" y="982683"/>
                </a:cubicBezTo>
                <a:lnTo>
                  <a:pt x="980378" y="980836"/>
                </a:lnTo>
                <a:lnTo>
                  <a:pt x="980378" y="1270380"/>
                </a:lnTo>
                <a:cubicBezTo>
                  <a:pt x="980378" y="1427425"/>
                  <a:pt x="901198" y="1565976"/>
                  <a:pt x="779756" y="1647056"/>
                </a:cubicBezTo>
                <a:cubicBezTo>
                  <a:pt x="807405" y="1681913"/>
                  <a:pt x="803595" y="1732594"/>
                  <a:pt x="770486" y="1763941"/>
                </a:cubicBezTo>
                <a:cubicBezTo>
                  <a:pt x="734686" y="1797834"/>
                  <a:pt x="678189" y="1796289"/>
                  <a:pt x="644296" y="1760489"/>
                </a:cubicBezTo>
                <a:lnTo>
                  <a:pt x="24442" y="1105772"/>
                </a:lnTo>
                <a:cubicBezTo>
                  <a:pt x="-9451" y="1069973"/>
                  <a:pt x="-7906" y="1013476"/>
                  <a:pt x="27894" y="979583"/>
                </a:cubicBezTo>
                <a:cubicBezTo>
                  <a:pt x="63694" y="945689"/>
                  <a:pt x="120190" y="947235"/>
                  <a:pt x="154084" y="983034"/>
                </a:cubicBezTo>
                <a:lnTo>
                  <a:pt x="163237" y="992702"/>
                </a:lnTo>
                <a:cubicBezTo>
                  <a:pt x="244774" y="882877"/>
                  <a:pt x="375836" y="813180"/>
                  <a:pt x="523178" y="813180"/>
                </a:cubicBezTo>
                <a:lnTo>
                  <a:pt x="818460" y="813180"/>
                </a:lnTo>
                <a:lnTo>
                  <a:pt x="820284" y="522622"/>
                </a:lnTo>
                <a:cubicBezTo>
                  <a:pt x="821285" y="363119"/>
                  <a:pt x="903845" y="223207"/>
                  <a:pt x="1028952" y="143673"/>
                </a:cubicBezTo>
                <a:cubicBezTo>
                  <a:pt x="999689" y="108599"/>
                  <a:pt x="1002953" y="56445"/>
                  <a:pt x="1036755" y="24443"/>
                </a:cubicBezTo>
                <a:cubicBezTo>
                  <a:pt x="1072555" y="-9451"/>
                  <a:pt x="1129052" y="-7906"/>
                  <a:pt x="1162945" y="2789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78057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>
            <a:noAutofit/>
          </a:bodyPr>
          <a:lstStyle/>
          <a:p>
            <a:r>
              <a:rPr lang="ru-RU" sz="4000" b="1" dirty="0">
                <a:ln>
                  <a:solidFill>
                    <a:schemeClr val="tx2"/>
                  </a:solidFill>
                </a:ln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Классификация остеопороза</a:t>
            </a:r>
            <a:endParaRPr lang="en-US" sz="4000" b="1" dirty="0">
              <a:ln>
                <a:solidFill>
                  <a:schemeClr val="tx2"/>
                </a:solidFill>
              </a:ln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012DE67-6C1E-4B4B-92A4-1F4C2DEDF208}"/>
              </a:ext>
            </a:extLst>
          </p:cNvPr>
          <p:cNvSpPr/>
          <p:nvPr/>
        </p:nvSpPr>
        <p:spPr>
          <a:xfrm>
            <a:off x="1159" y="2596010"/>
            <a:ext cx="3717701" cy="405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00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51F7D41-3C42-4B85-9CCF-92E470111DE0}"/>
              </a:ext>
            </a:extLst>
          </p:cNvPr>
          <p:cNvSpPr/>
          <p:nvPr/>
        </p:nvSpPr>
        <p:spPr>
          <a:xfrm rot="10800000">
            <a:off x="5425141" y="2596010"/>
            <a:ext cx="3718859" cy="4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000"/>
          </a:p>
        </p:txBody>
      </p:sp>
      <p:grpSp>
        <p:nvGrpSpPr>
          <p:cNvPr id="47" name="그룹 4">
            <a:extLst>
              <a:ext uri="{FF2B5EF4-FFF2-40B4-BE49-F238E27FC236}">
                <a16:creationId xmlns:a16="http://schemas.microsoft.com/office/drawing/2014/main" id="{CC90342D-3B26-474E-8BA9-AFC81C30999E}"/>
              </a:ext>
            </a:extLst>
          </p:cNvPr>
          <p:cNvGrpSpPr/>
          <p:nvPr/>
        </p:nvGrpSpPr>
        <p:grpSpPr>
          <a:xfrm>
            <a:off x="3276313" y="1326947"/>
            <a:ext cx="2591378" cy="2925667"/>
            <a:chOff x="4613536" y="2164199"/>
            <a:chExt cx="2956435" cy="3337816"/>
          </a:xfrm>
        </p:grpSpPr>
        <p:sp>
          <p:nvSpPr>
            <p:cNvPr id="48" name="Pie 14">
              <a:extLst>
                <a:ext uri="{FF2B5EF4-FFF2-40B4-BE49-F238E27FC236}">
                  <a16:creationId xmlns:a16="http://schemas.microsoft.com/office/drawing/2014/main" id="{4A303D82-4AD0-47EB-A952-88440AB147B8}"/>
                </a:ext>
              </a:extLst>
            </p:cNvPr>
            <p:cNvSpPr/>
            <p:nvPr/>
          </p:nvSpPr>
          <p:spPr>
            <a:xfrm>
              <a:off x="4613536" y="2363855"/>
              <a:ext cx="2920588" cy="2920588"/>
            </a:xfrm>
            <a:prstGeom prst="pie">
              <a:avLst>
                <a:gd name="adj1" fmla="val 10775528"/>
                <a:gd name="adj2" fmla="val 162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49" name="Pie 22">
              <a:extLst>
                <a:ext uri="{FF2B5EF4-FFF2-40B4-BE49-F238E27FC236}">
                  <a16:creationId xmlns:a16="http://schemas.microsoft.com/office/drawing/2014/main" id="{3711BEB3-379E-4F1F-905B-A982C2FCF04A}"/>
                </a:ext>
              </a:extLst>
            </p:cNvPr>
            <p:cNvSpPr/>
            <p:nvPr/>
          </p:nvSpPr>
          <p:spPr>
            <a:xfrm rot="10800000">
              <a:off x="4649383" y="2381767"/>
              <a:ext cx="2920588" cy="2920588"/>
            </a:xfrm>
            <a:prstGeom prst="pie">
              <a:avLst>
                <a:gd name="adj1" fmla="val 10775528"/>
                <a:gd name="adj2" fmla="val 1620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3A1DA3CD-8333-4FC1-ABC5-235D871E8D42}"/>
                </a:ext>
              </a:extLst>
            </p:cNvPr>
            <p:cNvSpPr/>
            <p:nvPr/>
          </p:nvSpPr>
          <p:spPr>
            <a:xfrm>
              <a:off x="5118427" y="2853991"/>
              <a:ext cx="1946652" cy="1946652"/>
            </a:xfrm>
            <a:prstGeom prst="ellipse">
              <a:avLst/>
            </a:prstGeom>
            <a:solidFill>
              <a:schemeClr val="bg1"/>
            </a:solidFill>
            <a:ln w="889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000"/>
            </a:p>
          </p:txBody>
        </p:sp>
        <p:sp>
          <p:nvSpPr>
            <p:cNvPr id="51" name="Isosceles Triangle 50">
              <a:extLst>
                <a:ext uri="{FF2B5EF4-FFF2-40B4-BE49-F238E27FC236}">
                  <a16:creationId xmlns:a16="http://schemas.microsoft.com/office/drawing/2014/main" id="{D344692D-CC5B-4069-9725-4E11FC4B799E}"/>
                </a:ext>
              </a:extLst>
            </p:cNvPr>
            <p:cNvSpPr/>
            <p:nvPr/>
          </p:nvSpPr>
          <p:spPr>
            <a:xfrm rot="5400000">
              <a:off x="5911556" y="2299861"/>
              <a:ext cx="847738" cy="57641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000"/>
            </a:p>
          </p:txBody>
        </p:sp>
        <p:sp>
          <p:nvSpPr>
            <p:cNvPr id="52" name="Isosceles Triangle 51">
              <a:extLst>
                <a:ext uri="{FF2B5EF4-FFF2-40B4-BE49-F238E27FC236}">
                  <a16:creationId xmlns:a16="http://schemas.microsoft.com/office/drawing/2014/main" id="{4EC06A36-9B13-434A-BE79-66F301E7DBFA}"/>
                </a:ext>
              </a:extLst>
            </p:cNvPr>
            <p:cNvSpPr/>
            <p:nvPr/>
          </p:nvSpPr>
          <p:spPr>
            <a:xfrm rot="16200000">
              <a:off x="5424212" y="4789939"/>
              <a:ext cx="847738" cy="576413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000"/>
            </a:p>
          </p:txBody>
        </p:sp>
      </p:grpSp>
      <p:sp>
        <p:nvSpPr>
          <p:cNvPr id="53" name="Oval 52">
            <a:extLst>
              <a:ext uri="{FF2B5EF4-FFF2-40B4-BE49-F238E27FC236}">
                <a16:creationId xmlns:a16="http://schemas.microsoft.com/office/drawing/2014/main" id="{87029278-59D0-4A7E-89DC-561D7A85624A}"/>
              </a:ext>
            </a:extLst>
          </p:cNvPr>
          <p:cNvSpPr/>
          <p:nvPr/>
        </p:nvSpPr>
        <p:spPr>
          <a:xfrm>
            <a:off x="4100162" y="2317941"/>
            <a:ext cx="943679" cy="94367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00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05D1702-47A7-48BC-A24F-F10A17BD2ABB}"/>
              </a:ext>
            </a:extLst>
          </p:cNvPr>
          <p:cNvSpPr txBox="1"/>
          <p:nvPr/>
        </p:nvSpPr>
        <p:spPr>
          <a:xfrm>
            <a:off x="5994313" y="2665868"/>
            <a:ext cx="2928232" cy="284693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ru-RU" altLang="ko-KR" b="1" dirty="0">
                <a:ln>
                  <a:solidFill>
                    <a:schemeClr val="tx2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itchFamily="34" charset="0"/>
              </a:rPr>
              <a:t>ВТОРИЧНЫЙ ОСТЕОПОРОЗ</a:t>
            </a:r>
            <a:endParaRPr lang="ko-KR" altLang="en-US" b="1" dirty="0">
              <a:ln>
                <a:solidFill>
                  <a:schemeClr val="tx2"/>
                </a:solidFill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Arial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EA77F38-EB74-4857-84DA-450203B29595}"/>
              </a:ext>
            </a:extLst>
          </p:cNvPr>
          <p:cNvSpPr txBox="1"/>
          <p:nvPr/>
        </p:nvSpPr>
        <p:spPr>
          <a:xfrm>
            <a:off x="342901" y="2665868"/>
            <a:ext cx="2813582" cy="284693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r"/>
            <a:r>
              <a:rPr lang="ru-RU" altLang="ko-KR" b="1" dirty="0">
                <a:ln>
                  <a:solidFill>
                    <a:schemeClr val="tx2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itchFamily="34" charset="0"/>
              </a:rPr>
              <a:t>ПЕРВИЧНЫЙ ОСТЕОПОРОЗ</a:t>
            </a:r>
            <a:endParaRPr lang="ko-KR" altLang="en-US" b="1" dirty="0">
              <a:ln>
                <a:solidFill>
                  <a:schemeClr val="tx2"/>
                </a:solidFill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Arial" pitchFamily="34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D73B898-ED1B-448B-BAC1-D920D4B08635}"/>
              </a:ext>
            </a:extLst>
          </p:cNvPr>
          <p:cNvSpPr txBox="1"/>
          <p:nvPr/>
        </p:nvSpPr>
        <p:spPr>
          <a:xfrm>
            <a:off x="30667" y="992804"/>
            <a:ext cx="3332356" cy="1546577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ru-RU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Первичный остеопороз – это остеопороз, который развивается как самостоятельное заболевание без выявленной другой причины снижения прочности скелета (85%).</a:t>
            </a:r>
            <a:endParaRPr lang="ko-KR" altLang="en-US" sz="1600" dirty="0">
              <a:solidFill>
                <a:schemeClr val="tx1">
                  <a:lumMod val="65000"/>
                  <a:lumOff val="35000"/>
                </a:schemeClr>
              </a:solidFill>
              <a:cs typeface="Arial" pitchFamily="34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4071B91-1DFF-4BE4-8270-DB312692F01B}"/>
              </a:ext>
            </a:extLst>
          </p:cNvPr>
          <p:cNvSpPr txBox="1"/>
          <p:nvPr/>
        </p:nvSpPr>
        <p:spPr>
          <a:xfrm>
            <a:off x="5718897" y="2979771"/>
            <a:ext cx="3363019" cy="1546577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ru-RU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Вторичный остеопороз – это остеопороз, который развивается вследствие серьезной сопутствующей соматической патологии или приема лекарственных средств (15%)</a:t>
            </a:r>
            <a:endParaRPr lang="ko-KR" altLang="en-US" sz="1600" dirty="0">
              <a:solidFill>
                <a:schemeClr val="tx1">
                  <a:lumMod val="65000"/>
                  <a:lumOff val="35000"/>
                </a:schemeClr>
              </a:solidFill>
              <a:cs typeface="Arial" pitchFamily="34" charset="0"/>
            </a:endParaRPr>
          </a:p>
        </p:txBody>
      </p:sp>
      <p:pic>
        <p:nvPicPr>
          <p:cNvPr id="4" name="Рисунок 3" descr="Кость">
            <a:extLst>
              <a:ext uri="{FF2B5EF4-FFF2-40B4-BE49-F238E27FC236}">
                <a16:creationId xmlns:a16="http://schemas.microsoft.com/office/drawing/2014/main" id="{42F92BF6-32B6-5AEA-1B4C-2C03C0D698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00160" y="235374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2102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b="1" dirty="0">
                <a:ln>
                  <a:solidFill>
                    <a:schemeClr val="tx2"/>
                  </a:solidFill>
                </a:ln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Типы первичного остеопороза</a:t>
            </a:r>
            <a:endParaRPr lang="en-US" b="1" dirty="0">
              <a:ln>
                <a:solidFill>
                  <a:schemeClr val="tx2"/>
                </a:solidFill>
              </a:ln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C01BC02E-BFDF-4573-8ABE-5B1643634900}"/>
              </a:ext>
            </a:extLst>
          </p:cNvPr>
          <p:cNvGrpSpPr/>
          <p:nvPr/>
        </p:nvGrpSpPr>
        <p:grpSpPr>
          <a:xfrm>
            <a:off x="779946" y="1270576"/>
            <a:ext cx="3078342" cy="3077691"/>
            <a:chOff x="4184973" y="1314731"/>
            <a:chExt cx="4491483" cy="4490533"/>
          </a:xfrm>
        </p:grpSpPr>
        <p:sp>
          <p:nvSpPr>
            <p:cNvPr id="36" name="Oval 3">
              <a:extLst>
                <a:ext uri="{FF2B5EF4-FFF2-40B4-BE49-F238E27FC236}">
                  <a16:creationId xmlns:a16="http://schemas.microsoft.com/office/drawing/2014/main" id="{B52F8F8E-0F64-419D-A42A-F99BB7C91C42}"/>
                </a:ext>
              </a:extLst>
            </p:cNvPr>
            <p:cNvSpPr/>
            <p:nvPr/>
          </p:nvSpPr>
          <p:spPr>
            <a:xfrm>
              <a:off x="4308587" y="4255750"/>
              <a:ext cx="2738396" cy="1549514"/>
            </a:xfrm>
            <a:custGeom>
              <a:avLst/>
              <a:gdLst/>
              <a:ahLst/>
              <a:cxnLst/>
              <a:rect l="l" t="t" r="r" b="b"/>
              <a:pathLst>
                <a:path w="2738396" h="1549514">
                  <a:moveTo>
                    <a:pt x="0" y="0"/>
                  </a:moveTo>
                  <a:lnTo>
                    <a:pt x="1441874" y="0"/>
                  </a:lnTo>
                  <a:lnTo>
                    <a:pt x="1441874" y="483"/>
                  </a:lnTo>
                  <a:lnTo>
                    <a:pt x="2738018" y="483"/>
                  </a:lnTo>
                  <a:lnTo>
                    <a:pt x="2738018" y="0"/>
                  </a:lnTo>
                  <a:lnTo>
                    <a:pt x="2738396" y="0"/>
                  </a:lnTo>
                  <a:lnTo>
                    <a:pt x="2738396" y="1449998"/>
                  </a:lnTo>
                  <a:cubicBezTo>
                    <a:pt x="2533861" y="1515204"/>
                    <a:pt x="2315911" y="1549514"/>
                    <a:pt x="2089946" y="1549514"/>
                  </a:cubicBezTo>
                  <a:cubicBezTo>
                    <a:pt x="1104429" y="1549514"/>
                    <a:pt x="271346" y="896868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 dirty="0"/>
            </a:p>
          </p:txBody>
        </p:sp>
        <p:sp>
          <p:nvSpPr>
            <p:cNvPr id="37" name="Oval 3">
              <a:extLst>
                <a:ext uri="{FF2B5EF4-FFF2-40B4-BE49-F238E27FC236}">
                  <a16:creationId xmlns:a16="http://schemas.microsoft.com/office/drawing/2014/main" id="{4CAE265F-5943-4D53-923F-ECC072188019}"/>
                </a:ext>
              </a:extLst>
            </p:cNvPr>
            <p:cNvSpPr/>
            <p:nvPr/>
          </p:nvSpPr>
          <p:spPr>
            <a:xfrm rot="16200000">
              <a:off x="6532501" y="3531332"/>
              <a:ext cx="2738396" cy="1549514"/>
            </a:xfrm>
            <a:custGeom>
              <a:avLst/>
              <a:gdLst/>
              <a:ahLst/>
              <a:cxnLst/>
              <a:rect l="l" t="t" r="r" b="b"/>
              <a:pathLst>
                <a:path w="2738396" h="1549514">
                  <a:moveTo>
                    <a:pt x="0" y="0"/>
                  </a:moveTo>
                  <a:lnTo>
                    <a:pt x="1441874" y="0"/>
                  </a:lnTo>
                  <a:lnTo>
                    <a:pt x="1441874" y="483"/>
                  </a:lnTo>
                  <a:lnTo>
                    <a:pt x="2738018" y="483"/>
                  </a:lnTo>
                  <a:lnTo>
                    <a:pt x="2738018" y="0"/>
                  </a:lnTo>
                  <a:lnTo>
                    <a:pt x="2738396" y="0"/>
                  </a:lnTo>
                  <a:lnTo>
                    <a:pt x="2738396" y="1449998"/>
                  </a:lnTo>
                  <a:cubicBezTo>
                    <a:pt x="2533861" y="1515204"/>
                    <a:pt x="2315911" y="1549514"/>
                    <a:pt x="2089946" y="1549514"/>
                  </a:cubicBezTo>
                  <a:cubicBezTo>
                    <a:pt x="1104429" y="1549514"/>
                    <a:pt x="271346" y="896868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 dirty="0"/>
            </a:p>
          </p:txBody>
        </p:sp>
        <p:sp>
          <p:nvSpPr>
            <p:cNvPr id="38" name="Oval 3">
              <a:extLst>
                <a:ext uri="{FF2B5EF4-FFF2-40B4-BE49-F238E27FC236}">
                  <a16:creationId xmlns:a16="http://schemas.microsoft.com/office/drawing/2014/main" id="{48B6E642-CDFE-46D2-BA09-DF148972097A}"/>
                </a:ext>
              </a:extLst>
            </p:cNvPr>
            <p:cNvSpPr/>
            <p:nvPr/>
          </p:nvSpPr>
          <p:spPr>
            <a:xfrm rot="10800000">
              <a:off x="5805450" y="1314731"/>
              <a:ext cx="2738396" cy="1549514"/>
            </a:xfrm>
            <a:custGeom>
              <a:avLst/>
              <a:gdLst/>
              <a:ahLst/>
              <a:cxnLst/>
              <a:rect l="l" t="t" r="r" b="b"/>
              <a:pathLst>
                <a:path w="2738396" h="1549514">
                  <a:moveTo>
                    <a:pt x="0" y="0"/>
                  </a:moveTo>
                  <a:lnTo>
                    <a:pt x="1441874" y="0"/>
                  </a:lnTo>
                  <a:lnTo>
                    <a:pt x="1441874" y="483"/>
                  </a:lnTo>
                  <a:lnTo>
                    <a:pt x="2738018" y="483"/>
                  </a:lnTo>
                  <a:lnTo>
                    <a:pt x="2738018" y="0"/>
                  </a:lnTo>
                  <a:lnTo>
                    <a:pt x="2738396" y="0"/>
                  </a:lnTo>
                  <a:lnTo>
                    <a:pt x="2738396" y="1449998"/>
                  </a:lnTo>
                  <a:cubicBezTo>
                    <a:pt x="2533861" y="1515204"/>
                    <a:pt x="2315911" y="1549514"/>
                    <a:pt x="2089946" y="1549514"/>
                  </a:cubicBezTo>
                  <a:cubicBezTo>
                    <a:pt x="1104429" y="1549514"/>
                    <a:pt x="271346" y="896868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 dirty="0"/>
            </a:p>
          </p:txBody>
        </p:sp>
        <p:sp>
          <p:nvSpPr>
            <p:cNvPr id="39" name="Oval 3">
              <a:extLst>
                <a:ext uri="{FF2B5EF4-FFF2-40B4-BE49-F238E27FC236}">
                  <a16:creationId xmlns:a16="http://schemas.microsoft.com/office/drawing/2014/main" id="{B1219EF3-8B12-415D-ACB5-88B1C8FF4F2A}"/>
                </a:ext>
              </a:extLst>
            </p:cNvPr>
            <p:cNvSpPr/>
            <p:nvPr/>
          </p:nvSpPr>
          <p:spPr>
            <a:xfrm rot="5400000">
              <a:off x="3590532" y="2049734"/>
              <a:ext cx="2738396" cy="1549514"/>
            </a:xfrm>
            <a:custGeom>
              <a:avLst/>
              <a:gdLst/>
              <a:ahLst/>
              <a:cxnLst/>
              <a:rect l="l" t="t" r="r" b="b"/>
              <a:pathLst>
                <a:path w="2738396" h="1549514">
                  <a:moveTo>
                    <a:pt x="0" y="0"/>
                  </a:moveTo>
                  <a:lnTo>
                    <a:pt x="1441874" y="0"/>
                  </a:lnTo>
                  <a:lnTo>
                    <a:pt x="1441874" y="483"/>
                  </a:lnTo>
                  <a:lnTo>
                    <a:pt x="2738018" y="483"/>
                  </a:lnTo>
                  <a:lnTo>
                    <a:pt x="2738018" y="0"/>
                  </a:lnTo>
                  <a:lnTo>
                    <a:pt x="2738396" y="0"/>
                  </a:lnTo>
                  <a:lnTo>
                    <a:pt x="2738396" y="1449998"/>
                  </a:lnTo>
                  <a:cubicBezTo>
                    <a:pt x="2533861" y="1515204"/>
                    <a:pt x="2315911" y="1549514"/>
                    <a:pt x="2089946" y="1549514"/>
                  </a:cubicBezTo>
                  <a:cubicBezTo>
                    <a:pt x="1104429" y="1549514"/>
                    <a:pt x="271346" y="896868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 dirty="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34BF175F-5C0F-4891-AFBA-162A8D31C62D}"/>
                </a:ext>
              </a:extLst>
            </p:cNvPr>
            <p:cNvSpPr/>
            <p:nvPr/>
          </p:nvSpPr>
          <p:spPr>
            <a:xfrm>
              <a:off x="4839301" y="3292483"/>
              <a:ext cx="900000" cy="9000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 dirty="0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93C9E8DE-E036-49D7-B202-B608295E412F}"/>
                </a:ext>
              </a:extLst>
            </p:cNvPr>
            <p:cNvSpPr/>
            <p:nvPr/>
          </p:nvSpPr>
          <p:spPr>
            <a:xfrm>
              <a:off x="6146983" y="4255750"/>
              <a:ext cx="900000" cy="9000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DD8A316A-B90F-4721-85B4-BC8A9AAD0630}"/>
                </a:ext>
              </a:extLst>
            </p:cNvPr>
            <p:cNvSpPr/>
            <p:nvPr/>
          </p:nvSpPr>
          <p:spPr>
            <a:xfrm>
              <a:off x="5805449" y="1964245"/>
              <a:ext cx="900000" cy="900000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 dirty="0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B0A7E079-021E-4873-84FA-AEC926B0D3E0}"/>
                </a:ext>
              </a:extLst>
            </p:cNvPr>
            <p:cNvSpPr/>
            <p:nvPr/>
          </p:nvSpPr>
          <p:spPr>
            <a:xfrm>
              <a:off x="7128598" y="2935095"/>
              <a:ext cx="900000" cy="9000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 dirty="0"/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528826F0-C045-4D6E-9A6F-196093F7049E}"/>
              </a:ext>
            </a:extLst>
          </p:cNvPr>
          <p:cNvSpPr txBox="1"/>
          <p:nvPr/>
        </p:nvSpPr>
        <p:spPr>
          <a:xfrm>
            <a:off x="1924701" y="1735527"/>
            <a:ext cx="557976" cy="577081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en-US" altLang="ko-KR" sz="3300" b="1" dirty="0">
                <a:solidFill>
                  <a:schemeClr val="bg1"/>
                </a:solidFill>
                <a:cs typeface="Arial" pitchFamily="34" charset="0"/>
              </a:rPr>
              <a:t>2</a:t>
            </a:r>
            <a:endParaRPr lang="ko-KR" altLang="en-US" sz="33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89A86DF-3A05-475F-BC3C-F50534ECE1F3}"/>
              </a:ext>
            </a:extLst>
          </p:cNvPr>
          <p:cNvSpPr txBox="1"/>
          <p:nvPr/>
        </p:nvSpPr>
        <p:spPr>
          <a:xfrm>
            <a:off x="1254516" y="2646691"/>
            <a:ext cx="557976" cy="577081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en-US" altLang="ko-KR" sz="3300" b="1" dirty="0">
                <a:solidFill>
                  <a:schemeClr val="bg1"/>
                </a:solidFill>
                <a:cs typeface="Arial" pitchFamily="34" charset="0"/>
              </a:rPr>
              <a:t>1</a:t>
            </a:r>
            <a:endParaRPr lang="ko-KR" altLang="en-US" sz="33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6D50929-8001-4602-9796-77127B6F7A11}"/>
              </a:ext>
            </a:extLst>
          </p:cNvPr>
          <p:cNvSpPr txBox="1"/>
          <p:nvPr/>
        </p:nvSpPr>
        <p:spPr>
          <a:xfrm>
            <a:off x="2150320" y="3322053"/>
            <a:ext cx="557976" cy="577081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en-US" altLang="ko-KR" sz="3300" b="1" dirty="0">
                <a:solidFill>
                  <a:schemeClr val="bg1"/>
                </a:solidFill>
                <a:cs typeface="Arial" pitchFamily="34" charset="0"/>
              </a:rPr>
              <a:t>4</a:t>
            </a:r>
            <a:endParaRPr lang="ko-KR" altLang="en-US" sz="33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2B83B10-3473-44C6-BEAF-54ECF1B1A956}"/>
              </a:ext>
            </a:extLst>
          </p:cNvPr>
          <p:cNvSpPr txBox="1"/>
          <p:nvPr/>
        </p:nvSpPr>
        <p:spPr>
          <a:xfrm>
            <a:off x="2834952" y="2417275"/>
            <a:ext cx="557976" cy="577081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en-US" altLang="ko-KR" sz="3300" b="1" dirty="0">
                <a:solidFill>
                  <a:schemeClr val="bg1"/>
                </a:solidFill>
                <a:cs typeface="Arial" pitchFamily="34" charset="0"/>
              </a:rPr>
              <a:t>3</a:t>
            </a:r>
            <a:endParaRPr lang="ko-KR" altLang="en-US" sz="3300" b="1" dirty="0">
              <a:solidFill>
                <a:schemeClr val="bg1"/>
              </a:solidFill>
              <a:cs typeface="Arial" pitchFamily="34" charset="0"/>
            </a:endParaRP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43A076F1-0412-4DFE-85E5-BDDCB57E4606}"/>
              </a:ext>
            </a:extLst>
          </p:cNvPr>
          <p:cNvGrpSpPr/>
          <p:nvPr/>
        </p:nvGrpSpPr>
        <p:grpSpPr>
          <a:xfrm>
            <a:off x="4013201" y="1005563"/>
            <a:ext cx="2239628" cy="1447637"/>
            <a:chOff x="6210998" y="1433695"/>
            <a:chExt cx="2229890" cy="1025861"/>
          </a:xfrm>
        </p:grpSpPr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BBEA3C84-FF3A-4070-8E51-979C3964806A}"/>
                </a:ext>
              </a:extLst>
            </p:cNvPr>
            <p:cNvSpPr txBox="1"/>
            <p:nvPr/>
          </p:nvSpPr>
          <p:spPr>
            <a:xfrm>
              <a:off x="6210999" y="1433695"/>
              <a:ext cx="2229889" cy="218104"/>
            </a:xfrm>
            <a:prstGeom prst="rect">
              <a:avLst/>
            </a:prstGeom>
            <a:solidFill>
              <a:schemeClr val="accent1"/>
            </a:solidFill>
          </p:spPr>
          <p:txBody>
            <a:bodyPr wrap="square" rtlCol="0">
              <a:spAutoFit/>
            </a:bodyPr>
            <a:lstStyle/>
            <a:p>
              <a:r>
                <a:rPr lang="ru-RU" altLang="ko-KR" b="1" dirty="0">
                  <a:ln>
                    <a:solidFill>
                      <a:schemeClr val="tx2"/>
                    </a:solidFill>
                  </a:ln>
                  <a:solidFill>
                    <a:schemeClr val="bg1"/>
                  </a:solidFill>
                  <a:cs typeface="Arial" pitchFamily="34" charset="0"/>
                </a:rPr>
                <a:t>Постменопаузальный</a:t>
              </a:r>
              <a:endParaRPr lang="ko-KR" altLang="en-US" b="1" dirty="0">
                <a:ln>
                  <a:solidFill>
                    <a:schemeClr val="tx2"/>
                  </a:solidFill>
                </a:ln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D9B0BCEA-F6C4-46F6-8A1A-0B060EBE6FC5}"/>
                </a:ext>
              </a:extLst>
            </p:cNvPr>
            <p:cNvSpPr txBox="1"/>
            <p:nvPr/>
          </p:nvSpPr>
          <p:spPr>
            <a:xfrm>
              <a:off x="6210998" y="1630759"/>
              <a:ext cx="2229889" cy="8287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Выявляется у женщин старше 45 лет. Характеризуется резкой потерей костной массы после менопаузы.</a:t>
              </a:r>
              <a:endPara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578BA8BA-6DDE-4953-800B-251D7597BCB9}"/>
              </a:ext>
            </a:extLst>
          </p:cNvPr>
          <p:cNvGrpSpPr/>
          <p:nvPr/>
        </p:nvGrpSpPr>
        <p:grpSpPr>
          <a:xfrm>
            <a:off x="6498629" y="1005563"/>
            <a:ext cx="2152599" cy="1232192"/>
            <a:chOff x="6210998" y="1433695"/>
            <a:chExt cx="2229890" cy="873187"/>
          </a:xfrm>
        </p:grpSpPr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215F0C18-CD05-435A-BA26-08F3F10140A0}"/>
                </a:ext>
              </a:extLst>
            </p:cNvPr>
            <p:cNvSpPr txBox="1"/>
            <p:nvPr/>
          </p:nvSpPr>
          <p:spPr>
            <a:xfrm>
              <a:off x="6210999" y="1433695"/>
              <a:ext cx="2229889" cy="218104"/>
            </a:xfrm>
            <a:prstGeom prst="rect">
              <a:avLst/>
            </a:prstGeom>
            <a:solidFill>
              <a:schemeClr val="accent2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ru-RU" altLang="ko-KR" b="1" dirty="0">
                  <a:ln>
                    <a:solidFill>
                      <a:schemeClr val="tx2"/>
                    </a:solidFill>
                  </a:ln>
                  <a:solidFill>
                    <a:schemeClr val="bg1"/>
                  </a:solidFill>
                  <a:cs typeface="Arial" pitchFamily="34" charset="0"/>
                </a:rPr>
                <a:t>Сенильный </a:t>
              </a:r>
              <a:endParaRPr lang="ko-KR" altLang="en-US" b="1" dirty="0">
                <a:ln>
                  <a:solidFill>
                    <a:schemeClr val="tx2"/>
                  </a:solidFill>
                </a:ln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EAB639FE-EBDE-49FA-88AD-0D842BEEEF6A}"/>
                </a:ext>
              </a:extLst>
            </p:cNvPr>
            <p:cNvSpPr txBox="1"/>
            <p:nvPr/>
          </p:nvSpPr>
          <p:spPr>
            <a:xfrm>
              <a:off x="6210998" y="1630759"/>
              <a:ext cx="2229889" cy="6761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Выявляется у людей старше 70 лет. Появляется вследствие износа скелета. </a:t>
              </a:r>
              <a:endPara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8B2B1D5D-8C2F-47EB-8EB4-FF2960907479}"/>
              </a:ext>
            </a:extLst>
          </p:cNvPr>
          <p:cNvGrpSpPr/>
          <p:nvPr/>
        </p:nvGrpSpPr>
        <p:grpSpPr>
          <a:xfrm>
            <a:off x="6498629" y="2681534"/>
            <a:ext cx="2125328" cy="1442232"/>
            <a:chOff x="6210998" y="1433695"/>
            <a:chExt cx="2229890" cy="1042288"/>
          </a:xfrm>
        </p:grpSpPr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9D2A99D9-BA0D-4EB9-9AA2-1653318D2085}"/>
                </a:ext>
              </a:extLst>
            </p:cNvPr>
            <p:cNvSpPr txBox="1"/>
            <p:nvPr/>
          </p:nvSpPr>
          <p:spPr>
            <a:xfrm>
              <a:off x="6210999" y="1433695"/>
              <a:ext cx="2229889" cy="222428"/>
            </a:xfrm>
            <a:prstGeom prst="rect">
              <a:avLst/>
            </a:prstGeom>
            <a:solidFill>
              <a:srgbClr val="AAAAAA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ru-RU" altLang="ko-KR" b="1" dirty="0">
                  <a:ln>
                    <a:solidFill>
                      <a:schemeClr val="tx2"/>
                    </a:solidFill>
                  </a:ln>
                  <a:solidFill>
                    <a:schemeClr val="bg1"/>
                  </a:solidFill>
                  <a:cs typeface="Arial" pitchFamily="34" charset="0"/>
                </a:rPr>
                <a:t>Ювенильный </a:t>
              </a:r>
              <a:endParaRPr lang="ko-KR" altLang="en-US" b="1" dirty="0">
                <a:ln>
                  <a:solidFill>
                    <a:schemeClr val="tx2"/>
                  </a:solidFill>
                </a:ln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DD7B7C7C-CF23-4EBE-BFD7-C7DB3C4AB994}"/>
                </a:ext>
              </a:extLst>
            </p:cNvPr>
            <p:cNvSpPr txBox="1"/>
            <p:nvPr/>
          </p:nvSpPr>
          <p:spPr>
            <a:xfrm>
              <a:off x="6210998" y="1630759"/>
              <a:ext cx="2229889" cy="8452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Выявляется у детей до 18 лет. </a:t>
              </a:r>
              <a:r>
                <a:rPr lang="ru-RU" dirty="0"/>
                <a:t>у Характеризуется нарушением костного метаболизма.</a:t>
              </a:r>
              <a:endPara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58887010-702A-49C7-90C9-9082D7A9D434}"/>
              </a:ext>
            </a:extLst>
          </p:cNvPr>
          <p:cNvGrpSpPr/>
          <p:nvPr/>
        </p:nvGrpSpPr>
        <p:grpSpPr>
          <a:xfrm>
            <a:off x="3858288" y="2689548"/>
            <a:ext cx="2492802" cy="2091193"/>
            <a:chOff x="6013746" y="1433695"/>
            <a:chExt cx="2610702" cy="1511286"/>
          </a:xfrm>
        </p:grpSpPr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AE3A1FF2-17D1-4C4D-BD79-E4F9E3D42620}"/>
                </a:ext>
              </a:extLst>
            </p:cNvPr>
            <p:cNvSpPr txBox="1"/>
            <p:nvPr/>
          </p:nvSpPr>
          <p:spPr>
            <a:xfrm>
              <a:off x="6210999" y="1433695"/>
              <a:ext cx="2229889" cy="222428"/>
            </a:xfrm>
            <a:prstGeom prst="rect">
              <a:avLst/>
            </a:prstGeom>
            <a:solidFill>
              <a:schemeClr val="accent4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ru-RU" altLang="ko-KR" b="1" dirty="0">
                  <a:ln>
                    <a:solidFill>
                      <a:schemeClr val="tx2"/>
                    </a:solidFill>
                  </a:ln>
                  <a:solidFill>
                    <a:schemeClr val="bg1"/>
                  </a:solidFill>
                  <a:cs typeface="Arial" pitchFamily="34" charset="0"/>
                </a:rPr>
                <a:t>Идиопатический </a:t>
              </a:r>
              <a:endParaRPr lang="ko-KR" altLang="en-US" b="1" dirty="0">
                <a:ln>
                  <a:solidFill>
                    <a:schemeClr val="tx2"/>
                  </a:solidFill>
                </a:ln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D38E2518-9255-4C0D-A37C-320D8EF23FCB}"/>
                </a:ext>
              </a:extLst>
            </p:cNvPr>
            <p:cNvSpPr txBox="1"/>
            <p:nvPr/>
          </p:nvSpPr>
          <p:spPr>
            <a:xfrm>
              <a:off x="6013746" y="1632660"/>
              <a:ext cx="2610702" cy="13123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dirty="0"/>
                <a:t>Остеопороз неясной этиологии, который развивается как самостоятельное заболевание без выявленной другой причины снижения прочности скелета.</a:t>
              </a:r>
              <a:endPara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49B4110-A31B-599A-CD6F-437EA83CDB6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2521" y="2362396"/>
            <a:ext cx="923329" cy="923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561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D264B1B-CD7F-2FF5-0E30-35E1936E91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032595">
            <a:off x="2430035" y="398662"/>
            <a:ext cx="4436319" cy="4933158"/>
          </a:xfrm>
          <a:prstGeom prst="rect">
            <a:avLst/>
          </a:prstGeom>
        </p:spPr>
      </p:pic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45423" y="205670"/>
            <a:ext cx="9144000" cy="543185"/>
          </a:xfrm>
        </p:spPr>
        <p:txBody>
          <a:bodyPr>
            <a:noAutofit/>
          </a:bodyPr>
          <a:lstStyle/>
          <a:p>
            <a:r>
              <a:rPr lang="ru-RU" sz="4000" b="1" dirty="0">
                <a:ln>
                  <a:solidFill>
                    <a:schemeClr val="tx2"/>
                  </a:solidFill>
                </a:ln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Причины вторичного остеопороза</a:t>
            </a:r>
            <a:endParaRPr lang="en-US" sz="4000" b="1" dirty="0">
              <a:ln>
                <a:solidFill>
                  <a:schemeClr val="tx2"/>
                </a:solidFill>
              </a:ln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643A4A1-6242-4048-B407-4899AF601810}"/>
              </a:ext>
            </a:extLst>
          </p:cNvPr>
          <p:cNvSpPr txBox="1"/>
          <p:nvPr/>
        </p:nvSpPr>
        <p:spPr>
          <a:xfrm>
            <a:off x="6413583" y="1374251"/>
            <a:ext cx="2044035" cy="32316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ru-RU" altLang="ko-KR" sz="1500" b="1" dirty="0">
                <a:ln>
                  <a:solidFill>
                    <a:schemeClr val="accent2">
                      <a:lumMod val="75000"/>
                    </a:schemeClr>
                  </a:solidFill>
                </a:ln>
                <a:solidFill>
                  <a:schemeClr val="accent2"/>
                </a:solidFill>
                <a:cs typeface="Arial" pitchFamily="34" charset="0"/>
              </a:rPr>
              <a:t>Прием лекарств</a:t>
            </a:r>
            <a:endParaRPr lang="ko-KR" altLang="en-US" sz="1500" b="1" dirty="0">
              <a:ln>
                <a:solidFill>
                  <a:schemeClr val="accent2">
                    <a:lumMod val="75000"/>
                  </a:schemeClr>
                </a:solidFill>
              </a:ln>
              <a:solidFill>
                <a:schemeClr val="accent2"/>
              </a:solidFill>
              <a:cs typeface="Arial" pitchFamily="34" charset="0"/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F13DB3F-69A2-427A-8C8C-DE0955138D2A}"/>
              </a:ext>
            </a:extLst>
          </p:cNvPr>
          <p:cNvGrpSpPr/>
          <p:nvPr/>
        </p:nvGrpSpPr>
        <p:grpSpPr>
          <a:xfrm>
            <a:off x="5768658" y="1286856"/>
            <a:ext cx="513000" cy="513000"/>
            <a:chOff x="6078081" y="1847059"/>
            <a:chExt cx="684000" cy="684000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660EE885-71E4-47BE-8253-2F2ABFEB546E}"/>
                </a:ext>
              </a:extLst>
            </p:cNvPr>
            <p:cNvSpPr/>
            <p:nvPr/>
          </p:nvSpPr>
          <p:spPr>
            <a:xfrm>
              <a:off x="6078081" y="1847059"/>
              <a:ext cx="684000" cy="684000"/>
            </a:xfrm>
            <a:prstGeom prst="ellipse">
              <a:avLst/>
            </a:pr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000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AF73458E-E827-4916-AA18-23257CB66BF5}"/>
                </a:ext>
              </a:extLst>
            </p:cNvPr>
            <p:cNvSpPr/>
            <p:nvPr/>
          </p:nvSpPr>
          <p:spPr>
            <a:xfrm>
              <a:off x="6150081" y="1919059"/>
              <a:ext cx="540000" cy="540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000"/>
            </a:p>
          </p:txBody>
        </p:sp>
      </p:grpSp>
      <p:sp>
        <p:nvSpPr>
          <p:cNvPr id="42" name="Text Placeholder 14">
            <a:extLst>
              <a:ext uri="{FF2B5EF4-FFF2-40B4-BE49-F238E27FC236}">
                <a16:creationId xmlns:a16="http://schemas.microsoft.com/office/drawing/2014/main" id="{9920709B-87B0-4F1B-8D84-C1DCB244A6DD}"/>
              </a:ext>
            </a:extLst>
          </p:cNvPr>
          <p:cNvSpPr txBox="1">
            <a:spLocks/>
          </p:cNvSpPr>
          <p:nvPr/>
        </p:nvSpPr>
        <p:spPr>
          <a:xfrm>
            <a:off x="5839309" y="1374253"/>
            <a:ext cx="371701" cy="338209"/>
          </a:xfrm>
          <a:prstGeom prst="rect">
            <a:avLst/>
          </a:prstGeom>
        </p:spPr>
        <p:txBody>
          <a:bodyPr lIns="68580" tIns="34290" rIns="68580" bIns="34290"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cs typeface="Arial" pitchFamily="34" charset="0"/>
              </a:rPr>
              <a:t>04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5C6D73C-BA7B-47C6-99D0-AB486580601C}"/>
              </a:ext>
            </a:extLst>
          </p:cNvPr>
          <p:cNvSpPr txBox="1"/>
          <p:nvPr/>
        </p:nvSpPr>
        <p:spPr>
          <a:xfrm>
            <a:off x="5888216" y="2527032"/>
            <a:ext cx="2569402" cy="32316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ru-RU" altLang="ko-KR" sz="1500" b="1" dirty="0">
                <a:ln>
                  <a:solidFill>
                    <a:schemeClr val="accent2">
                      <a:lumMod val="75000"/>
                    </a:schemeClr>
                  </a:solidFill>
                </a:ln>
                <a:solidFill>
                  <a:schemeClr val="accent2"/>
                </a:solidFill>
                <a:cs typeface="Arial" pitchFamily="34" charset="0"/>
              </a:rPr>
              <a:t>Генетические нарушения</a:t>
            </a:r>
            <a:endParaRPr lang="ko-KR" altLang="en-US" sz="1500" b="1" dirty="0">
              <a:ln>
                <a:solidFill>
                  <a:schemeClr val="accent2">
                    <a:lumMod val="75000"/>
                  </a:schemeClr>
                </a:solidFill>
              </a:ln>
              <a:solidFill>
                <a:schemeClr val="accent2"/>
              </a:solidFill>
              <a:cs typeface="Arial" pitchFamily="34" charset="0"/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390C2371-1038-4683-8B06-719C62CC23AB}"/>
              </a:ext>
            </a:extLst>
          </p:cNvPr>
          <p:cNvGrpSpPr/>
          <p:nvPr/>
        </p:nvGrpSpPr>
        <p:grpSpPr>
          <a:xfrm>
            <a:off x="5253042" y="2439638"/>
            <a:ext cx="513000" cy="513000"/>
            <a:chOff x="6078081" y="1847059"/>
            <a:chExt cx="684000" cy="684000"/>
          </a:xfrm>
        </p:grpSpPr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22A3D1A6-D22C-46A9-A029-B845F3110DC7}"/>
                </a:ext>
              </a:extLst>
            </p:cNvPr>
            <p:cNvSpPr/>
            <p:nvPr/>
          </p:nvSpPr>
          <p:spPr>
            <a:xfrm>
              <a:off x="6078081" y="1847059"/>
              <a:ext cx="684000" cy="684000"/>
            </a:xfrm>
            <a:prstGeom prst="ellipse">
              <a:avLst/>
            </a:pr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000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6CD54133-1AFF-4374-BA6E-D729D123F3F1}"/>
                </a:ext>
              </a:extLst>
            </p:cNvPr>
            <p:cNvSpPr/>
            <p:nvPr/>
          </p:nvSpPr>
          <p:spPr>
            <a:xfrm>
              <a:off x="6150081" y="1919059"/>
              <a:ext cx="540000" cy="540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000"/>
            </a:p>
          </p:txBody>
        </p:sp>
      </p:grpSp>
      <p:sp>
        <p:nvSpPr>
          <p:cNvPr id="49" name="Text Placeholder 14">
            <a:extLst>
              <a:ext uri="{FF2B5EF4-FFF2-40B4-BE49-F238E27FC236}">
                <a16:creationId xmlns:a16="http://schemas.microsoft.com/office/drawing/2014/main" id="{D8DF2B41-8E32-489F-B1E6-923D19CA69BD}"/>
              </a:ext>
            </a:extLst>
          </p:cNvPr>
          <p:cNvSpPr txBox="1">
            <a:spLocks/>
          </p:cNvSpPr>
          <p:nvPr/>
        </p:nvSpPr>
        <p:spPr>
          <a:xfrm>
            <a:off x="5323693" y="2527035"/>
            <a:ext cx="371701" cy="338209"/>
          </a:xfrm>
          <a:prstGeom prst="rect">
            <a:avLst/>
          </a:prstGeom>
        </p:spPr>
        <p:txBody>
          <a:bodyPr lIns="68580" tIns="34290" rIns="68580" bIns="34290"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cs typeface="Arial" pitchFamily="34" charset="0"/>
              </a:rPr>
              <a:t>05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44156F5-1FD2-4951-8C69-04EB609111D0}"/>
              </a:ext>
            </a:extLst>
          </p:cNvPr>
          <p:cNvSpPr txBox="1"/>
          <p:nvPr/>
        </p:nvSpPr>
        <p:spPr>
          <a:xfrm>
            <a:off x="5348908" y="3646418"/>
            <a:ext cx="3030061" cy="553998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ru-RU" altLang="ko-KR" sz="1500" b="1" dirty="0">
                <a:ln>
                  <a:solidFill>
                    <a:schemeClr val="accent2">
                      <a:lumMod val="75000"/>
                    </a:schemeClr>
                  </a:solidFill>
                </a:ln>
                <a:solidFill>
                  <a:schemeClr val="accent2"/>
                </a:solidFill>
                <a:cs typeface="Arial" pitchFamily="34" charset="0"/>
              </a:rPr>
              <a:t>Хронические воспалительные заболевания</a:t>
            </a:r>
            <a:endParaRPr lang="ko-KR" altLang="en-US" sz="1500" b="1" dirty="0">
              <a:ln>
                <a:solidFill>
                  <a:schemeClr val="accent2">
                    <a:lumMod val="75000"/>
                  </a:schemeClr>
                </a:solidFill>
              </a:ln>
              <a:solidFill>
                <a:schemeClr val="accent2"/>
              </a:solidFill>
              <a:cs typeface="Arial" pitchFamily="34" charset="0"/>
            </a:endParaRP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C9096C91-73BE-4A0F-9F03-A3B29F5DFC54}"/>
              </a:ext>
            </a:extLst>
          </p:cNvPr>
          <p:cNvGrpSpPr/>
          <p:nvPr/>
        </p:nvGrpSpPr>
        <p:grpSpPr>
          <a:xfrm>
            <a:off x="4704622" y="3592418"/>
            <a:ext cx="513000" cy="513000"/>
            <a:chOff x="6078081" y="1847059"/>
            <a:chExt cx="684000" cy="684000"/>
          </a:xfrm>
        </p:grpSpPr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9D18B204-3370-4E6B-9AB8-24F8C5BECC59}"/>
                </a:ext>
              </a:extLst>
            </p:cNvPr>
            <p:cNvSpPr/>
            <p:nvPr/>
          </p:nvSpPr>
          <p:spPr>
            <a:xfrm>
              <a:off x="6078081" y="1847059"/>
              <a:ext cx="684000" cy="684000"/>
            </a:xfrm>
            <a:prstGeom prst="ellipse">
              <a:avLst/>
            </a:pr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000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13CF1E15-9CC5-4D4B-BA88-8696C421D520}"/>
                </a:ext>
              </a:extLst>
            </p:cNvPr>
            <p:cNvSpPr/>
            <p:nvPr/>
          </p:nvSpPr>
          <p:spPr>
            <a:xfrm>
              <a:off x="6150081" y="1919059"/>
              <a:ext cx="540000" cy="540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000"/>
            </a:p>
          </p:txBody>
        </p:sp>
      </p:grpSp>
      <p:sp>
        <p:nvSpPr>
          <p:cNvPr id="56" name="Text Placeholder 14">
            <a:extLst>
              <a:ext uri="{FF2B5EF4-FFF2-40B4-BE49-F238E27FC236}">
                <a16:creationId xmlns:a16="http://schemas.microsoft.com/office/drawing/2014/main" id="{C7D867FE-229C-4F4C-8906-8A15E8C3B1A6}"/>
              </a:ext>
            </a:extLst>
          </p:cNvPr>
          <p:cNvSpPr txBox="1">
            <a:spLocks/>
          </p:cNvSpPr>
          <p:nvPr/>
        </p:nvSpPr>
        <p:spPr>
          <a:xfrm>
            <a:off x="4775273" y="3679815"/>
            <a:ext cx="371701" cy="338209"/>
          </a:xfrm>
          <a:prstGeom prst="rect">
            <a:avLst/>
          </a:prstGeom>
        </p:spPr>
        <p:txBody>
          <a:bodyPr lIns="68580" tIns="34290" rIns="68580" bIns="34290"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cs typeface="Arial" pitchFamily="34" charset="0"/>
              </a:rPr>
              <a:t>06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0187C8D-281A-4A9C-82E4-FD889EA5EF61}"/>
              </a:ext>
            </a:extLst>
          </p:cNvPr>
          <p:cNvSpPr txBox="1"/>
          <p:nvPr/>
        </p:nvSpPr>
        <p:spPr>
          <a:xfrm>
            <a:off x="694875" y="1212361"/>
            <a:ext cx="3347631" cy="78483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r"/>
            <a:r>
              <a:rPr lang="ru-RU" altLang="ko-KR" sz="1500" b="1" dirty="0">
                <a:ln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accent1"/>
                </a:solidFill>
                <a:cs typeface="Arial" pitchFamily="34" charset="0"/>
              </a:rPr>
              <a:t>Эндокринные расстройства (гиперпаратиреоз, тиреотоксикоз, </a:t>
            </a:r>
            <a:r>
              <a:rPr lang="ru-RU" altLang="ko-KR" sz="1500" b="1" dirty="0" err="1">
                <a:ln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accent1"/>
                </a:solidFill>
                <a:cs typeface="Arial" pitchFamily="34" charset="0"/>
              </a:rPr>
              <a:t>Кушингоидизм</a:t>
            </a:r>
            <a:r>
              <a:rPr lang="ru-RU" altLang="ko-KR" sz="1500" b="1" dirty="0">
                <a:ln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accent1"/>
                </a:solidFill>
                <a:cs typeface="Arial" pitchFamily="34" charset="0"/>
              </a:rPr>
              <a:t>)</a:t>
            </a:r>
            <a:endParaRPr lang="ko-KR" altLang="en-US" sz="1500" b="1" dirty="0">
              <a:ln>
                <a:solidFill>
                  <a:schemeClr val="accent1">
                    <a:lumMod val="75000"/>
                  </a:schemeClr>
                </a:solidFill>
              </a:ln>
              <a:solidFill>
                <a:schemeClr val="accent1"/>
              </a:solidFill>
              <a:cs typeface="Arial" pitchFamily="34" charset="0"/>
            </a:endParaRP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A98C5284-43D4-4207-AFC5-18CF85BB77E1}"/>
              </a:ext>
            </a:extLst>
          </p:cNvPr>
          <p:cNvGrpSpPr/>
          <p:nvPr/>
        </p:nvGrpSpPr>
        <p:grpSpPr>
          <a:xfrm>
            <a:off x="4181455" y="1286855"/>
            <a:ext cx="513000" cy="513000"/>
            <a:chOff x="3754587" y="1709861"/>
            <a:chExt cx="684000" cy="684000"/>
          </a:xfrm>
        </p:grpSpPr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109FA658-F31E-4DD7-AC02-37433C393414}"/>
                </a:ext>
              </a:extLst>
            </p:cNvPr>
            <p:cNvSpPr/>
            <p:nvPr/>
          </p:nvSpPr>
          <p:spPr>
            <a:xfrm>
              <a:off x="3754587" y="1709861"/>
              <a:ext cx="684000" cy="684000"/>
            </a:xfrm>
            <a:prstGeom prst="ellipse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000" dirty="0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ECAD3A45-FEEB-4BC7-91CF-AAEFA1B53283}"/>
                </a:ext>
              </a:extLst>
            </p:cNvPr>
            <p:cNvSpPr/>
            <p:nvPr/>
          </p:nvSpPr>
          <p:spPr>
            <a:xfrm>
              <a:off x="3826587" y="1781861"/>
              <a:ext cx="540000" cy="54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000"/>
            </a:p>
          </p:txBody>
        </p:sp>
        <p:sp>
          <p:nvSpPr>
            <p:cNvPr id="63" name="Text Placeholder 14">
              <a:extLst>
                <a:ext uri="{FF2B5EF4-FFF2-40B4-BE49-F238E27FC236}">
                  <a16:creationId xmlns:a16="http://schemas.microsoft.com/office/drawing/2014/main" id="{1E53ABAC-A530-4EB4-A562-C96D30C8C46D}"/>
                </a:ext>
              </a:extLst>
            </p:cNvPr>
            <p:cNvSpPr txBox="1">
              <a:spLocks/>
            </p:cNvSpPr>
            <p:nvPr/>
          </p:nvSpPr>
          <p:spPr>
            <a:xfrm>
              <a:off x="3840276" y="1826389"/>
              <a:ext cx="495601" cy="450945"/>
            </a:xfrm>
            <a:prstGeom prst="rect">
              <a:avLst/>
            </a:prstGeom>
          </p:spPr>
          <p:txBody>
            <a:bodyPr anchor="ctr"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100" b="1" dirty="0">
                  <a:solidFill>
                    <a:schemeClr val="bg1"/>
                  </a:solidFill>
                  <a:cs typeface="Arial" pitchFamily="34" charset="0"/>
                </a:rPr>
                <a:t>01</a:t>
              </a:r>
            </a:p>
          </p:txBody>
        </p: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19559871-DC71-4EAE-B7EF-9230ABD49421}"/>
              </a:ext>
            </a:extLst>
          </p:cNvPr>
          <p:cNvSpPr txBox="1"/>
          <p:nvPr/>
        </p:nvSpPr>
        <p:spPr>
          <a:xfrm>
            <a:off x="199826" y="2502418"/>
            <a:ext cx="3144485" cy="32316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r"/>
            <a:r>
              <a:rPr lang="ru-RU" altLang="ko-KR" sz="1500" b="1" dirty="0">
                <a:ln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accent1"/>
                </a:solidFill>
                <a:cs typeface="Arial" pitchFamily="34" charset="0"/>
              </a:rPr>
              <a:t>Дефицит витамина D и кальция</a:t>
            </a:r>
            <a:endParaRPr lang="ko-KR" altLang="en-US" sz="1500" b="1" dirty="0">
              <a:ln>
                <a:solidFill>
                  <a:schemeClr val="accent1">
                    <a:lumMod val="75000"/>
                  </a:schemeClr>
                </a:solidFill>
              </a:ln>
              <a:solidFill>
                <a:schemeClr val="accent1"/>
              </a:solidFill>
              <a:cs typeface="Arial" pitchFamily="34" charset="0"/>
            </a:endParaRP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C143D5AC-5E1D-438B-8418-32CE7A52A2A8}"/>
              </a:ext>
            </a:extLst>
          </p:cNvPr>
          <p:cNvGrpSpPr/>
          <p:nvPr/>
        </p:nvGrpSpPr>
        <p:grpSpPr>
          <a:xfrm>
            <a:off x="3479377" y="2439636"/>
            <a:ext cx="513000" cy="513000"/>
            <a:chOff x="3754587" y="1709861"/>
            <a:chExt cx="684000" cy="684000"/>
          </a:xfrm>
        </p:grpSpPr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D1CCBA64-939C-4378-B9EC-ED0B251ECE71}"/>
                </a:ext>
              </a:extLst>
            </p:cNvPr>
            <p:cNvSpPr/>
            <p:nvPr/>
          </p:nvSpPr>
          <p:spPr>
            <a:xfrm>
              <a:off x="3754587" y="1709861"/>
              <a:ext cx="684000" cy="684000"/>
            </a:xfrm>
            <a:prstGeom prst="ellipse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000" dirty="0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68B65B16-A6AE-404A-B003-6DDBC9F2BDF0}"/>
                </a:ext>
              </a:extLst>
            </p:cNvPr>
            <p:cNvSpPr/>
            <p:nvPr/>
          </p:nvSpPr>
          <p:spPr>
            <a:xfrm>
              <a:off x="3826587" y="1781861"/>
              <a:ext cx="540000" cy="54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000" dirty="0"/>
            </a:p>
          </p:txBody>
        </p:sp>
        <p:sp>
          <p:nvSpPr>
            <p:cNvPr id="70" name="Text Placeholder 14">
              <a:extLst>
                <a:ext uri="{FF2B5EF4-FFF2-40B4-BE49-F238E27FC236}">
                  <a16:creationId xmlns:a16="http://schemas.microsoft.com/office/drawing/2014/main" id="{63CE7CD5-0ACC-4664-86D1-E132A4CB4041}"/>
                </a:ext>
              </a:extLst>
            </p:cNvPr>
            <p:cNvSpPr txBox="1">
              <a:spLocks/>
            </p:cNvSpPr>
            <p:nvPr/>
          </p:nvSpPr>
          <p:spPr>
            <a:xfrm>
              <a:off x="3840276" y="1826389"/>
              <a:ext cx="495601" cy="450945"/>
            </a:xfrm>
            <a:prstGeom prst="rect">
              <a:avLst/>
            </a:prstGeom>
          </p:spPr>
          <p:txBody>
            <a:bodyPr anchor="ctr"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100" b="1" dirty="0">
                  <a:solidFill>
                    <a:schemeClr val="bg1"/>
                  </a:solidFill>
                  <a:cs typeface="Arial" pitchFamily="34" charset="0"/>
                </a:rPr>
                <a:t>02</a:t>
              </a:r>
            </a:p>
          </p:txBody>
        </p:sp>
      </p:grpSp>
      <p:sp>
        <p:nvSpPr>
          <p:cNvPr id="72" name="TextBox 71">
            <a:extLst>
              <a:ext uri="{FF2B5EF4-FFF2-40B4-BE49-F238E27FC236}">
                <a16:creationId xmlns:a16="http://schemas.microsoft.com/office/drawing/2014/main" id="{354E042A-8B68-4529-8B75-3244F4F89B01}"/>
              </a:ext>
            </a:extLst>
          </p:cNvPr>
          <p:cNvSpPr txBox="1"/>
          <p:nvPr/>
        </p:nvSpPr>
        <p:spPr>
          <a:xfrm>
            <a:off x="0" y="3758250"/>
            <a:ext cx="2749469" cy="32316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r"/>
            <a:r>
              <a:rPr lang="ru-RU" altLang="ko-KR" sz="1500" b="1" dirty="0">
                <a:ln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accent1"/>
                </a:solidFill>
                <a:cs typeface="Arial" pitchFamily="34" charset="0"/>
              </a:rPr>
              <a:t>Заболевания крови </a:t>
            </a:r>
            <a:endParaRPr lang="ko-KR" altLang="en-US" sz="1500" b="1" dirty="0">
              <a:ln>
                <a:solidFill>
                  <a:schemeClr val="accent1">
                    <a:lumMod val="75000"/>
                  </a:schemeClr>
                </a:solidFill>
              </a:ln>
              <a:solidFill>
                <a:schemeClr val="accent1"/>
              </a:solidFill>
              <a:cs typeface="Arial" pitchFamily="34" charset="0"/>
            </a:endParaRP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7AE8A0AA-85AE-444C-9658-A5BD6432A1F8}"/>
              </a:ext>
            </a:extLst>
          </p:cNvPr>
          <p:cNvGrpSpPr/>
          <p:nvPr/>
        </p:nvGrpSpPr>
        <p:grpSpPr>
          <a:xfrm>
            <a:off x="2885311" y="3592418"/>
            <a:ext cx="513000" cy="513000"/>
            <a:chOff x="3754587" y="1709861"/>
            <a:chExt cx="684000" cy="684000"/>
          </a:xfrm>
        </p:grpSpPr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2B3869E1-1074-4AB4-82B5-BF4B9A949A26}"/>
                </a:ext>
              </a:extLst>
            </p:cNvPr>
            <p:cNvSpPr/>
            <p:nvPr/>
          </p:nvSpPr>
          <p:spPr>
            <a:xfrm>
              <a:off x="3754587" y="1709861"/>
              <a:ext cx="684000" cy="684000"/>
            </a:xfrm>
            <a:prstGeom prst="ellipse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000"/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1302D9EF-E672-45A0-80D4-0BCAB69F1F48}"/>
                </a:ext>
              </a:extLst>
            </p:cNvPr>
            <p:cNvSpPr/>
            <p:nvPr/>
          </p:nvSpPr>
          <p:spPr>
            <a:xfrm>
              <a:off x="3826587" y="1781861"/>
              <a:ext cx="540000" cy="54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000"/>
            </a:p>
          </p:txBody>
        </p:sp>
        <p:sp>
          <p:nvSpPr>
            <p:cNvPr id="77" name="Text Placeholder 14">
              <a:extLst>
                <a:ext uri="{FF2B5EF4-FFF2-40B4-BE49-F238E27FC236}">
                  <a16:creationId xmlns:a16="http://schemas.microsoft.com/office/drawing/2014/main" id="{128694B0-2413-4FB4-B9E8-A8E0E6CD2EFF}"/>
                </a:ext>
              </a:extLst>
            </p:cNvPr>
            <p:cNvSpPr txBox="1">
              <a:spLocks/>
            </p:cNvSpPr>
            <p:nvPr/>
          </p:nvSpPr>
          <p:spPr>
            <a:xfrm>
              <a:off x="3840276" y="1826389"/>
              <a:ext cx="495601" cy="450945"/>
            </a:xfrm>
            <a:prstGeom prst="rect">
              <a:avLst/>
            </a:prstGeom>
          </p:spPr>
          <p:txBody>
            <a:bodyPr anchor="ctr"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100" b="1" dirty="0">
                  <a:solidFill>
                    <a:schemeClr val="bg1"/>
                  </a:solidFill>
                  <a:cs typeface="Arial" pitchFamily="34" charset="0"/>
                </a:rPr>
                <a:t>03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605582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12">
            <a:extLst>
              <a:ext uri="{FF2B5EF4-FFF2-40B4-BE49-F238E27FC236}">
                <a16:creationId xmlns:a16="http://schemas.microsoft.com/office/drawing/2014/main" id="{47CE9243-B0A9-418A-9473-0EE4813FA0A6}"/>
              </a:ext>
            </a:extLst>
          </p:cNvPr>
          <p:cNvGrpSpPr/>
          <p:nvPr/>
        </p:nvGrpSpPr>
        <p:grpSpPr>
          <a:xfrm>
            <a:off x="2784779" y="3391465"/>
            <a:ext cx="1250649" cy="1265881"/>
            <a:chOff x="1187625" y="1344420"/>
            <a:chExt cx="1973194" cy="1997226"/>
          </a:xfrm>
        </p:grpSpPr>
        <p:sp>
          <p:nvSpPr>
            <p:cNvPr id="45" name="Oval 7">
              <a:extLst>
                <a:ext uri="{FF2B5EF4-FFF2-40B4-BE49-F238E27FC236}">
                  <a16:creationId xmlns:a16="http://schemas.microsoft.com/office/drawing/2014/main" id="{C5E69E87-0504-4B6B-A38A-3366CA129A97}"/>
                </a:ext>
              </a:extLst>
            </p:cNvPr>
            <p:cNvSpPr/>
            <p:nvPr/>
          </p:nvSpPr>
          <p:spPr>
            <a:xfrm>
              <a:off x="1187625" y="1412777"/>
              <a:ext cx="1872208" cy="187220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cs typeface="Arial" pitchFamily="34" charset="0"/>
              </a:endParaRPr>
            </a:p>
          </p:txBody>
        </p:sp>
        <p:graphicFrame>
          <p:nvGraphicFramePr>
            <p:cNvPr id="50" name="Chart 6">
              <a:extLst>
                <a:ext uri="{FF2B5EF4-FFF2-40B4-BE49-F238E27FC236}">
                  <a16:creationId xmlns:a16="http://schemas.microsoft.com/office/drawing/2014/main" id="{3DB4CB0C-DEDF-4D7B-A863-37D47DA7E27D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502590849"/>
                </p:ext>
              </p:extLst>
            </p:nvPr>
          </p:nvGraphicFramePr>
          <p:xfrm>
            <a:off x="1330030" y="1344420"/>
            <a:ext cx="1830789" cy="1997226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</p:grpSp>
      <p:grpSp>
        <p:nvGrpSpPr>
          <p:cNvPr id="51" name="Group 12">
            <a:extLst>
              <a:ext uri="{FF2B5EF4-FFF2-40B4-BE49-F238E27FC236}">
                <a16:creationId xmlns:a16="http://schemas.microsoft.com/office/drawing/2014/main" id="{60AF5147-D6C6-445C-ABFF-9ED539383FD4}"/>
              </a:ext>
            </a:extLst>
          </p:cNvPr>
          <p:cNvGrpSpPr/>
          <p:nvPr/>
        </p:nvGrpSpPr>
        <p:grpSpPr>
          <a:xfrm>
            <a:off x="787800" y="3373734"/>
            <a:ext cx="1186642" cy="1265881"/>
            <a:chOff x="1187625" y="1314642"/>
            <a:chExt cx="1872208" cy="1997226"/>
          </a:xfrm>
        </p:grpSpPr>
        <p:sp>
          <p:nvSpPr>
            <p:cNvPr id="53" name="Oval 7">
              <a:extLst>
                <a:ext uri="{FF2B5EF4-FFF2-40B4-BE49-F238E27FC236}">
                  <a16:creationId xmlns:a16="http://schemas.microsoft.com/office/drawing/2014/main" id="{A8CFC3F7-12B3-4623-BFD4-48ECD661AD6C}"/>
                </a:ext>
              </a:extLst>
            </p:cNvPr>
            <p:cNvSpPr/>
            <p:nvPr/>
          </p:nvSpPr>
          <p:spPr>
            <a:xfrm>
              <a:off x="1187625" y="1412777"/>
              <a:ext cx="1872208" cy="187220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cs typeface="Arial" pitchFamily="34" charset="0"/>
              </a:endParaRPr>
            </a:p>
          </p:txBody>
        </p:sp>
        <p:graphicFrame>
          <p:nvGraphicFramePr>
            <p:cNvPr id="63" name="Chart 6">
              <a:extLst>
                <a:ext uri="{FF2B5EF4-FFF2-40B4-BE49-F238E27FC236}">
                  <a16:creationId xmlns:a16="http://schemas.microsoft.com/office/drawing/2014/main" id="{62480E56-006E-4EDC-858F-7BE36F5B63C9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698377163"/>
                </p:ext>
              </p:extLst>
            </p:nvPr>
          </p:nvGraphicFramePr>
          <p:xfrm>
            <a:off x="1219028" y="1314642"/>
            <a:ext cx="1830790" cy="1997226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</p:grpSp>
      <p:grpSp>
        <p:nvGrpSpPr>
          <p:cNvPr id="64" name="Group 12">
            <a:extLst>
              <a:ext uri="{FF2B5EF4-FFF2-40B4-BE49-F238E27FC236}">
                <a16:creationId xmlns:a16="http://schemas.microsoft.com/office/drawing/2014/main" id="{CFC75698-BA9E-418F-9C6E-903A1DF0601D}"/>
              </a:ext>
            </a:extLst>
          </p:cNvPr>
          <p:cNvGrpSpPr/>
          <p:nvPr/>
        </p:nvGrpSpPr>
        <p:grpSpPr>
          <a:xfrm>
            <a:off x="7261648" y="3391465"/>
            <a:ext cx="1186642" cy="1265881"/>
            <a:chOff x="1187625" y="1314642"/>
            <a:chExt cx="1872208" cy="1997226"/>
          </a:xfrm>
        </p:grpSpPr>
        <p:sp>
          <p:nvSpPr>
            <p:cNvPr id="65" name="Oval 7">
              <a:extLst>
                <a:ext uri="{FF2B5EF4-FFF2-40B4-BE49-F238E27FC236}">
                  <a16:creationId xmlns:a16="http://schemas.microsoft.com/office/drawing/2014/main" id="{C6B0663A-EDCA-4AAE-A0B7-3021DFA91B41}"/>
                </a:ext>
              </a:extLst>
            </p:cNvPr>
            <p:cNvSpPr/>
            <p:nvPr/>
          </p:nvSpPr>
          <p:spPr>
            <a:xfrm>
              <a:off x="1187625" y="1412777"/>
              <a:ext cx="1872208" cy="187220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cs typeface="Arial" pitchFamily="34" charset="0"/>
              </a:endParaRPr>
            </a:p>
          </p:txBody>
        </p:sp>
        <p:graphicFrame>
          <p:nvGraphicFramePr>
            <p:cNvPr id="69" name="Chart 6">
              <a:extLst>
                <a:ext uri="{FF2B5EF4-FFF2-40B4-BE49-F238E27FC236}">
                  <a16:creationId xmlns:a16="http://schemas.microsoft.com/office/drawing/2014/main" id="{4C0317FD-683C-4AFF-92D1-262C485151E6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4148856815"/>
                </p:ext>
              </p:extLst>
            </p:nvPr>
          </p:nvGraphicFramePr>
          <p:xfrm>
            <a:off x="1219028" y="1314642"/>
            <a:ext cx="1830790" cy="1997226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</p:grpSp>
      <p:sp>
        <p:nvSpPr>
          <p:cNvPr id="44" name="TextBox 43"/>
          <p:cNvSpPr txBox="1"/>
          <p:nvPr/>
        </p:nvSpPr>
        <p:spPr>
          <a:xfrm>
            <a:off x="645532" y="2949073"/>
            <a:ext cx="1511276" cy="315471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ru-RU" altLang="ko-KR" sz="1600" b="1" dirty="0">
                <a:ln>
                  <a:solidFill>
                    <a:schemeClr val="accent5">
                      <a:lumMod val="50000"/>
                    </a:schemeClr>
                  </a:solidFill>
                </a:ln>
                <a:solidFill>
                  <a:schemeClr val="accent1">
                    <a:lumMod val="50000"/>
                  </a:schemeClr>
                </a:solidFill>
                <a:cs typeface="Arial" pitchFamily="34" charset="0"/>
              </a:rPr>
              <a:t>Позвонки</a:t>
            </a:r>
            <a:endParaRPr lang="en-US" altLang="ko-KR" sz="1600" b="1" dirty="0">
              <a:ln>
                <a:solidFill>
                  <a:schemeClr val="accent5">
                    <a:lumMod val="50000"/>
                  </a:schemeClr>
                </a:solidFill>
              </a:ln>
              <a:solidFill>
                <a:schemeClr val="accent1">
                  <a:lumMod val="50000"/>
                </a:schemeClr>
              </a:solidFill>
              <a:cs typeface="Arial" pitchFamily="34" charset="0"/>
            </a:endParaRPr>
          </a:p>
        </p:txBody>
      </p:sp>
      <p:grpSp>
        <p:nvGrpSpPr>
          <p:cNvPr id="13" name="Group 12"/>
          <p:cNvGrpSpPr/>
          <p:nvPr/>
        </p:nvGrpSpPr>
        <p:grpSpPr>
          <a:xfrm>
            <a:off x="5083200" y="3374426"/>
            <a:ext cx="1186642" cy="1265881"/>
            <a:chOff x="1187625" y="1314642"/>
            <a:chExt cx="1872208" cy="1997226"/>
          </a:xfrm>
        </p:grpSpPr>
        <p:sp>
          <p:nvSpPr>
            <p:cNvPr id="8" name="Oval 7"/>
            <p:cNvSpPr/>
            <p:nvPr/>
          </p:nvSpPr>
          <p:spPr>
            <a:xfrm>
              <a:off x="1187625" y="1412777"/>
              <a:ext cx="1872208" cy="187220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cs typeface="Arial" pitchFamily="34" charset="0"/>
              </a:endParaRPr>
            </a:p>
          </p:txBody>
        </p:sp>
        <p:graphicFrame>
          <p:nvGraphicFramePr>
            <p:cNvPr id="7" name="Chart 6"/>
            <p:cNvGraphicFramePr/>
            <p:nvPr>
              <p:extLst>
                <p:ext uri="{D42A27DB-BD31-4B8C-83A1-F6EECF244321}">
                  <p14:modId xmlns:p14="http://schemas.microsoft.com/office/powerpoint/2010/main" val="2500097983"/>
                </p:ext>
              </p:extLst>
            </p:nvPr>
          </p:nvGraphicFramePr>
          <p:xfrm>
            <a:off x="1219028" y="1314642"/>
            <a:ext cx="1830790" cy="1997226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5"/>
            </a:graphicData>
          </a:graphic>
        </p:graphicFrame>
      </p:grpSp>
      <p:sp>
        <p:nvSpPr>
          <p:cNvPr id="36" name="TextBox 35"/>
          <p:cNvSpPr txBox="1"/>
          <p:nvPr/>
        </p:nvSpPr>
        <p:spPr>
          <a:xfrm>
            <a:off x="1031399" y="3873861"/>
            <a:ext cx="600537" cy="346249"/>
          </a:xfrm>
          <a:prstGeom prst="rect">
            <a:avLst/>
          </a:prstGeom>
          <a:noFill/>
        </p:spPr>
        <p:txBody>
          <a:bodyPr wrap="square" lIns="68580" tIns="34290" rIns="68580" bIns="34290" rtlCol="0" anchor="b">
            <a:spAutoFit/>
          </a:bodyPr>
          <a:lstStyle/>
          <a:p>
            <a:r>
              <a:rPr lang="ru-RU" altLang="ko-KR" sz="1800" dirty="0">
                <a:ln>
                  <a:solidFill>
                    <a:schemeClr val="accent5">
                      <a:lumMod val="75000"/>
                    </a:schemeClr>
                  </a:solidFill>
                </a:ln>
                <a:solidFill>
                  <a:schemeClr val="accent1"/>
                </a:solidFill>
                <a:cs typeface="Arial" pitchFamily="34" charset="0"/>
              </a:rPr>
              <a:t>46</a:t>
            </a:r>
            <a:r>
              <a:rPr lang="en-US" altLang="ko-KR" sz="1800" dirty="0">
                <a:ln>
                  <a:solidFill>
                    <a:schemeClr val="accent5">
                      <a:lumMod val="75000"/>
                    </a:schemeClr>
                  </a:solidFill>
                </a:ln>
                <a:solidFill>
                  <a:schemeClr val="accent1"/>
                </a:solidFill>
                <a:cs typeface="Arial" pitchFamily="34" charset="0"/>
              </a:rPr>
              <a:t>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57944" y="3873861"/>
            <a:ext cx="600537" cy="346249"/>
          </a:xfrm>
          <a:prstGeom prst="rect">
            <a:avLst/>
          </a:prstGeom>
          <a:noFill/>
        </p:spPr>
        <p:txBody>
          <a:bodyPr wrap="square" lIns="68580" tIns="34290" rIns="68580" bIns="34290" rtlCol="0" anchor="b">
            <a:spAutoFit/>
          </a:bodyPr>
          <a:lstStyle/>
          <a:p>
            <a:r>
              <a:rPr lang="ru-RU" altLang="ko-KR" sz="1800" dirty="0">
                <a:ln>
                  <a:solidFill>
                    <a:schemeClr val="accent6">
                      <a:lumMod val="75000"/>
                    </a:schemeClr>
                  </a:solidFill>
                </a:ln>
                <a:solidFill>
                  <a:schemeClr val="accent2"/>
                </a:solidFill>
                <a:cs typeface="Arial" pitchFamily="34" charset="0"/>
              </a:rPr>
              <a:t>2</a:t>
            </a:r>
            <a:r>
              <a:rPr lang="en-US" altLang="ko-KR" sz="1800" dirty="0">
                <a:ln>
                  <a:solidFill>
                    <a:schemeClr val="accent6">
                      <a:lumMod val="75000"/>
                    </a:schemeClr>
                  </a:solidFill>
                </a:ln>
                <a:solidFill>
                  <a:schemeClr val="accent2"/>
                </a:solidFill>
                <a:cs typeface="Arial" pitchFamily="34" charset="0"/>
              </a:rPr>
              <a:t>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23473" y="3873861"/>
            <a:ext cx="600537" cy="346249"/>
          </a:xfrm>
          <a:prstGeom prst="rect">
            <a:avLst/>
          </a:prstGeom>
          <a:noFill/>
        </p:spPr>
        <p:txBody>
          <a:bodyPr wrap="square" lIns="68580" tIns="34290" rIns="68580" bIns="34290" rtlCol="0" anchor="b">
            <a:spAutoFit/>
          </a:bodyPr>
          <a:lstStyle/>
          <a:p>
            <a:r>
              <a:rPr lang="ru-RU" altLang="ko-KR" sz="1800" dirty="0">
                <a:ln>
                  <a:solidFill>
                    <a:schemeClr val="bg2">
                      <a:lumMod val="50000"/>
                    </a:schemeClr>
                  </a:solidFill>
                </a:ln>
                <a:solidFill>
                  <a:schemeClr val="accent3"/>
                </a:solidFill>
                <a:cs typeface="Arial" pitchFamily="34" charset="0"/>
              </a:rPr>
              <a:t>15</a:t>
            </a:r>
            <a:r>
              <a:rPr lang="en-US" altLang="ko-KR" sz="1800" dirty="0">
                <a:ln>
                  <a:solidFill>
                    <a:schemeClr val="bg2">
                      <a:lumMod val="50000"/>
                    </a:schemeClr>
                  </a:solidFill>
                </a:ln>
                <a:solidFill>
                  <a:schemeClr val="accent3"/>
                </a:solidFill>
                <a:cs typeface="Arial" pitchFamily="34" charset="0"/>
              </a:rPr>
              <a:t>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34490" y="3873861"/>
            <a:ext cx="600537" cy="346249"/>
          </a:xfrm>
          <a:prstGeom prst="rect">
            <a:avLst/>
          </a:prstGeom>
          <a:noFill/>
        </p:spPr>
        <p:txBody>
          <a:bodyPr wrap="square" lIns="68580" tIns="34290" rIns="68580" bIns="34290" rtlCol="0" anchor="b">
            <a:spAutoFit/>
          </a:bodyPr>
          <a:lstStyle/>
          <a:p>
            <a:pPr algn="ctr"/>
            <a:r>
              <a:rPr lang="ru-RU" altLang="ko-KR" sz="1800" dirty="0">
                <a:ln>
                  <a:solidFill>
                    <a:schemeClr val="accent4">
                      <a:lumMod val="75000"/>
                    </a:schemeClr>
                  </a:solidFill>
                </a:ln>
                <a:solidFill>
                  <a:schemeClr val="accent4"/>
                </a:solidFill>
                <a:cs typeface="Arial" pitchFamily="34" charset="0"/>
              </a:rPr>
              <a:t>19</a:t>
            </a:r>
            <a:r>
              <a:rPr lang="en-US" altLang="ko-KR" sz="1800" dirty="0">
                <a:ln>
                  <a:solidFill>
                    <a:schemeClr val="accent4">
                      <a:lumMod val="75000"/>
                    </a:schemeClr>
                  </a:solidFill>
                </a:ln>
                <a:solidFill>
                  <a:schemeClr val="accent4"/>
                </a:solidFill>
                <a:cs typeface="Arial" pitchFamily="34" charset="0"/>
              </a:rPr>
              <a:t>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746524" y="2949073"/>
            <a:ext cx="1511276" cy="315471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ru-RU" altLang="ko-KR" sz="1600" dirty="0">
                <a:ln>
                  <a:solidFill>
                    <a:schemeClr val="accent6">
                      <a:lumMod val="5000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Шейка бедра</a:t>
            </a:r>
            <a:endParaRPr lang="en-US" altLang="ko-KR" sz="1600" dirty="0">
              <a:ln>
                <a:solidFill>
                  <a:schemeClr val="accent6">
                    <a:lumMod val="5000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7108896" y="2825962"/>
            <a:ext cx="1505701" cy="561692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ru-RU" altLang="ko-KR" sz="1600" dirty="0">
                <a:ln>
                  <a:solidFill>
                    <a:schemeClr val="accent4">
                      <a:lumMod val="7500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Остальные локализации</a:t>
            </a:r>
            <a:endParaRPr lang="en-US" altLang="ko-KR" sz="1600" dirty="0">
              <a:ln>
                <a:solidFill>
                  <a:schemeClr val="accent4">
                    <a:lumMod val="7500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5083200" y="2825962"/>
            <a:ext cx="1511276" cy="561692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ru-RU" altLang="ko-KR" sz="1600" dirty="0">
                <a:ln>
                  <a:solidFill>
                    <a:schemeClr val="accent3">
                      <a:lumMod val="5000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Плечо и предплечье</a:t>
            </a:r>
            <a:endParaRPr lang="en-US" altLang="ko-KR" sz="1600" dirty="0">
              <a:ln>
                <a:solidFill>
                  <a:schemeClr val="accent3">
                    <a:lumMod val="5000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grpSp>
        <p:nvGrpSpPr>
          <p:cNvPr id="71" name="Group 26">
            <a:extLst>
              <a:ext uri="{FF2B5EF4-FFF2-40B4-BE49-F238E27FC236}">
                <a16:creationId xmlns:a16="http://schemas.microsoft.com/office/drawing/2014/main" id="{A59964D6-DE5F-4DF1-ADED-3DBD187399B9}"/>
              </a:ext>
            </a:extLst>
          </p:cNvPr>
          <p:cNvGrpSpPr/>
          <p:nvPr/>
        </p:nvGrpSpPr>
        <p:grpSpPr>
          <a:xfrm>
            <a:off x="7833347" y="-17081"/>
            <a:ext cx="1076881" cy="917179"/>
            <a:chOff x="2627783" y="434982"/>
            <a:chExt cx="1584176" cy="1837645"/>
          </a:xfrm>
        </p:grpSpPr>
        <p:sp>
          <p:nvSpPr>
            <p:cNvPr id="75" name="Hexagon 25">
              <a:extLst>
                <a:ext uri="{FF2B5EF4-FFF2-40B4-BE49-F238E27FC236}">
                  <a16:creationId xmlns:a16="http://schemas.microsoft.com/office/drawing/2014/main" id="{A85F6B07-F248-4843-BF37-053FFD5E5A99}"/>
                </a:ext>
              </a:extLst>
            </p:cNvPr>
            <p:cNvSpPr/>
            <p:nvPr userDrawn="1"/>
          </p:nvSpPr>
          <p:spPr>
            <a:xfrm rot="5400000">
              <a:off x="2501048" y="561717"/>
              <a:ext cx="1837645" cy="1584176"/>
            </a:xfrm>
            <a:prstGeom prst="hexag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76" name="Hexagon 24">
              <a:extLst>
                <a:ext uri="{FF2B5EF4-FFF2-40B4-BE49-F238E27FC236}">
                  <a16:creationId xmlns:a16="http://schemas.microsoft.com/office/drawing/2014/main" id="{6B96CE8D-8EBC-4800-B5E4-F0D4EDB1F369}"/>
                </a:ext>
              </a:extLst>
            </p:cNvPr>
            <p:cNvSpPr/>
            <p:nvPr userDrawn="1"/>
          </p:nvSpPr>
          <p:spPr>
            <a:xfrm rot="5400000">
              <a:off x="2679791" y="715806"/>
              <a:ext cx="1480158" cy="1275998"/>
            </a:xfrm>
            <a:prstGeom prst="hexagon">
              <a:avLst/>
            </a:prstGeom>
            <a:solidFill>
              <a:schemeClr val="bg1"/>
            </a:solidFill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</p:grpSp>
      <p:sp>
        <p:nvSpPr>
          <p:cNvPr id="48" name="Title 11">
            <a:extLst>
              <a:ext uri="{FF2B5EF4-FFF2-40B4-BE49-F238E27FC236}">
                <a16:creationId xmlns:a16="http://schemas.microsoft.com/office/drawing/2014/main" id="{7C9B3220-A379-496A-879F-837CFDABA5B3}"/>
              </a:ext>
            </a:extLst>
          </p:cNvPr>
          <p:cNvSpPr txBox="1">
            <a:spLocks/>
          </p:cNvSpPr>
          <p:nvPr/>
        </p:nvSpPr>
        <p:spPr>
          <a:xfrm>
            <a:off x="233772" y="1492585"/>
            <a:ext cx="8676456" cy="533158"/>
          </a:xfrm>
          <a:prstGeom prst="rect">
            <a:avLst/>
          </a:prstGeom>
        </p:spPr>
        <p:txBody>
          <a:bodyPr lIns="68580" tIns="34290" rIns="68580" bIns="34290"/>
          <a:lstStyle>
            <a:lvl1pPr algn="l" defTabSz="91442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dirty="0">
                <a:solidFill>
                  <a:schemeClr val="bg1"/>
                </a:solidFill>
              </a:rPr>
              <a:t>Portfolio Presentation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DBCCF01-DF8B-4877-8635-2005A9F0A9CC}"/>
              </a:ext>
            </a:extLst>
          </p:cNvPr>
          <p:cNvSpPr txBox="1"/>
          <p:nvPr/>
        </p:nvSpPr>
        <p:spPr>
          <a:xfrm>
            <a:off x="1698130" y="1966778"/>
            <a:ext cx="5747741" cy="577081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en-US" altLang="ko-KR" sz="1100" dirty="0">
                <a:solidFill>
                  <a:schemeClr val="bg1"/>
                </a:solidFill>
                <a:cs typeface="Arial" pitchFamily="34" charset="0"/>
              </a:rPr>
              <a:t>You can simply impress your audience and add a unique zing and appeal to your Presentations. I hope and I believe that this Template will your Time, Money and Reputation. </a:t>
            </a:r>
            <a:endParaRPr lang="ko-KR" altLang="en-US" sz="1100" dirty="0">
              <a:solidFill>
                <a:schemeClr val="bg1"/>
              </a:solidFill>
              <a:cs typeface="Arial" pitchFamily="34" charset="0"/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49121411-407D-5DB3-7802-0C3419CE7DEC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657" b="33657"/>
          <a:stretch>
            <a:fillRect/>
          </a:stretch>
        </p:blipFill>
        <p:spPr>
          <a:xfrm>
            <a:off x="0" y="1092200"/>
            <a:ext cx="9144000" cy="1681163"/>
          </a:xfrm>
        </p:spPr>
      </p:pic>
      <p:pic>
        <p:nvPicPr>
          <p:cNvPr id="17" name="Рисунок 16" descr="Кость">
            <a:extLst>
              <a:ext uri="{FF2B5EF4-FFF2-40B4-BE49-F238E27FC236}">
                <a16:creationId xmlns:a16="http://schemas.microsoft.com/office/drawing/2014/main" id="{560EE680-6C2F-1AF4-C865-97440380863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55812" y="124215"/>
            <a:ext cx="638393" cy="638393"/>
          </a:xfrm>
          <a:prstGeom prst="rect">
            <a:avLst/>
          </a:prstGeom>
        </p:spPr>
      </p:pic>
      <p:sp>
        <p:nvSpPr>
          <p:cNvPr id="18" name="Text Placeholder 1">
            <a:extLst>
              <a:ext uri="{FF2B5EF4-FFF2-40B4-BE49-F238E27FC236}">
                <a16:creationId xmlns:a16="http://schemas.microsoft.com/office/drawing/2014/main" id="{1712D287-50FC-2ABA-D8EF-B3CCC85CACAB}"/>
              </a:ext>
            </a:extLst>
          </p:cNvPr>
          <p:cNvSpPr txBox="1">
            <a:spLocks/>
          </p:cNvSpPr>
          <p:nvPr/>
        </p:nvSpPr>
        <p:spPr>
          <a:xfrm>
            <a:off x="139106" y="-49087"/>
            <a:ext cx="7694239" cy="787334"/>
          </a:xfrm>
          <a:prstGeom prst="rect">
            <a:avLst/>
          </a:prstGeom>
          <a:solidFill>
            <a:schemeClr val="bg1">
              <a:alpha val="30000"/>
            </a:schemeClr>
          </a:solidFill>
        </p:spPr>
        <p:txBody>
          <a:bodyPr lIns="68580" tIns="243000" rIns="68580" bIns="34290" anchor="ctr">
            <a:noAutofit/>
          </a:bodyPr>
          <a:lstStyle>
            <a:lvl1pPr marL="0" marR="0" indent="0" algn="ctr" defTabSz="6858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514364" indent="-171454" algn="l" defTabSz="685817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71" indent="-171454" algn="l" defTabSz="685817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80" indent="-171454" algn="l" defTabSz="685817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89" indent="-171454" algn="l" defTabSz="685817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97" indent="-171454" algn="l" defTabSz="685817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906" indent="-171454" algn="l" defTabSz="685817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814" indent="-171454" algn="l" defTabSz="685817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724" indent="-171454" algn="l" defTabSz="685817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0" b="1" dirty="0">
                <a:ln>
                  <a:solidFill>
                    <a:schemeClr val="tx2"/>
                  </a:solidFill>
                </a:ln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Карта переломов</a:t>
            </a:r>
            <a:endParaRPr lang="en-US" sz="4000" b="1" dirty="0">
              <a:ln>
                <a:solidFill>
                  <a:schemeClr val="tx2"/>
                </a:solidFill>
              </a:ln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396671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b="1" dirty="0">
                <a:ln>
                  <a:solidFill>
                    <a:schemeClr val="accent1">
                      <a:lumMod val="50000"/>
                    </a:schemeClr>
                  </a:solidFill>
                </a:ln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Болезнь «тихого кража»</a:t>
            </a:r>
            <a:endParaRPr lang="en-US" b="1" dirty="0">
              <a:ln>
                <a:solidFill>
                  <a:schemeClr val="accent1">
                    <a:lumMod val="50000"/>
                  </a:schemeClr>
                </a:solidFill>
              </a:ln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9063FF1-F630-4A06-8718-83073FCB0035}"/>
              </a:ext>
            </a:extLst>
          </p:cNvPr>
          <p:cNvGrpSpPr/>
          <p:nvPr/>
        </p:nvGrpSpPr>
        <p:grpSpPr>
          <a:xfrm rot="3651130">
            <a:off x="3425903" y="843230"/>
            <a:ext cx="564992" cy="1328550"/>
            <a:chOff x="6462246" y="3551603"/>
            <a:chExt cx="989035" cy="2325669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55283D4F-0503-4C9B-BCA0-EFB1F4A4A263}"/>
                </a:ext>
              </a:extLst>
            </p:cNvPr>
            <p:cNvGrpSpPr/>
            <p:nvPr/>
          </p:nvGrpSpPr>
          <p:grpSpPr>
            <a:xfrm>
              <a:off x="6462246" y="3551603"/>
              <a:ext cx="989035" cy="2325669"/>
              <a:chOff x="6660232" y="3023478"/>
              <a:chExt cx="1152128" cy="2709174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DB3CAAC1-4279-46CC-A9E2-0A04B3A81FEF}"/>
                  </a:ext>
                </a:extLst>
              </p:cNvPr>
              <p:cNvGrpSpPr/>
              <p:nvPr/>
            </p:nvGrpSpPr>
            <p:grpSpPr>
              <a:xfrm rot="5400000">
                <a:off x="5910032" y="3902442"/>
                <a:ext cx="2652420" cy="1008000"/>
                <a:chOff x="3215725" y="3292527"/>
                <a:chExt cx="2652420" cy="1008000"/>
              </a:xfrm>
            </p:grpSpPr>
            <p:sp>
              <p:nvSpPr>
                <p:cNvPr id="17" name="Block Arc 16">
                  <a:extLst>
                    <a:ext uri="{FF2B5EF4-FFF2-40B4-BE49-F238E27FC236}">
                      <a16:creationId xmlns:a16="http://schemas.microsoft.com/office/drawing/2014/main" id="{974AD105-7C9A-488A-A59C-E489E8482706}"/>
                    </a:ext>
                  </a:extLst>
                </p:cNvPr>
                <p:cNvSpPr/>
                <p:nvPr/>
              </p:nvSpPr>
              <p:spPr>
                <a:xfrm rot="5400000">
                  <a:off x="4855267" y="3287648"/>
                  <a:ext cx="1008000" cy="1017757"/>
                </a:xfrm>
                <a:prstGeom prst="blockArc">
                  <a:avLst>
                    <a:gd name="adj1" fmla="val 10800000"/>
                    <a:gd name="adj2" fmla="val 9456"/>
                    <a:gd name="adj3" fmla="val 10672"/>
                  </a:avLst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0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CB7BF1E3-3987-4C32-9274-0926A43B86B1}"/>
                    </a:ext>
                  </a:extLst>
                </p:cNvPr>
                <p:cNvSpPr/>
                <p:nvPr/>
              </p:nvSpPr>
              <p:spPr>
                <a:xfrm rot="10800000">
                  <a:off x="3215725" y="4192527"/>
                  <a:ext cx="2160000" cy="108000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000"/>
                </a:p>
              </p:txBody>
            </p:sp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A0C2AF89-784A-4855-AFC0-F2F5E02FA0ED}"/>
                    </a:ext>
                  </a:extLst>
                </p:cNvPr>
                <p:cNvSpPr/>
                <p:nvPr/>
              </p:nvSpPr>
              <p:spPr>
                <a:xfrm rot="10800000">
                  <a:off x="3215725" y="3294974"/>
                  <a:ext cx="2160000" cy="108000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000"/>
                </a:p>
              </p:txBody>
            </p:sp>
          </p:grpSp>
          <p:sp>
            <p:nvSpPr>
              <p:cNvPr id="14" name="Rounded Rectangle 308">
                <a:extLst>
                  <a:ext uri="{FF2B5EF4-FFF2-40B4-BE49-F238E27FC236}">
                    <a16:creationId xmlns:a16="http://schemas.microsoft.com/office/drawing/2014/main" id="{E474C1B6-23F7-4A64-9206-51A7137932CE}"/>
                  </a:ext>
                </a:extLst>
              </p:cNvPr>
              <p:cNvSpPr/>
              <p:nvPr/>
            </p:nvSpPr>
            <p:spPr>
              <a:xfrm>
                <a:off x="6660232" y="3023478"/>
                <a:ext cx="180010" cy="10800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000"/>
              </a:p>
            </p:txBody>
          </p:sp>
          <p:sp>
            <p:nvSpPr>
              <p:cNvPr id="15" name="Rounded Rectangle 309">
                <a:extLst>
                  <a:ext uri="{FF2B5EF4-FFF2-40B4-BE49-F238E27FC236}">
                    <a16:creationId xmlns:a16="http://schemas.microsoft.com/office/drawing/2014/main" id="{633E2D85-0ED1-4B1D-BC1F-450EE7C0E45C}"/>
                  </a:ext>
                </a:extLst>
              </p:cNvPr>
              <p:cNvSpPr/>
              <p:nvPr/>
            </p:nvSpPr>
            <p:spPr>
              <a:xfrm>
                <a:off x="7632350" y="3023478"/>
                <a:ext cx="180010" cy="10800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000"/>
              </a:p>
            </p:txBody>
          </p:sp>
          <p:sp>
            <p:nvSpPr>
              <p:cNvPr id="16" name="Round Same Side Corner Rectangle 45">
                <a:extLst>
                  <a:ext uri="{FF2B5EF4-FFF2-40B4-BE49-F238E27FC236}">
                    <a16:creationId xmlns:a16="http://schemas.microsoft.com/office/drawing/2014/main" id="{0745B6B8-7606-4718-AF24-C79A92AFA3F5}"/>
                  </a:ext>
                </a:extLst>
              </p:cNvPr>
              <p:cNvSpPr/>
              <p:nvPr/>
            </p:nvSpPr>
            <p:spPr>
              <a:xfrm rot="10800000">
                <a:off x="6826053" y="3141985"/>
                <a:ext cx="819815" cy="2484971"/>
              </a:xfrm>
              <a:custGeom>
                <a:avLst/>
                <a:gdLst>
                  <a:gd name="connsiteX0" fmla="*/ 338893 w 677786"/>
                  <a:gd name="connsiteY0" fmla="*/ 0 h 1363687"/>
                  <a:gd name="connsiteX1" fmla="*/ 338893 w 677786"/>
                  <a:gd name="connsiteY1" fmla="*/ 0 h 1363687"/>
                  <a:gd name="connsiteX2" fmla="*/ 677786 w 677786"/>
                  <a:gd name="connsiteY2" fmla="*/ 338893 h 1363687"/>
                  <a:gd name="connsiteX3" fmla="*/ 677786 w 677786"/>
                  <a:gd name="connsiteY3" fmla="*/ 1363687 h 1363687"/>
                  <a:gd name="connsiteX4" fmla="*/ 677786 w 677786"/>
                  <a:gd name="connsiteY4" fmla="*/ 1363687 h 1363687"/>
                  <a:gd name="connsiteX5" fmla="*/ 0 w 677786"/>
                  <a:gd name="connsiteY5" fmla="*/ 1363687 h 1363687"/>
                  <a:gd name="connsiteX6" fmla="*/ 0 w 677786"/>
                  <a:gd name="connsiteY6" fmla="*/ 1363687 h 1363687"/>
                  <a:gd name="connsiteX7" fmla="*/ 0 w 677786"/>
                  <a:gd name="connsiteY7" fmla="*/ 338893 h 1363687"/>
                  <a:gd name="connsiteX8" fmla="*/ 338893 w 677786"/>
                  <a:gd name="connsiteY8" fmla="*/ 0 h 1363687"/>
                  <a:gd name="connsiteX0" fmla="*/ 338893 w 677786"/>
                  <a:gd name="connsiteY0" fmla="*/ 0 h 1686454"/>
                  <a:gd name="connsiteX1" fmla="*/ 338893 w 677786"/>
                  <a:gd name="connsiteY1" fmla="*/ 0 h 1686454"/>
                  <a:gd name="connsiteX2" fmla="*/ 677786 w 677786"/>
                  <a:gd name="connsiteY2" fmla="*/ 338893 h 1686454"/>
                  <a:gd name="connsiteX3" fmla="*/ 677786 w 677786"/>
                  <a:gd name="connsiteY3" fmla="*/ 1363687 h 1686454"/>
                  <a:gd name="connsiteX4" fmla="*/ 677786 w 677786"/>
                  <a:gd name="connsiteY4" fmla="*/ 1363687 h 1686454"/>
                  <a:gd name="connsiteX5" fmla="*/ 0 w 677786"/>
                  <a:gd name="connsiteY5" fmla="*/ 1363687 h 1686454"/>
                  <a:gd name="connsiteX6" fmla="*/ 76624 w 677786"/>
                  <a:gd name="connsiteY6" fmla="*/ 1686454 h 1686454"/>
                  <a:gd name="connsiteX7" fmla="*/ 0 w 677786"/>
                  <a:gd name="connsiteY7" fmla="*/ 338893 h 1686454"/>
                  <a:gd name="connsiteX8" fmla="*/ 338893 w 677786"/>
                  <a:gd name="connsiteY8" fmla="*/ 0 h 1686454"/>
                  <a:gd name="connsiteX0" fmla="*/ 338893 w 677786"/>
                  <a:gd name="connsiteY0" fmla="*/ 0 h 1686454"/>
                  <a:gd name="connsiteX1" fmla="*/ 338893 w 677786"/>
                  <a:gd name="connsiteY1" fmla="*/ 0 h 1686454"/>
                  <a:gd name="connsiteX2" fmla="*/ 677786 w 677786"/>
                  <a:gd name="connsiteY2" fmla="*/ 338893 h 1686454"/>
                  <a:gd name="connsiteX3" fmla="*/ 677786 w 677786"/>
                  <a:gd name="connsiteY3" fmla="*/ 1363687 h 1686454"/>
                  <a:gd name="connsiteX4" fmla="*/ 677786 w 677786"/>
                  <a:gd name="connsiteY4" fmla="*/ 1363687 h 1686454"/>
                  <a:gd name="connsiteX5" fmla="*/ 0 w 677786"/>
                  <a:gd name="connsiteY5" fmla="*/ 1363687 h 1686454"/>
                  <a:gd name="connsiteX6" fmla="*/ 76624 w 677786"/>
                  <a:gd name="connsiteY6" fmla="*/ 1686454 h 1686454"/>
                  <a:gd name="connsiteX7" fmla="*/ 0 w 677786"/>
                  <a:gd name="connsiteY7" fmla="*/ 338893 h 1686454"/>
                  <a:gd name="connsiteX8" fmla="*/ 338893 w 677786"/>
                  <a:gd name="connsiteY8" fmla="*/ 0 h 1686454"/>
                  <a:gd name="connsiteX0" fmla="*/ 345300 w 684193"/>
                  <a:gd name="connsiteY0" fmla="*/ 0 h 1686454"/>
                  <a:gd name="connsiteX1" fmla="*/ 345300 w 684193"/>
                  <a:gd name="connsiteY1" fmla="*/ 0 h 1686454"/>
                  <a:gd name="connsiteX2" fmla="*/ 684193 w 684193"/>
                  <a:gd name="connsiteY2" fmla="*/ 338893 h 1686454"/>
                  <a:gd name="connsiteX3" fmla="*/ 684193 w 684193"/>
                  <a:gd name="connsiteY3" fmla="*/ 1363687 h 1686454"/>
                  <a:gd name="connsiteX4" fmla="*/ 684193 w 684193"/>
                  <a:gd name="connsiteY4" fmla="*/ 1363687 h 1686454"/>
                  <a:gd name="connsiteX5" fmla="*/ 6407 w 684193"/>
                  <a:gd name="connsiteY5" fmla="*/ 1363687 h 1686454"/>
                  <a:gd name="connsiteX6" fmla="*/ 83031 w 684193"/>
                  <a:gd name="connsiteY6" fmla="*/ 1686454 h 1686454"/>
                  <a:gd name="connsiteX7" fmla="*/ 6407 w 684193"/>
                  <a:gd name="connsiteY7" fmla="*/ 338893 h 1686454"/>
                  <a:gd name="connsiteX8" fmla="*/ 345300 w 684193"/>
                  <a:gd name="connsiteY8" fmla="*/ 0 h 1686454"/>
                  <a:gd name="connsiteX0" fmla="*/ 393939 w 732832"/>
                  <a:gd name="connsiteY0" fmla="*/ 0 h 1996132"/>
                  <a:gd name="connsiteX1" fmla="*/ 393939 w 732832"/>
                  <a:gd name="connsiteY1" fmla="*/ 0 h 1996132"/>
                  <a:gd name="connsiteX2" fmla="*/ 732832 w 732832"/>
                  <a:gd name="connsiteY2" fmla="*/ 338893 h 1996132"/>
                  <a:gd name="connsiteX3" fmla="*/ 732832 w 732832"/>
                  <a:gd name="connsiteY3" fmla="*/ 1363687 h 1996132"/>
                  <a:gd name="connsiteX4" fmla="*/ 732832 w 732832"/>
                  <a:gd name="connsiteY4" fmla="*/ 1363687 h 1996132"/>
                  <a:gd name="connsiteX5" fmla="*/ 55046 w 732832"/>
                  <a:gd name="connsiteY5" fmla="*/ 1363687 h 1996132"/>
                  <a:gd name="connsiteX6" fmla="*/ 50308 w 732832"/>
                  <a:gd name="connsiteY6" fmla="*/ 1996132 h 1996132"/>
                  <a:gd name="connsiteX7" fmla="*/ 55046 w 732832"/>
                  <a:gd name="connsiteY7" fmla="*/ 338893 h 1996132"/>
                  <a:gd name="connsiteX8" fmla="*/ 393939 w 732832"/>
                  <a:gd name="connsiteY8" fmla="*/ 0 h 1996132"/>
                  <a:gd name="connsiteX0" fmla="*/ 393939 w 732832"/>
                  <a:gd name="connsiteY0" fmla="*/ 0 h 1996132"/>
                  <a:gd name="connsiteX1" fmla="*/ 393939 w 732832"/>
                  <a:gd name="connsiteY1" fmla="*/ 0 h 1996132"/>
                  <a:gd name="connsiteX2" fmla="*/ 732832 w 732832"/>
                  <a:gd name="connsiteY2" fmla="*/ 338893 h 1996132"/>
                  <a:gd name="connsiteX3" fmla="*/ 732832 w 732832"/>
                  <a:gd name="connsiteY3" fmla="*/ 1363687 h 1996132"/>
                  <a:gd name="connsiteX4" fmla="*/ 732832 w 732832"/>
                  <a:gd name="connsiteY4" fmla="*/ 1363687 h 1996132"/>
                  <a:gd name="connsiteX5" fmla="*/ 50308 w 732832"/>
                  <a:gd name="connsiteY5" fmla="*/ 1996132 h 1996132"/>
                  <a:gd name="connsiteX6" fmla="*/ 55046 w 732832"/>
                  <a:gd name="connsiteY6" fmla="*/ 338893 h 1996132"/>
                  <a:gd name="connsiteX7" fmla="*/ 393939 w 732832"/>
                  <a:gd name="connsiteY7" fmla="*/ 0 h 1996132"/>
                  <a:gd name="connsiteX0" fmla="*/ 400849 w 739742"/>
                  <a:gd name="connsiteY0" fmla="*/ 0 h 2133204"/>
                  <a:gd name="connsiteX1" fmla="*/ 400849 w 739742"/>
                  <a:gd name="connsiteY1" fmla="*/ 0 h 2133204"/>
                  <a:gd name="connsiteX2" fmla="*/ 739742 w 739742"/>
                  <a:gd name="connsiteY2" fmla="*/ 338893 h 2133204"/>
                  <a:gd name="connsiteX3" fmla="*/ 739742 w 739742"/>
                  <a:gd name="connsiteY3" fmla="*/ 1363687 h 2133204"/>
                  <a:gd name="connsiteX4" fmla="*/ 739742 w 739742"/>
                  <a:gd name="connsiteY4" fmla="*/ 1363687 h 2133204"/>
                  <a:gd name="connsiteX5" fmla="*/ 48159 w 739742"/>
                  <a:gd name="connsiteY5" fmla="*/ 2133204 h 2133204"/>
                  <a:gd name="connsiteX6" fmla="*/ 61956 w 739742"/>
                  <a:gd name="connsiteY6" fmla="*/ 338893 h 2133204"/>
                  <a:gd name="connsiteX7" fmla="*/ 400849 w 739742"/>
                  <a:gd name="connsiteY7" fmla="*/ 0 h 2133204"/>
                  <a:gd name="connsiteX0" fmla="*/ 352690 w 691583"/>
                  <a:gd name="connsiteY0" fmla="*/ 0 h 2133204"/>
                  <a:gd name="connsiteX1" fmla="*/ 352690 w 691583"/>
                  <a:gd name="connsiteY1" fmla="*/ 0 h 2133204"/>
                  <a:gd name="connsiteX2" fmla="*/ 691583 w 691583"/>
                  <a:gd name="connsiteY2" fmla="*/ 338893 h 2133204"/>
                  <a:gd name="connsiteX3" fmla="*/ 691583 w 691583"/>
                  <a:gd name="connsiteY3" fmla="*/ 1363687 h 2133204"/>
                  <a:gd name="connsiteX4" fmla="*/ 691583 w 691583"/>
                  <a:gd name="connsiteY4" fmla="*/ 1363687 h 2133204"/>
                  <a:gd name="connsiteX5" fmla="*/ 0 w 691583"/>
                  <a:gd name="connsiteY5" fmla="*/ 2133204 h 2133204"/>
                  <a:gd name="connsiteX6" fmla="*/ 13797 w 691583"/>
                  <a:gd name="connsiteY6" fmla="*/ 338893 h 2133204"/>
                  <a:gd name="connsiteX7" fmla="*/ 352690 w 691583"/>
                  <a:gd name="connsiteY7" fmla="*/ 0 h 2133204"/>
                  <a:gd name="connsiteX0" fmla="*/ 352690 w 691583"/>
                  <a:gd name="connsiteY0" fmla="*/ 0 h 2133204"/>
                  <a:gd name="connsiteX1" fmla="*/ 352690 w 691583"/>
                  <a:gd name="connsiteY1" fmla="*/ 0 h 2133204"/>
                  <a:gd name="connsiteX2" fmla="*/ 691583 w 691583"/>
                  <a:gd name="connsiteY2" fmla="*/ 338893 h 2133204"/>
                  <a:gd name="connsiteX3" fmla="*/ 691583 w 691583"/>
                  <a:gd name="connsiteY3" fmla="*/ 1363687 h 2133204"/>
                  <a:gd name="connsiteX4" fmla="*/ 0 w 691583"/>
                  <a:gd name="connsiteY4" fmla="*/ 2133204 h 2133204"/>
                  <a:gd name="connsiteX5" fmla="*/ 13797 w 691583"/>
                  <a:gd name="connsiteY5" fmla="*/ 338893 h 2133204"/>
                  <a:gd name="connsiteX6" fmla="*/ 352690 w 691583"/>
                  <a:gd name="connsiteY6" fmla="*/ 0 h 2133204"/>
                  <a:gd name="connsiteX0" fmla="*/ 352690 w 699378"/>
                  <a:gd name="connsiteY0" fmla="*/ 0 h 2133204"/>
                  <a:gd name="connsiteX1" fmla="*/ 352690 w 699378"/>
                  <a:gd name="connsiteY1" fmla="*/ 0 h 2133204"/>
                  <a:gd name="connsiteX2" fmla="*/ 691583 w 699378"/>
                  <a:gd name="connsiteY2" fmla="*/ 338893 h 2133204"/>
                  <a:gd name="connsiteX3" fmla="*/ 699378 w 699378"/>
                  <a:gd name="connsiteY3" fmla="*/ 1165638 h 2133204"/>
                  <a:gd name="connsiteX4" fmla="*/ 0 w 699378"/>
                  <a:gd name="connsiteY4" fmla="*/ 2133204 h 2133204"/>
                  <a:gd name="connsiteX5" fmla="*/ 13797 w 699378"/>
                  <a:gd name="connsiteY5" fmla="*/ 338893 h 2133204"/>
                  <a:gd name="connsiteX6" fmla="*/ 352690 w 699378"/>
                  <a:gd name="connsiteY6" fmla="*/ 0 h 2133204"/>
                  <a:gd name="connsiteX0" fmla="*/ 352690 w 702644"/>
                  <a:gd name="connsiteY0" fmla="*/ 0 h 2133204"/>
                  <a:gd name="connsiteX1" fmla="*/ 352690 w 702644"/>
                  <a:gd name="connsiteY1" fmla="*/ 0 h 2133204"/>
                  <a:gd name="connsiteX2" fmla="*/ 691583 w 702644"/>
                  <a:gd name="connsiteY2" fmla="*/ 338893 h 2133204"/>
                  <a:gd name="connsiteX3" fmla="*/ 702644 w 702644"/>
                  <a:gd name="connsiteY3" fmla="*/ 1036125 h 2133204"/>
                  <a:gd name="connsiteX4" fmla="*/ 0 w 702644"/>
                  <a:gd name="connsiteY4" fmla="*/ 2133204 h 2133204"/>
                  <a:gd name="connsiteX5" fmla="*/ 13797 w 702644"/>
                  <a:gd name="connsiteY5" fmla="*/ 338893 h 2133204"/>
                  <a:gd name="connsiteX6" fmla="*/ 352690 w 702644"/>
                  <a:gd name="connsiteY6" fmla="*/ 0 h 2133204"/>
                  <a:gd name="connsiteX0" fmla="*/ 352690 w 703764"/>
                  <a:gd name="connsiteY0" fmla="*/ 0 h 2133204"/>
                  <a:gd name="connsiteX1" fmla="*/ 352690 w 703764"/>
                  <a:gd name="connsiteY1" fmla="*/ 0 h 2133204"/>
                  <a:gd name="connsiteX2" fmla="*/ 691583 w 703764"/>
                  <a:gd name="connsiteY2" fmla="*/ 338893 h 2133204"/>
                  <a:gd name="connsiteX3" fmla="*/ 703764 w 703764"/>
                  <a:gd name="connsiteY3" fmla="*/ 916782 h 2133204"/>
                  <a:gd name="connsiteX4" fmla="*/ 0 w 703764"/>
                  <a:gd name="connsiteY4" fmla="*/ 2133204 h 2133204"/>
                  <a:gd name="connsiteX5" fmla="*/ 13797 w 703764"/>
                  <a:gd name="connsiteY5" fmla="*/ 338893 h 2133204"/>
                  <a:gd name="connsiteX6" fmla="*/ 352690 w 703764"/>
                  <a:gd name="connsiteY6" fmla="*/ 0 h 2133204"/>
                  <a:gd name="connsiteX0" fmla="*/ 352690 w 703764"/>
                  <a:gd name="connsiteY0" fmla="*/ 0 h 2133204"/>
                  <a:gd name="connsiteX1" fmla="*/ 352690 w 703764"/>
                  <a:gd name="connsiteY1" fmla="*/ 0 h 2133204"/>
                  <a:gd name="connsiteX2" fmla="*/ 691583 w 703764"/>
                  <a:gd name="connsiteY2" fmla="*/ 338893 h 2133204"/>
                  <a:gd name="connsiteX3" fmla="*/ 703764 w 703764"/>
                  <a:gd name="connsiteY3" fmla="*/ 916782 h 2133204"/>
                  <a:gd name="connsiteX4" fmla="*/ 0 w 703764"/>
                  <a:gd name="connsiteY4" fmla="*/ 2133204 h 2133204"/>
                  <a:gd name="connsiteX5" fmla="*/ 13797 w 703764"/>
                  <a:gd name="connsiteY5" fmla="*/ 338893 h 2133204"/>
                  <a:gd name="connsiteX6" fmla="*/ 352690 w 703764"/>
                  <a:gd name="connsiteY6" fmla="*/ 0 h 2133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03764" h="2133204">
                    <a:moveTo>
                      <a:pt x="352690" y="0"/>
                    </a:moveTo>
                    <a:lnTo>
                      <a:pt x="352690" y="0"/>
                    </a:lnTo>
                    <a:cubicBezTo>
                      <a:pt x="539855" y="0"/>
                      <a:pt x="691583" y="151728"/>
                      <a:pt x="691583" y="338893"/>
                    </a:cubicBezTo>
                    <a:cubicBezTo>
                      <a:pt x="694181" y="614475"/>
                      <a:pt x="701166" y="641200"/>
                      <a:pt x="703764" y="916782"/>
                    </a:cubicBezTo>
                    <a:cubicBezTo>
                      <a:pt x="469176" y="1322256"/>
                      <a:pt x="297618" y="1653820"/>
                      <a:pt x="0" y="2133204"/>
                    </a:cubicBezTo>
                    <a:cubicBezTo>
                      <a:pt x="3530" y="1818315"/>
                      <a:pt x="13797" y="680491"/>
                      <a:pt x="13797" y="338893"/>
                    </a:cubicBezTo>
                    <a:cubicBezTo>
                      <a:pt x="13797" y="151728"/>
                      <a:pt x="165525" y="0"/>
                      <a:pt x="35269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000"/>
              </a:p>
            </p:txBody>
          </p:sp>
        </p:grp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4DD0BBA-085F-4DBD-98D8-2D644C67BB54}"/>
                </a:ext>
              </a:extLst>
            </p:cNvPr>
            <p:cNvSpPr/>
            <p:nvPr/>
          </p:nvSpPr>
          <p:spPr>
            <a:xfrm rot="19922172">
              <a:off x="7027952" y="5156051"/>
              <a:ext cx="158978" cy="1589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4126D3D7-F91E-48B8-ABB4-6CBF51A64B0B}"/>
                </a:ext>
              </a:extLst>
            </p:cNvPr>
            <p:cNvSpPr/>
            <p:nvPr/>
          </p:nvSpPr>
          <p:spPr>
            <a:xfrm rot="19922172">
              <a:off x="7028538" y="5005186"/>
              <a:ext cx="79488" cy="7948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46FD9E77-009B-4C01-9E5B-FDD4645A8C2F}"/>
                </a:ext>
              </a:extLst>
            </p:cNvPr>
            <p:cNvSpPr/>
            <p:nvPr/>
          </p:nvSpPr>
          <p:spPr>
            <a:xfrm rot="19922172">
              <a:off x="6775168" y="4879689"/>
              <a:ext cx="129468" cy="12946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58851621-594E-459F-86D9-6851F3A1670F}"/>
                </a:ext>
              </a:extLst>
            </p:cNvPr>
            <p:cNvSpPr/>
            <p:nvPr/>
          </p:nvSpPr>
          <p:spPr>
            <a:xfrm rot="19922172">
              <a:off x="6858720" y="4438708"/>
              <a:ext cx="214669" cy="21466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1F3138D1-8C41-49FB-B9D0-5ACF8B249A61}"/>
                </a:ext>
              </a:extLst>
            </p:cNvPr>
            <p:cNvSpPr/>
            <p:nvPr/>
          </p:nvSpPr>
          <p:spPr>
            <a:xfrm rot="19922172">
              <a:off x="6945596" y="5460533"/>
              <a:ext cx="129468" cy="12946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EC5B6925-F707-44CB-93E7-31A31510056A}"/>
                </a:ext>
              </a:extLst>
            </p:cNvPr>
            <p:cNvSpPr/>
            <p:nvPr/>
          </p:nvSpPr>
          <p:spPr>
            <a:xfrm rot="19922172">
              <a:off x="7063016" y="4713345"/>
              <a:ext cx="129468" cy="12946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47213F8C-5391-4EDE-8C63-44B4AD20F70A}"/>
                </a:ext>
              </a:extLst>
            </p:cNvPr>
            <p:cNvSpPr/>
            <p:nvPr/>
          </p:nvSpPr>
          <p:spPr>
            <a:xfrm rot="19922172">
              <a:off x="6844635" y="5303279"/>
              <a:ext cx="79488" cy="7948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749DB821-FBFD-4031-B936-6B9C928934ED}"/>
                </a:ext>
              </a:extLst>
            </p:cNvPr>
            <p:cNvSpPr/>
            <p:nvPr/>
          </p:nvSpPr>
          <p:spPr>
            <a:xfrm rot="19922172">
              <a:off x="7090585" y="4218941"/>
              <a:ext cx="129468" cy="12946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FBE88F7-B555-4AD8-85D4-3A7C70AA0FE5}"/>
              </a:ext>
            </a:extLst>
          </p:cNvPr>
          <p:cNvGrpSpPr/>
          <p:nvPr/>
        </p:nvGrpSpPr>
        <p:grpSpPr>
          <a:xfrm rot="3651130">
            <a:off x="3440105" y="1534289"/>
            <a:ext cx="564992" cy="1328550"/>
            <a:chOff x="6462246" y="3551603"/>
            <a:chExt cx="989035" cy="2325669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B28855EB-9B7A-4ADD-B40B-102CA1D3262B}"/>
                </a:ext>
              </a:extLst>
            </p:cNvPr>
            <p:cNvGrpSpPr/>
            <p:nvPr/>
          </p:nvGrpSpPr>
          <p:grpSpPr>
            <a:xfrm>
              <a:off x="6462246" y="3551603"/>
              <a:ext cx="989035" cy="2325669"/>
              <a:chOff x="6660232" y="3023478"/>
              <a:chExt cx="1152128" cy="2709174"/>
            </a:xfrm>
          </p:grpSpPr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3DE0AC4F-224A-4422-A0AB-CD3CCFA0A99F}"/>
                  </a:ext>
                </a:extLst>
              </p:cNvPr>
              <p:cNvGrpSpPr/>
              <p:nvPr/>
            </p:nvGrpSpPr>
            <p:grpSpPr>
              <a:xfrm rot="5400000">
                <a:off x="5910032" y="3902442"/>
                <a:ext cx="2652420" cy="1008000"/>
                <a:chOff x="3215725" y="3292527"/>
                <a:chExt cx="2652420" cy="1008000"/>
              </a:xfrm>
            </p:grpSpPr>
            <p:sp>
              <p:nvSpPr>
                <p:cNvPr id="34" name="Block Arc 33">
                  <a:extLst>
                    <a:ext uri="{FF2B5EF4-FFF2-40B4-BE49-F238E27FC236}">
                      <a16:creationId xmlns:a16="http://schemas.microsoft.com/office/drawing/2014/main" id="{A485B2B3-F004-4AA9-8F6C-977DA14CAAC7}"/>
                    </a:ext>
                  </a:extLst>
                </p:cNvPr>
                <p:cNvSpPr/>
                <p:nvPr/>
              </p:nvSpPr>
              <p:spPr>
                <a:xfrm rot="5400000">
                  <a:off x="4855267" y="3287648"/>
                  <a:ext cx="1008000" cy="1017757"/>
                </a:xfrm>
                <a:prstGeom prst="blockArc">
                  <a:avLst>
                    <a:gd name="adj1" fmla="val 10800000"/>
                    <a:gd name="adj2" fmla="val 9456"/>
                    <a:gd name="adj3" fmla="val 10672"/>
                  </a:avLst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0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8BA99B7F-9842-449B-9874-AE0DB344FFE4}"/>
                    </a:ext>
                  </a:extLst>
                </p:cNvPr>
                <p:cNvSpPr/>
                <p:nvPr/>
              </p:nvSpPr>
              <p:spPr>
                <a:xfrm rot="10800000">
                  <a:off x="3215725" y="4192527"/>
                  <a:ext cx="2160000" cy="108000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000"/>
                </a:p>
              </p:txBody>
            </p:sp>
            <p:sp>
              <p:nvSpPr>
                <p:cNvPr id="36" name="Rectangle 35">
                  <a:extLst>
                    <a:ext uri="{FF2B5EF4-FFF2-40B4-BE49-F238E27FC236}">
                      <a16:creationId xmlns:a16="http://schemas.microsoft.com/office/drawing/2014/main" id="{EF9FAD13-27C1-4B45-94F6-4E1CD9655866}"/>
                    </a:ext>
                  </a:extLst>
                </p:cNvPr>
                <p:cNvSpPr/>
                <p:nvPr/>
              </p:nvSpPr>
              <p:spPr>
                <a:xfrm rot="10800000">
                  <a:off x="3215725" y="3294974"/>
                  <a:ext cx="2160000" cy="108000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000"/>
                </a:p>
              </p:txBody>
            </p:sp>
          </p:grpSp>
          <p:sp>
            <p:nvSpPr>
              <p:cNvPr id="31" name="Rounded Rectangle 325">
                <a:extLst>
                  <a:ext uri="{FF2B5EF4-FFF2-40B4-BE49-F238E27FC236}">
                    <a16:creationId xmlns:a16="http://schemas.microsoft.com/office/drawing/2014/main" id="{19BC2DEF-9CFC-4780-9635-19E6524158A4}"/>
                  </a:ext>
                </a:extLst>
              </p:cNvPr>
              <p:cNvSpPr/>
              <p:nvPr/>
            </p:nvSpPr>
            <p:spPr>
              <a:xfrm>
                <a:off x="6660232" y="3023478"/>
                <a:ext cx="180010" cy="10800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000"/>
              </a:p>
            </p:txBody>
          </p:sp>
          <p:sp>
            <p:nvSpPr>
              <p:cNvPr id="32" name="Rounded Rectangle 326">
                <a:extLst>
                  <a:ext uri="{FF2B5EF4-FFF2-40B4-BE49-F238E27FC236}">
                    <a16:creationId xmlns:a16="http://schemas.microsoft.com/office/drawing/2014/main" id="{0556513F-2069-482E-8599-99F8760F274F}"/>
                  </a:ext>
                </a:extLst>
              </p:cNvPr>
              <p:cNvSpPr/>
              <p:nvPr/>
            </p:nvSpPr>
            <p:spPr>
              <a:xfrm>
                <a:off x="7632350" y="3023478"/>
                <a:ext cx="180010" cy="10800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000"/>
              </a:p>
            </p:txBody>
          </p:sp>
          <p:sp>
            <p:nvSpPr>
              <p:cNvPr id="33" name="Round Same Side Corner Rectangle 45">
                <a:extLst>
                  <a:ext uri="{FF2B5EF4-FFF2-40B4-BE49-F238E27FC236}">
                    <a16:creationId xmlns:a16="http://schemas.microsoft.com/office/drawing/2014/main" id="{4EA323A9-B21B-4D32-BC1F-6D95A1FDF371}"/>
                  </a:ext>
                </a:extLst>
              </p:cNvPr>
              <p:cNvSpPr/>
              <p:nvPr/>
            </p:nvSpPr>
            <p:spPr>
              <a:xfrm rot="10800000">
                <a:off x="6826053" y="3141985"/>
                <a:ext cx="819815" cy="2484971"/>
              </a:xfrm>
              <a:custGeom>
                <a:avLst/>
                <a:gdLst>
                  <a:gd name="connsiteX0" fmla="*/ 338893 w 677786"/>
                  <a:gd name="connsiteY0" fmla="*/ 0 h 1363687"/>
                  <a:gd name="connsiteX1" fmla="*/ 338893 w 677786"/>
                  <a:gd name="connsiteY1" fmla="*/ 0 h 1363687"/>
                  <a:gd name="connsiteX2" fmla="*/ 677786 w 677786"/>
                  <a:gd name="connsiteY2" fmla="*/ 338893 h 1363687"/>
                  <a:gd name="connsiteX3" fmla="*/ 677786 w 677786"/>
                  <a:gd name="connsiteY3" fmla="*/ 1363687 h 1363687"/>
                  <a:gd name="connsiteX4" fmla="*/ 677786 w 677786"/>
                  <a:gd name="connsiteY4" fmla="*/ 1363687 h 1363687"/>
                  <a:gd name="connsiteX5" fmla="*/ 0 w 677786"/>
                  <a:gd name="connsiteY5" fmla="*/ 1363687 h 1363687"/>
                  <a:gd name="connsiteX6" fmla="*/ 0 w 677786"/>
                  <a:gd name="connsiteY6" fmla="*/ 1363687 h 1363687"/>
                  <a:gd name="connsiteX7" fmla="*/ 0 w 677786"/>
                  <a:gd name="connsiteY7" fmla="*/ 338893 h 1363687"/>
                  <a:gd name="connsiteX8" fmla="*/ 338893 w 677786"/>
                  <a:gd name="connsiteY8" fmla="*/ 0 h 1363687"/>
                  <a:gd name="connsiteX0" fmla="*/ 338893 w 677786"/>
                  <a:gd name="connsiteY0" fmla="*/ 0 h 1686454"/>
                  <a:gd name="connsiteX1" fmla="*/ 338893 w 677786"/>
                  <a:gd name="connsiteY1" fmla="*/ 0 h 1686454"/>
                  <a:gd name="connsiteX2" fmla="*/ 677786 w 677786"/>
                  <a:gd name="connsiteY2" fmla="*/ 338893 h 1686454"/>
                  <a:gd name="connsiteX3" fmla="*/ 677786 w 677786"/>
                  <a:gd name="connsiteY3" fmla="*/ 1363687 h 1686454"/>
                  <a:gd name="connsiteX4" fmla="*/ 677786 w 677786"/>
                  <a:gd name="connsiteY4" fmla="*/ 1363687 h 1686454"/>
                  <a:gd name="connsiteX5" fmla="*/ 0 w 677786"/>
                  <a:gd name="connsiteY5" fmla="*/ 1363687 h 1686454"/>
                  <a:gd name="connsiteX6" fmla="*/ 76624 w 677786"/>
                  <a:gd name="connsiteY6" fmla="*/ 1686454 h 1686454"/>
                  <a:gd name="connsiteX7" fmla="*/ 0 w 677786"/>
                  <a:gd name="connsiteY7" fmla="*/ 338893 h 1686454"/>
                  <a:gd name="connsiteX8" fmla="*/ 338893 w 677786"/>
                  <a:gd name="connsiteY8" fmla="*/ 0 h 1686454"/>
                  <a:gd name="connsiteX0" fmla="*/ 338893 w 677786"/>
                  <a:gd name="connsiteY0" fmla="*/ 0 h 1686454"/>
                  <a:gd name="connsiteX1" fmla="*/ 338893 w 677786"/>
                  <a:gd name="connsiteY1" fmla="*/ 0 h 1686454"/>
                  <a:gd name="connsiteX2" fmla="*/ 677786 w 677786"/>
                  <a:gd name="connsiteY2" fmla="*/ 338893 h 1686454"/>
                  <a:gd name="connsiteX3" fmla="*/ 677786 w 677786"/>
                  <a:gd name="connsiteY3" fmla="*/ 1363687 h 1686454"/>
                  <a:gd name="connsiteX4" fmla="*/ 677786 w 677786"/>
                  <a:gd name="connsiteY4" fmla="*/ 1363687 h 1686454"/>
                  <a:gd name="connsiteX5" fmla="*/ 0 w 677786"/>
                  <a:gd name="connsiteY5" fmla="*/ 1363687 h 1686454"/>
                  <a:gd name="connsiteX6" fmla="*/ 76624 w 677786"/>
                  <a:gd name="connsiteY6" fmla="*/ 1686454 h 1686454"/>
                  <a:gd name="connsiteX7" fmla="*/ 0 w 677786"/>
                  <a:gd name="connsiteY7" fmla="*/ 338893 h 1686454"/>
                  <a:gd name="connsiteX8" fmla="*/ 338893 w 677786"/>
                  <a:gd name="connsiteY8" fmla="*/ 0 h 1686454"/>
                  <a:gd name="connsiteX0" fmla="*/ 345300 w 684193"/>
                  <a:gd name="connsiteY0" fmla="*/ 0 h 1686454"/>
                  <a:gd name="connsiteX1" fmla="*/ 345300 w 684193"/>
                  <a:gd name="connsiteY1" fmla="*/ 0 h 1686454"/>
                  <a:gd name="connsiteX2" fmla="*/ 684193 w 684193"/>
                  <a:gd name="connsiteY2" fmla="*/ 338893 h 1686454"/>
                  <a:gd name="connsiteX3" fmla="*/ 684193 w 684193"/>
                  <a:gd name="connsiteY3" fmla="*/ 1363687 h 1686454"/>
                  <a:gd name="connsiteX4" fmla="*/ 684193 w 684193"/>
                  <a:gd name="connsiteY4" fmla="*/ 1363687 h 1686454"/>
                  <a:gd name="connsiteX5" fmla="*/ 6407 w 684193"/>
                  <a:gd name="connsiteY5" fmla="*/ 1363687 h 1686454"/>
                  <a:gd name="connsiteX6" fmla="*/ 83031 w 684193"/>
                  <a:gd name="connsiteY6" fmla="*/ 1686454 h 1686454"/>
                  <a:gd name="connsiteX7" fmla="*/ 6407 w 684193"/>
                  <a:gd name="connsiteY7" fmla="*/ 338893 h 1686454"/>
                  <a:gd name="connsiteX8" fmla="*/ 345300 w 684193"/>
                  <a:gd name="connsiteY8" fmla="*/ 0 h 1686454"/>
                  <a:gd name="connsiteX0" fmla="*/ 393939 w 732832"/>
                  <a:gd name="connsiteY0" fmla="*/ 0 h 1996132"/>
                  <a:gd name="connsiteX1" fmla="*/ 393939 w 732832"/>
                  <a:gd name="connsiteY1" fmla="*/ 0 h 1996132"/>
                  <a:gd name="connsiteX2" fmla="*/ 732832 w 732832"/>
                  <a:gd name="connsiteY2" fmla="*/ 338893 h 1996132"/>
                  <a:gd name="connsiteX3" fmla="*/ 732832 w 732832"/>
                  <a:gd name="connsiteY3" fmla="*/ 1363687 h 1996132"/>
                  <a:gd name="connsiteX4" fmla="*/ 732832 w 732832"/>
                  <a:gd name="connsiteY4" fmla="*/ 1363687 h 1996132"/>
                  <a:gd name="connsiteX5" fmla="*/ 55046 w 732832"/>
                  <a:gd name="connsiteY5" fmla="*/ 1363687 h 1996132"/>
                  <a:gd name="connsiteX6" fmla="*/ 50308 w 732832"/>
                  <a:gd name="connsiteY6" fmla="*/ 1996132 h 1996132"/>
                  <a:gd name="connsiteX7" fmla="*/ 55046 w 732832"/>
                  <a:gd name="connsiteY7" fmla="*/ 338893 h 1996132"/>
                  <a:gd name="connsiteX8" fmla="*/ 393939 w 732832"/>
                  <a:gd name="connsiteY8" fmla="*/ 0 h 1996132"/>
                  <a:gd name="connsiteX0" fmla="*/ 393939 w 732832"/>
                  <a:gd name="connsiteY0" fmla="*/ 0 h 1996132"/>
                  <a:gd name="connsiteX1" fmla="*/ 393939 w 732832"/>
                  <a:gd name="connsiteY1" fmla="*/ 0 h 1996132"/>
                  <a:gd name="connsiteX2" fmla="*/ 732832 w 732832"/>
                  <a:gd name="connsiteY2" fmla="*/ 338893 h 1996132"/>
                  <a:gd name="connsiteX3" fmla="*/ 732832 w 732832"/>
                  <a:gd name="connsiteY3" fmla="*/ 1363687 h 1996132"/>
                  <a:gd name="connsiteX4" fmla="*/ 732832 w 732832"/>
                  <a:gd name="connsiteY4" fmla="*/ 1363687 h 1996132"/>
                  <a:gd name="connsiteX5" fmla="*/ 50308 w 732832"/>
                  <a:gd name="connsiteY5" fmla="*/ 1996132 h 1996132"/>
                  <a:gd name="connsiteX6" fmla="*/ 55046 w 732832"/>
                  <a:gd name="connsiteY6" fmla="*/ 338893 h 1996132"/>
                  <a:gd name="connsiteX7" fmla="*/ 393939 w 732832"/>
                  <a:gd name="connsiteY7" fmla="*/ 0 h 1996132"/>
                  <a:gd name="connsiteX0" fmla="*/ 400849 w 739742"/>
                  <a:gd name="connsiteY0" fmla="*/ 0 h 2133204"/>
                  <a:gd name="connsiteX1" fmla="*/ 400849 w 739742"/>
                  <a:gd name="connsiteY1" fmla="*/ 0 h 2133204"/>
                  <a:gd name="connsiteX2" fmla="*/ 739742 w 739742"/>
                  <a:gd name="connsiteY2" fmla="*/ 338893 h 2133204"/>
                  <a:gd name="connsiteX3" fmla="*/ 739742 w 739742"/>
                  <a:gd name="connsiteY3" fmla="*/ 1363687 h 2133204"/>
                  <a:gd name="connsiteX4" fmla="*/ 739742 w 739742"/>
                  <a:gd name="connsiteY4" fmla="*/ 1363687 h 2133204"/>
                  <a:gd name="connsiteX5" fmla="*/ 48159 w 739742"/>
                  <a:gd name="connsiteY5" fmla="*/ 2133204 h 2133204"/>
                  <a:gd name="connsiteX6" fmla="*/ 61956 w 739742"/>
                  <a:gd name="connsiteY6" fmla="*/ 338893 h 2133204"/>
                  <a:gd name="connsiteX7" fmla="*/ 400849 w 739742"/>
                  <a:gd name="connsiteY7" fmla="*/ 0 h 2133204"/>
                  <a:gd name="connsiteX0" fmla="*/ 352690 w 691583"/>
                  <a:gd name="connsiteY0" fmla="*/ 0 h 2133204"/>
                  <a:gd name="connsiteX1" fmla="*/ 352690 w 691583"/>
                  <a:gd name="connsiteY1" fmla="*/ 0 h 2133204"/>
                  <a:gd name="connsiteX2" fmla="*/ 691583 w 691583"/>
                  <a:gd name="connsiteY2" fmla="*/ 338893 h 2133204"/>
                  <a:gd name="connsiteX3" fmla="*/ 691583 w 691583"/>
                  <a:gd name="connsiteY3" fmla="*/ 1363687 h 2133204"/>
                  <a:gd name="connsiteX4" fmla="*/ 691583 w 691583"/>
                  <a:gd name="connsiteY4" fmla="*/ 1363687 h 2133204"/>
                  <a:gd name="connsiteX5" fmla="*/ 0 w 691583"/>
                  <a:gd name="connsiteY5" fmla="*/ 2133204 h 2133204"/>
                  <a:gd name="connsiteX6" fmla="*/ 13797 w 691583"/>
                  <a:gd name="connsiteY6" fmla="*/ 338893 h 2133204"/>
                  <a:gd name="connsiteX7" fmla="*/ 352690 w 691583"/>
                  <a:gd name="connsiteY7" fmla="*/ 0 h 2133204"/>
                  <a:gd name="connsiteX0" fmla="*/ 352690 w 691583"/>
                  <a:gd name="connsiteY0" fmla="*/ 0 h 2133204"/>
                  <a:gd name="connsiteX1" fmla="*/ 352690 w 691583"/>
                  <a:gd name="connsiteY1" fmla="*/ 0 h 2133204"/>
                  <a:gd name="connsiteX2" fmla="*/ 691583 w 691583"/>
                  <a:gd name="connsiteY2" fmla="*/ 338893 h 2133204"/>
                  <a:gd name="connsiteX3" fmla="*/ 691583 w 691583"/>
                  <a:gd name="connsiteY3" fmla="*/ 1363687 h 2133204"/>
                  <a:gd name="connsiteX4" fmla="*/ 0 w 691583"/>
                  <a:gd name="connsiteY4" fmla="*/ 2133204 h 2133204"/>
                  <a:gd name="connsiteX5" fmla="*/ 13797 w 691583"/>
                  <a:gd name="connsiteY5" fmla="*/ 338893 h 2133204"/>
                  <a:gd name="connsiteX6" fmla="*/ 352690 w 691583"/>
                  <a:gd name="connsiteY6" fmla="*/ 0 h 2133204"/>
                  <a:gd name="connsiteX0" fmla="*/ 352690 w 699378"/>
                  <a:gd name="connsiteY0" fmla="*/ 0 h 2133204"/>
                  <a:gd name="connsiteX1" fmla="*/ 352690 w 699378"/>
                  <a:gd name="connsiteY1" fmla="*/ 0 h 2133204"/>
                  <a:gd name="connsiteX2" fmla="*/ 691583 w 699378"/>
                  <a:gd name="connsiteY2" fmla="*/ 338893 h 2133204"/>
                  <a:gd name="connsiteX3" fmla="*/ 699378 w 699378"/>
                  <a:gd name="connsiteY3" fmla="*/ 1165638 h 2133204"/>
                  <a:gd name="connsiteX4" fmla="*/ 0 w 699378"/>
                  <a:gd name="connsiteY4" fmla="*/ 2133204 h 2133204"/>
                  <a:gd name="connsiteX5" fmla="*/ 13797 w 699378"/>
                  <a:gd name="connsiteY5" fmla="*/ 338893 h 2133204"/>
                  <a:gd name="connsiteX6" fmla="*/ 352690 w 699378"/>
                  <a:gd name="connsiteY6" fmla="*/ 0 h 2133204"/>
                  <a:gd name="connsiteX0" fmla="*/ 352690 w 702644"/>
                  <a:gd name="connsiteY0" fmla="*/ 0 h 2133204"/>
                  <a:gd name="connsiteX1" fmla="*/ 352690 w 702644"/>
                  <a:gd name="connsiteY1" fmla="*/ 0 h 2133204"/>
                  <a:gd name="connsiteX2" fmla="*/ 691583 w 702644"/>
                  <a:gd name="connsiteY2" fmla="*/ 338893 h 2133204"/>
                  <a:gd name="connsiteX3" fmla="*/ 702644 w 702644"/>
                  <a:gd name="connsiteY3" fmla="*/ 1036125 h 2133204"/>
                  <a:gd name="connsiteX4" fmla="*/ 0 w 702644"/>
                  <a:gd name="connsiteY4" fmla="*/ 2133204 h 2133204"/>
                  <a:gd name="connsiteX5" fmla="*/ 13797 w 702644"/>
                  <a:gd name="connsiteY5" fmla="*/ 338893 h 2133204"/>
                  <a:gd name="connsiteX6" fmla="*/ 352690 w 702644"/>
                  <a:gd name="connsiteY6" fmla="*/ 0 h 2133204"/>
                  <a:gd name="connsiteX0" fmla="*/ 352690 w 703764"/>
                  <a:gd name="connsiteY0" fmla="*/ 0 h 2133204"/>
                  <a:gd name="connsiteX1" fmla="*/ 352690 w 703764"/>
                  <a:gd name="connsiteY1" fmla="*/ 0 h 2133204"/>
                  <a:gd name="connsiteX2" fmla="*/ 691583 w 703764"/>
                  <a:gd name="connsiteY2" fmla="*/ 338893 h 2133204"/>
                  <a:gd name="connsiteX3" fmla="*/ 703764 w 703764"/>
                  <a:gd name="connsiteY3" fmla="*/ 916782 h 2133204"/>
                  <a:gd name="connsiteX4" fmla="*/ 0 w 703764"/>
                  <a:gd name="connsiteY4" fmla="*/ 2133204 h 2133204"/>
                  <a:gd name="connsiteX5" fmla="*/ 13797 w 703764"/>
                  <a:gd name="connsiteY5" fmla="*/ 338893 h 2133204"/>
                  <a:gd name="connsiteX6" fmla="*/ 352690 w 703764"/>
                  <a:gd name="connsiteY6" fmla="*/ 0 h 2133204"/>
                  <a:gd name="connsiteX0" fmla="*/ 352690 w 703764"/>
                  <a:gd name="connsiteY0" fmla="*/ 0 h 2133204"/>
                  <a:gd name="connsiteX1" fmla="*/ 352690 w 703764"/>
                  <a:gd name="connsiteY1" fmla="*/ 0 h 2133204"/>
                  <a:gd name="connsiteX2" fmla="*/ 691583 w 703764"/>
                  <a:gd name="connsiteY2" fmla="*/ 338893 h 2133204"/>
                  <a:gd name="connsiteX3" fmla="*/ 703764 w 703764"/>
                  <a:gd name="connsiteY3" fmla="*/ 916782 h 2133204"/>
                  <a:gd name="connsiteX4" fmla="*/ 0 w 703764"/>
                  <a:gd name="connsiteY4" fmla="*/ 2133204 h 2133204"/>
                  <a:gd name="connsiteX5" fmla="*/ 13797 w 703764"/>
                  <a:gd name="connsiteY5" fmla="*/ 338893 h 2133204"/>
                  <a:gd name="connsiteX6" fmla="*/ 352690 w 703764"/>
                  <a:gd name="connsiteY6" fmla="*/ 0 h 2133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03764" h="2133204">
                    <a:moveTo>
                      <a:pt x="352690" y="0"/>
                    </a:moveTo>
                    <a:lnTo>
                      <a:pt x="352690" y="0"/>
                    </a:lnTo>
                    <a:cubicBezTo>
                      <a:pt x="539855" y="0"/>
                      <a:pt x="691583" y="151728"/>
                      <a:pt x="691583" y="338893"/>
                    </a:cubicBezTo>
                    <a:cubicBezTo>
                      <a:pt x="694181" y="614475"/>
                      <a:pt x="701166" y="641200"/>
                      <a:pt x="703764" y="916782"/>
                    </a:cubicBezTo>
                    <a:cubicBezTo>
                      <a:pt x="469176" y="1322256"/>
                      <a:pt x="297618" y="1653820"/>
                      <a:pt x="0" y="2133204"/>
                    </a:cubicBezTo>
                    <a:cubicBezTo>
                      <a:pt x="3530" y="1818315"/>
                      <a:pt x="13797" y="680491"/>
                      <a:pt x="13797" y="338893"/>
                    </a:cubicBezTo>
                    <a:cubicBezTo>
                      <a:pt x="13797" y="151728"/>
                      <a:pt x="165525" y="0"/>
                      <a:pt x="35269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000" dirty="0"/>
              </a:p>
            </p:txBody>
          </p:sp>
        </p:grp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15044DFD-70C7-484C-A902-B759D4290F15}"/>
                </a:ext>
              </a:extLst>
            </p:cNvPr>
            <p:cNvSpPr/>
            <p:nvPr/>
          </p:nvSpPr>
          <p:spPr>
            <a:xfrm rot="19922172">
              <a:off x="7027952" y="5156051"/>
              <a:ext cx="158978" cy="1589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A2051A1B-958D-4F57-98C2-62025E11CD94}"/>
                </a:ext>
              </a:extLst>
            </p:cNvPr>
            <p:cNvSpPr/>
            <p:nvPr/>
          </p:nvSpPr>
          <p:spPr>
            <a:xfrm rot="19922172">
              <a:off x="7028538" y="5005186"/>
              <a:ext cx="79488" cy="7948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27A870F3-67B4-4C50-B6B0-625157FC23CE}"/>
                </a:ext>
              </a:extLst>
            </p:cNvPr>
            <p:cNvSpPr/>
            <p:nvPr/>
          </p:nvSpPr>
          <p:spPr>
            <a:xfrm rot="19922172">
              <a:off x="6775168" y="4879689"/>
              <a:ext cx="129468" cy="12946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6DAEE849-FA0B-4D2E-A09D-288080E62B1F}"/>
                </a:ext>
              </a:extLst>
            </p:cNvPr>
            <p:cNvSpPr/>
            <p:nvPr/>
          </p:nvSpPr>
          <p:spPr>
            <a:xfrm rot="19922172">
              <a:off x="6858720" y="4438708"/>
              <a:ext cx="214669" cy="21466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9944314-C511-4E83-9192-D264D153CC7F}"/>
                </a:ext>
              </a:extLst>
            </p:cNvPr>
            <p:cNvSpPr/>
            <p:nvPr/>
          </p:nvSpPr>
          <p:spPr>
            <a:xfrm rot="19922172">
              <a:off x="6945596" y="5460533"/>
              <a:ext cx="129468" cy="12946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1AF10062-1E4F-4DFF-BE4F-CA81CEB44EE3}"/>
                </a:ext>
              </a:extLst>
            </p:cNvPr>
            <p:cNvSpPr/>
            <p:nvPr/>
          </p:nvSpPr>
          <p:spPr>
            <a:xfrm rot="19922172">
              <a:off x="7063016" y="4713345"/>
              <a:ext cx="129468" cy="12946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D54F27DA-8B29-49D0-8599-2E124EB3AB3C}"/>
                </a:ext>
              </a:extLst>
            </p:cNvPr>
            <p:cNvSpPr/>
            <p:nvPr/>
          </p:nvSpPr>
          <p:spPr>
            <a:xfrm rot="19922172">
              <a:off x="6844635" y="5303279"/>
              <a:ext cx="79488" cy="7948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1D956866-727E-4CC0-B1CF-843DDB84C169}"/>
                </a:ext>
              </a:extLst>
            </p:cNvPr>
            <p:cNvSpPr/>
            <p:nvPr/>
          </p:nvSpPr>
          <p:spPr>
            <a:xfrm rot="19922172">
              <a:off x="7090585" y="4218941"/>
              <a:ext cx="129468" cy="12946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/>
            </a:p>
          </p:txBody>
        </p:sp>
      </p:grpSp>
      <p:sp>
        <p:nvSpPr>
          <p:cNvPr id="37" name="Rectangle 82">
            <a:extLst>
              <a:ext uri="{FF2B5EF4-FFF2-40B4-BE49-F238E27FC236}">
                <a16:creationId xmlns:a16="http://schemas.microsoft.com/office/drawing/2014/main" id="{FD5E347C-2E08-4419-B463-0478057982CC}"/>
              </a:ext>
            </a:extLst>
          </p:cNvPr>
          <p:cNvSpPr/>
          <p:nvPr/>
        </p:nvSpPr>
        <p:spPr>
          <a:xfrm rot="16200000">
            <a:off x="3585825" y="2804324"/>
            <a:ext cx="1989038" cy="836296"/>
          </a:xfrm>
          <a:custGeom>
            <a:avLst/>
            <a:gdLst>
              <a:gd name="connsiteX0" fmla="*/ 2954121 w 2954121"/>
              <a:gd name="connsiteY0" fmla="*/ 282499 h 1242068"/>
              <a:gd name="connsiteX1" fmla="*/ 2954121 w 2954121"/>
              <a:gd name="connsiteY1" fmla="*/ 329584 h 1242068"/>
              <a:gd name="connsiteX2" fmla="*/ 2918813 w 2954121"/>
              <a:gd name="connsiteY2" fmla="*/ 364892 h 1242068"/>
              <a:gd name="connsiteX3" fmla="*/ 2917011 w 2954121"/>
              <a:gd name="connsiteY3" fmla="*/ 364145 h 1242068"/>
              <a:gd name="connsiteX4" fmla="*/ 2917011 w 2954121"/>
              <a:gd name="connsiteY4" fmla="*/ 364891 h 1242068"/>
              <a:gd name="connsiteX5" fmla="*/ 1525456 w 2954121"/>
              <a:gd name="connsiteY5" fmla="*/ 364891 h 1242068"/>
              <a:gd name="connsiteX6" fmla="*/ 1525456 w 2954121"/>
              <a:gd name="connsiteY6" fmla="*/ 373440 h 1242068"/>
              <a:gd name="connsiteX7" fmla="*/ 1516907 w 2954121"/>
              <a:gd name="connsiteY7" fmla="*/ 364891 h 1242068"/>
              <a:gd name="connsiteX8" fmla="*/ 1504690 w 2954121"/>
              <a:gd name="connsiteY8" fmla="*/ 364891 h 1242068"/>
              <a:gd name="connsiteX9" fmla="*/ 1504690 w 2954121"/>
              <a:gd name="connsiteY9" fmla="*/ 352674 h 1242068"/>
              <a:gd name="connsiteX10" fmla="*/ 1197739 w 2954121"/>
              <a:gd name="connsiteY10" fmla="*/ 45722 h 1242068"/>
              <a:gd name="connsiteX11" fmla="*/ 47670 w 2954121"/>
              <a:gd name="connsiteY11" fmla="*/ 45722 h 1242068"/>
              <a:gd name="connsiteX12" fmla="*/ 47670 w 2954121"/>
              <a:gd name="connsiteY12" fmla="*/ 1195791 h 1242068"/>
              <a:gd name="connsiteX13" fmla="*/ 1197738 w 2954121"/>
              <a:gd name="connsiteY13" fmla="*/ 1195791 h 1242068"/>
              <a:gd name="connsiteX14" fmla="*/ 1504690 w 2954121"/>
              <a:gd name="connsiteY14" fmla="*/ 888839 h 1242068"/>
              <a:gd name="connsiteX15" fmla="*/ 1504690 w 2954121"/>
              <a:gd name="connsiteY15" fmla="*/ 881143 h 1242068"/>
              <a:gd name="connsiteX16" fmla="*/ 1512386 w 2954121"/>
              <a:gd name="connsiteY16" fmla="*/ 881143 h 1242068"/>
              <a:gd name="connsiteX17" fmla="*/ 1525456 w 2954121"/>
              <a:gd name="connsiteY17" fmla="*/ 868073 h 1242068"/>
              <a:gd name="connsiteX18" fmla="*/ 1525456 w 2954121"/>
              <a:gd name="connsiteY18" fmla="*/ 881143 h 1242068"/>
              <a:gd name="connsiteX19" fmla="*/ 2917011 w 2954121"/>
              <a:gd name="connsiteY19" fmla="*/ 881143 h 1242068"/>
              <a:gd name="connsiteX20" fmla="*/ 2917011 w 2954121"/>
              <a:gd name="connsiteY20" fmla="*/ 883560 h 1242068"/>
              <a:gd name="connsiteX21" fmla="*/ 2918813 w 2954121"/>
              <a:gd name="connsiteY21" fmla="*/ 882814 h 1242068"/>
              <a:gd name="connsiteX22" fmla="*/ 2954121 w 2954121"/>
              <a:gd name="connsiteY22" fmla="*/ 918122 h 1242068"/>
              <a:gd name="connsiteX23" fmla="*/ 2954121 w 2954121"/>
              <a:gd name="connsiteY23" fmla="*/ 965206 h 1242068"/>
              <a:gd name="connsiteX24" fmla="*/ 2918813 w 2954121"/>
              <a:gd name="connsiteY24" fmla="*/ 1000514 h 1242068"/>
              <a:gd name="connsiteX25" fmla="*/ 2883505 w 2954121"/>
              <a:gd name="connsiteY25" fmla="*/ 965206 h 1242068"/>
              <a:gd name="connsiteX26" fmla="*/ 2883505 w 2954121"/>
              <a:gd name="connsiteY26" fmla="*/ 951759 h 1242068"/>
              <a:gd name="connsiteX27" fmla="*/ 1525456 w 2954121"/>
              <a:gd name="connsiteY27" fmla="*/ 951759 h 1242068"/>
              <a:gd name="connsiteX28" fmla="*/ 1525456 w 2954121"/>
              <a:gd name="connsiteY28" fmla="*/ 958680 h 1242068"/>
              <a:gd name="connsiteX29" fmla="*/ 1242067 w 2954121"/>
              <a:gd name="connsiteY29" fmla="*/ 1242068 h 1242068"/>
              <a:gd name="connsiteX30" fmla="*/ 0 w 2954121"/>
              <a:gd name="connsiteY30" fmla="*/ 1242068 h 1242068"/>
              <a:gd name="connsiteX31" fmla="*/ 0 w 2954121"/>
              <a:gd name="connsiteY31" fmla="*/ 0 h 1242068"/>
              <a:gd name="connsiteX32" fmla="*/ 1242067 w 2954121"/>
              <a:gd name="connsiteY32" fmla="*/ 0 h 1242068"/>
              <a:gd name="connsiteX33" fmla="*/ 1525456 w 2954121"/>
              <a:gd name="connsiteY33" fmla="*/ 283389 h 1242068"/>
              <a:gd name="connsiteX34" fmla="*/ 2883505 w 2954121"/>
              <a:gd name="connsiteY34" fmla="*/ 294275 h 1242068"/>
              <a:gd name="connsiteX35" fmla="*/ 2883505 w 2954121"/>
              <a:gd name="connsiteY35" fmla="*/ 282499 h 1242068"/>
              <a:gd name="connsiteX36" fmla="*/ 2918813 w 2954121"/>
              <a:gd name="connsiteY36" fmla="*/ 247191 h 1242068"/>
              <a:gd name="connsiteX37" fmla="*/ 2954121 w 2954121"/>
              <a:gd name="connsiteY37" fmla="*/ 282499 h 1242068"/>
              <a:gd name="connsiteX0" fmla="*/ 2954121 w 2954121"/>
              <a:gd name="connsiteY0" fmla="*/ 282499 h 1242068"/>
              <a:gd name="connsiteX1" fmla="*/ 2954121 w 2954121"/>
              <a:gd name="connsiteY1" fmla="*/ 329584 h 1242068"/>
              <a:gd name="connsiteX2" fmla="*/ 2918813 w 2954121"/>
              <a:gd name="connsiteY2" fmla="*/ 364892 h 1242068"/>
              <a:gd name="connsiteX3" fmla="*/ 2917011 w 2954121"/>
              <a:gd name="connsiteY3" fmla="*/ 364145 h 1242068"/>
              <a:gd name="connsiteX4" fmla="*/ 2917011 w 2954121"/>
              <a:gd name="connsiteY4" fmla="*/ 364891 h 1242068"/>
              <a:gd name="connsiteX5" fmla="*/ 1525456 w 2954121"/>
              <a:gd name="connsiteY5" fmla="*/ 364891 h 1242068"/>
              <a:gd name="connsiteX6" fmla="*/ 1525456 w 2954121"/>
              <a:gd name="connsiteY6" fmla="*/ 373440 h 1242068"/>
              <a:gd name="connsiteX7" fmla="*/ 1516907 w 2954121"/>
              <a:gd name="connsiteY7" fmla="*/ 364891 h 1242068"/>
              <a:gd name="connsiteX8" fmla="*/ 1504690 w 2954121"/>
              <a:gd name="connsiteY8" fmla="*/ 364891 h 1242068"/>
              <a:gd name="connsiteX9" fmla="*/ 1504690 w 2954121"/>
              <a:gd name="connsiteY9" fmla="*/ 352674 h 1242068"/>
              <a:gd name="connsiteX10" fmla="*/ 1197739 w 2954121"/>
              <a:gd name="connsiteY10" fmla="*/ 45722 h 1242068"/>
              <a:gd name="connsiteX11" fmla="*/ 47670 w 2954121"/>
              <a:gd name="connsiteY11" fmla="*/ 45722 h 1242068"/>
              <a:gd name="connsiteX12" fmla="*/ 47670 w 2954121"/>
              <a:gd name="connsiteY12" fmla="*/ 1195791 h 1242068"/>
              <a:gd name="connsiteX13" fmla="*/ 1197738 w 2954121"/>
              <a:gd name="connsiteY13" fmla="*/ 1195791 h 1242068"/>
              <a:gd name="connsiteX14" fmla="*/ 1504690 w 2954121"/>
              <a:gd name="connsiteY14" fmla="*/ 888839 h 1242068"/>
              <a:gd name="connsiteX15" fmla="*/ 1504690 w 2954121"/>
              <a:gd name="connsiteY15" fmla="*/ 881143 h 1242068"/>
              <a:gd name="connsiteX16" fmla="*/ 1512386 w 2954121"/>
              <a:gd name="connsiteY16" fmla="*/ 881143 h 1242068"/>
              <a:gd name="connsiteX17" fmla="*/ 1525456 w 2954121"/>
              <a:gd name="connsiteY17" fmla="*/ 868073 h 1242068"/>
              <a:gd name="connsiteX18" fmla="*/ 1525456 w 2954121"/>
              <a:gd name="connsiteY18" fmla="*/ 881143 h 1242068"/>
              <a:gd name="connsiteX19" fmla="*/ 2917011 w 2954121"/>
              <a:gd name="connsiteY19" fmla="*/ 881143 h 1242068"/>
              <a:gd name="connsiteX20" fmla="*/ 2917011 w 2954121"/>
              <a:gd name="connsiteY20" fmla="*/ 883560 h 1242068"/>
              <a:gd name="connsiteX21" fmla="*/ 2918813 w 2954121"/>
              <a:gd name="connsiteY21" fmla="*/ 882814 h 1242068"/>
              <a:gd name="connsiteX22" fmla="*/ 2954121 w 2954121"/>
              <a:gd name="connsiteY22" fmla="*/ 918122 h 1242068"/>
              <a:gd name="connsiteX23" fmla="*/ 2954121 w 2954121"/>
              <a:gd name="connsiteY23" fmla="*/ 965206 h 1242068"/>
              <a:gd name="connsiteX24" fmla="*/ 2918813 w 2954121"/>
              <a:gd name="connsiteY24" fmla="*/ 1000514 h 1242068"/>
              <a:gd name="connsiteX25" fmla="*/ 2883505 w 2954121"/>
              <a:gd name="connsiteY25" fmla="*/ 965206 h 1242068"/>
              <a:gd name="connsiteX26" fmla="*/ 2883505 w 2954121"/>
              <a:gd name="connsiteY26" fmla="*/ 951759 h 1242068"/>
              <a:gd name="connsiteX27" fmla="*/ 1525456 w 2954121"/>
              <a:gd name="connsiteY27" fmla="*/ 951759 h 1242068"/>
              <a:gd name="connsiteX28" fmla="*/ 1525456 w 2954121"/>
              <a:gd name="connsiteY28" fmla="*/ 958680 h 1242068"/>
              <a:gd name="connsiteX29" fmla="*/ 1242067 w 2954121"/>
              <a:gd name="connsiteY29" fmla="*/ 1242068 h 1242068"/>
              <a:gd name="connsiteX30" fmla="*/ 0 w 2954121"/>
              <a:gd name="connsiteY30" fmla="*/ 1242068 h 1242068"/>
              <a:gd name="connsiteX31" fmla="*/ 0 w 2954121"/>
              <a:gd name="connsiteY31" fmla="*/ 0 h 1242068"/>
              <a:gd name="connsiteX32" fmla="*/ 1242067 w 2954121"/>
              <a:gd name="connsiteY32" fmla="*/ 0 h 1242068"/>
              <a:gd name="connsiteX33" fmla="*/ 1530218 w 2954121"/>
              <a:gd name="connsiteY33" fmla="*/ 290533 h 1242068"/>
              <a:gd name="connsiteX34" fmla="*/ 2883505 w 2954121"/>
              <a:gd name="connsiteY34" fmla="*/ 294275 h 1242068"/>
              <a:gd name="connsiteX35" fmla="*/ 2883505 w 2954121"/>
              <a:gd name="connsiteY35" fmla="*/ 282499 h 1242068"/>
              <a:gd name="connsiteX36" fmla="*/ 2918813 w 2954121"/>
              <a:gd name="connsiteY36" fmla="*/ 247191 h 1242068"/>
              <a:gd name="connsiteX37" fmla="*/ 2954121 w 2954121"/>
              <a:gd name="connsiteY37" fmla="*/ 282499 h 1242068"/>
              <a:gd name="connsiteX0" fmla="*/ 2954121 w 2954121"/>
              <a:gd name="connsiteY0" fmla="*/ 282499 h 1242068"/>
              <a:gd name="connsiteX1" fmla="*/ 2954121 w 2954121"/>
              <a:gd name="connsiteY1" fmla="*/ 329584 h 1242068"/>
              <a:gd name="connsiteX2" fmla="*/ 2918813 w 2954121"/>
              <a:gd name="connsiteY2" fmla="*/ 364892 h 1242068"/>
              <a:gd name="connsiteX3" fmla="*/ 2917011 w 2954121"/>
              <a:gd name="connsiteY3" fmla="*/ 364145 h 1242068"/>
              <a:gd name="connsiteX4" fmla="*/ 2917011 w 2954121"/>
              <a:gd name="connsiteY4" fmla="*/ 364891 h 1242068"/>
              <a:gd name="connsiteX5" fmla="*/ 1525456 w 2954121"/>
              <a:gd name="connsiteY5" fmla="*/ 373440 h 1242068"/>
              <a:gd name="connsiteX6" fmla="*/ 1516907 w 2954121"/>
              <a:gd name="connsiteY6" fmla="*/ 364891 h 1242068"/>
              <a:gd name="connsiteX7" fmla="*/ 1504690 w 2954121"/>
              <a:gd name="connsiteY7" fmla="*/ 364891 h 1242068"/>
              <a:gd name="connsiteX8" fmla="*/ 1504690 w 2954121"/>
              <a:gd name="connsiteY8" fmla="*/ 352674 h 1242068"/>
              <a:gd name="connsiteX9" fmla="*/ 1197739 w 2954121"/>
              <a:gd name="connsiteY9" fmla="*/ 45722 h 1242068"/>
              <a:gd name="connsiteX10" fmla="*/ 47670 w 2954121"/>
              <a:gd name="connsiteY10" fmla="*/ 45722 h 1242068"/>
              <a:gd name="connsiteX11" fmla="*/ 47670 w 2954121"/>
              <a:gd name="connsiteY11" fmla="*/ 1195791 h 1242068"/>
              <a:gd name="connsiteX12" fmla="*/ 1197738 w 2954121"/>
              <a:gd name="connsiteY12" fmla="*/ 1195791 h 1242068"/>
              <a:gd name="connsiteX13" fmla="*/ 1504690 w 2954121"/>
              <a:gd name="connsiteY13" fmla="*/ 888839 h 1242068"/>
              <a:gd name="connsiteX14" fmla="*/ 1504690 w 2954121"/>
              <a:gd name="connsiteY14" fmla="*/ 881143 h 1242068"/>
              <a:gd name="connsiteX15" fmla="*/ 1512386 w 2954121"/>
              <a:gd name="connsiteY15" fmla="*/ 881143 h 1242068"/>
              <a:gd name="connsiteX16" fmla="*/ 1525456 w 2954121"/>
              <a:gd name="connsiteY16" fmla="*/ 868073 h 1242068"/>
              <a:gd name="connsiteX17" fmla="*/ 1525456 w 2954121"/>
              <a:gd name="connsiteY17" fmla="*/ 881143 h 1242068"/>
              <a:gd name="connsiteX18" fmla="*/ 2917011 w 2954121"/>
              <a:gd name="connsiteY18" fmla="*/ 881143 h 1242068"/>
              <a:gd name="connsiteX19" fmla="*/ 2917011 w 2954121"/>
              <a:gd name="connsiteY19" fmla="*/ 883560 h 1242068"/>
              <a:gd name="connsiteX20" fmla="*/ 2918813 w 2954121"/>
              <a:gd name="connsiteY20" fmla="*/ 882814 h 1242068"/>
              <a:gd name="connsiteX21" fmla="*/ 2954121 w 2954121"/>
              <a:gd name="connsiteY21" fmla="*/ 918122 h 1242068"/>
              <a:gd name="connsiteX22" fmla="*/ 2954121 w 2954121"/>
              <a:gd name="connsiteY22" fmla="*/ 965206 h 1242068"/>
              <a:gd name="connsiteX23" fmla="*/ 2918813 w 2954121"/>
              <a:gd name="connsiteY23" fmla="*/ 1000514 h 1242068"/>
              <a:gd name="connsiteX24" fmla="*/ 2883505 w 2954121"/>
              <a:gd name="connsiteY24" fmla="*/ 965206 h 1242068"/>
              <a:gd name="connsiteX25" fmla="*/ 2883505 w 2954121"/>
              <a:gd name="connsiteY25" fmla="*/ 951759 h 1242068"/>
              <a:gd name="connsiteX26" fmla="*/ 1525456 w 2954121"/>
              <a:gd name="connsiteY26" fmla="*/ 951759 h 1242068"/>
              <a:gd name="connsiteX27" fmla="*/ 1525456 w 2954121"/>
              <a:gd name="connsiteY27" fmla="*/ 958680 h 1242068"/>
              <a:gd name="connsiteX28" fmla="*/ 1242067 w 2954121"/>
              <a:gd name="connsiteY28" fmla="*/ 1242068 h 1242068"/>
              <a:gd name="connsiteX29" fmla="*/ 0 w 2954121"/>
              <a:gd name="connsiteY29" fmla="*/ 1242068 h 1242068"/>
              <a:gd name="connsiteX30" fmla="*/ 0 w 2954121"/>
              <a:gd name="connsiteY30" fmla="*/ 0 h 1242068"/>
              <a:gd name="connsiteX31" fmla="*/ 1242067 w 2954121"/>
              <a:gd name="connsiteY31" fmla="*/ 0 h 1242068"/>
              <a:gd name="connsiteX32" fmla="*/ 1530218 w 2954121"/>
              <a:gd name="connsiteY32" fmla="*/ 290533 h 1242068"/>
              <a:gd name="connsiteX33" fmla="*/ 2883505 w 2954121"/>
              <a:gd name="connsiteY33" fmla="*/ 294275 h 1242068"/>
              <a:gd name="connsiteX34" fmla="*/ 2883505 w 2954121"/>
              <a:gd name="connsiteY34" fmla="*/ 282499 h 1242068"/>
              <a:gd name="connsiteX35" fmla="*/ 2918813 w 2954121"/>
              <a:gd name="connsiteY35" fmla="*/ 247191 h 1242068"/>
              <a:gd name="connsiteX36" fmla="*/ 2954121 w 2954121"/>
              <a:gd name="connsiteY36" fmla="*/ 282499 h 1242068"/>
              <a:gd name="connsiteX0" fmla="*/ 2954121 w 2954121"/>
              <a:gd name="connsiteY0" fmla="*/ 282499 h 1242068"/>
              <a:gd name="connsiteX1" fmla="*/ 2954121 w 2954121"/>
              <a:gd name="connsiteY1" fmla="*/ 329584 h 1242068"/>
              <a:gd name="connsiteX2" fmla="*/ 2918813 w 2954121"/>
              <a:gd name="connsiteY2" fmla="*/ 364892 h 1242068"/>
              <a:gd name="connsiteX3" fmla="*/ 2917011 w 2954121"/>
              <a:gd name="connsiteY3" fmla="*/ 364145 h 1242068"/>
              <a:gd name="connsiteX4" fmla="*/ 2917011 w 2954121"/>
              <a:gd name="connsiteY4" fmla="*/ 364891 h 1242068"/>
              <a:gd name="connsiteX5" fmla="*/ 1525456 w 2954121"/>
              <a:gd name="connsiteY5" fmla="*/ 373440 h 1242068"/>
              <a:gd name="connsiteX6" fmla="*/ 1504690 w 2954121"/>
              <a:gd name="connsiteY6" fmla="*/ 364891 h 1242068"/>
              <a:gd name="connsiteX7" fmla="*/ 1504690 w 2954121"/>
              <a:gd name="connsiteY7" fmla="*/ 352674 h 1242068"/>
              <a:gd name="connsiteX8" fmla="*/ 1197739 w 2954121"/>
              <a:gd name="connsiteY8" fmla="*/ 45722 h 1242068"/>
              <a:gd name="connsiteX9" fmla="*/ 47670 w 2954121"/>
              <a:gd name="connsiteY9" fmla="*/ 45722 h 1242068"/>
              <a:gd name="connsiteX10" fmla="*/ 47670 w 2954121"/>
              <a:gd name="connsiteY10" fmla="*/ 1195791 h 1242068"/>
              <a:gd name="connsiteX11" fmla="*/ 1197738 w 2954121"/>
              <a:gd name="connsiteY11" fmla="*/ 1195791 h 1242068"/>
              <a:gd name="connsiteX12" fmla="*/ 1504690 w 2954121"/>
              <a:gd name="connsiteY12" fmla="*/ 888839 h 1242068"/>
              <a:gd name="connsiteX13" fmla="*/ 1504690 w 2954121"/>
              <a:gd name="connsiteY13" fmla="*/ 881143 h 1242068"/>
              <a:gd name="connsiteX14" fmla="*/ 1512386 w 2954121"/>
              <a:gd name="connsiteY14" fmla="*/ 881143 h 1242068"/>
              <a:gd name="connsiteX15" fmla="*/ 1525456 w 2954121"/>
              <a:gd name="connsiteY15" fmla="*/ 868073 h 1242068"/>
              <a:gd name="connsiteX16" fmla="*/ 1525456 w 2954121"/>
              <a:gd name="connsiteY16" fmla="*/ 881143 h 1242068"/>
              <a:gd name="connsiteX17" fmla="*/ 2917011 w 2954121"/>
              <a:gd name="connsiteY17" fmla="*/ 881143 h 1242068"/>
              <a:gd name="connsiteX18" fmla="*/ 2917011 w 2954121"/>
              <a:gd name="connsiteY18" fmla="*/ 883560 h 1242068"/>
              <a:gd name="connsiteX19" fmla="*/ 2918813 w 2954121"/>
              <a:gd name="connsiteY19" fmla="*/ 882814 h 1242068"/>
              <a:gd name="connsiteX20" fmla="*/ 2954121 w 2954121"/>
              <a:gd name="connsiteY20" fmla="*/ 918122 h 1242068"/>
              <a:gd name="connsiteX21" fmla="*/ 2954121 w 2954121"/>
              <a:gd name="connsiteY21" fmla="*/ 965206 h 1242068"/>
              <a:gd name="connsiteX22" fmla="*/ 2918813 w 2954121"/>
              <a:gd name="connsiteY22" fmla="*/ 1000514 h 1242068"/>
              <a:gd name="connsiteX23" fmla="*/ 2883505 w 2954121"/>
              <a:gd name="connsiteY23" fmla="*/ 965206 h 1242068"/>
              <a:gd name="connsiteX24" fmla="*/ 2883505 w 2954121"/>
              <a:gd name="connsiteY24" fmla="*/ 951759 h 1242068"/>
              <a:gd name="connsiteX25" fmla="*/ 1525456 w 2954121"/>
              <a:gd name="connsiteY25" fmla="*/ 951759 h 1242068"/>
              <a:gd name="connsiteX26" fmla="*/ 1525456 w 2954121"/>
              <a:gd name="connsiteY26" fmla="*/ 958680 h 1242068"/>
              <a:gd name="connsiteX27" fmla="*/ 1242067 w 2954121"/>
              <a:gd name="connsiteY27" fmla="*/ 1242068 h 1242068"/>
              <a:gd name="connsiteX28" fmla="*/ 0 w 2954121"/>
              <a:gd name="connsiteY28" fmla="*/ 1242068 h 1242068"/>
              <a:gd name="connsiteX29" fmla="*/ 0 w 2954121"/>
              <a:gd name="connsiteY29" fmla="*/ 0 h 1242068"/>
              <a:gd name="connsiteX30" fmla="*/ 1242067 w 2954121"/>
              <a:gd name="connsiteY30" fmla="*/ 0 h 1242068"/>
              <a:gd name="connsiteX31" fmla="*/ 1530218 w 2954121"/>
              <a:gd name="connsiteY31" fmla="*/ 290533 h 1242068"/>
              <a:gd name="connsiteX32" fmla="*/ 2883505 w 2954121"/>
              <a:gd name="connsiteY32" fmla="*/ 294275 h 1242068"/>
              <a:gd name="connsiteX33" fmla="*/ 2883505 w 2954121"/>
              <a:gd name="connsiteY33" fmla="*/ 282499 h 1242068"/>
              <a:gd name="connsiteX34" fmla="*/ 2918813 w 2954121"/>
              <a:gd name="connsiteY34" fmla="*/ 247191 h 1242068"/>
              <a:gd name="connsiteX35" fmla="*/ 2954121 w 2954121"/>
              <a:gd name="connsiteY35" fmla="*/ 282499 h 1242068"/>
              <a:gd name="connsiteX0" fmla="*/ 2954121 w 2954121"/>
              <a:gd name="connsiteY0" fmla="*/ 282499 h 1242068"/>
              <a:gd name="connsiteX1" fmla="*/ 2954121 w 2954121"/>
              <a:gd name="connsiteY1" fmla="*/ 329584 h 1242068"/>
              <a:gd name="connsiteX2" fmla="*/ 2918813 w 2954121"/>
              <a:gd name="connsiteY2" fmla="*/ 364892 h 1242068"/>
              <a:gd name="connsiteX3" fmla="*/ 2917011 w 2954121"/>
              <a:gd name="connsiteY3" fmla="*/ 364145 h 1242068"/>
              <a:gd name="connsiteX4" fmla="*/ 2917011 w 2954121"/>
              <a:gd name="connsiteY4" fmla="*/ 364891 h 1242068"/>
              <a:gd name="connsiteX5" fmla="*/ 1525456 w 2954121"/>
              <a:gd name="connsiteY5" fmla="*/ 373440 h 1242068"/>
              <a:gd name="connsiteX6" fmla="*/ 1504690 w 2954121"/>
              <a:gd name="connsiteY6" fmla="*/ 364894 h 1242068"/>
              <a:gd name="connsiteX7" fmla="*/ 1504690 w 2954121"/>
              <a:gd name="connsiteY7" fmla="*/ 352674 h 1242068"/>
              <a:gd name="connsiteX8" fmla="*/ 1197739 w 2954121"/>
              <a:gd name="connsiteY8" fmla="*/ 45722 h 1242068"/>
              <a:gd name="connsiteX9" fmla="*/ 47670 w 2954121"/>
              <a:gd name="connsiteY9" fmla="*/ 45722 h 1242068"/>
              <a:gd name="connsiteX10" fmla="*/ 47670 w 2954121"/>
              <a:gd name="connsiteY10" fmla="*/ 1195791 h 1242068"/>
              <a:gd name="connsiteX11" fmla="*/ 1197738 w 2954121"/>
              <a:gd name="connsiteY11" fmla="*/ 1195791 h 1242068"/>
              <a:gd name="connsiteX12" fmla="*/ 1504690 w 2954121"/>
              <a:gd name="connsiteY12" fmla="*/ 888839 h 1242068"/>
              <a:gd name="connsiteX13" fmla="*/ 1504690 w 2954121"/>
              <a:gd name="connsiteY13" fmla="*/ 881143 h 1242068"/>
              <a:gd name="connsiteX14" fmla="*/ 1512386 w 2954121"/>
              <a:gd name="connsiteY14" fmla="*/ 881143 h 1242068"/>
              <a:gd name="connsiteX15" fmla="*/ 1525456 w 2954121"/>
              <a:gd name="connsiteY15" fmla="*/ 868073 h 1242068"/>
              <a:gd name="connsiteX16" fmla="*/ 1525456 w 2954121"/>
              <a:gd name="connsiteY16" fmla="*/ 881143 h 1242068"/>
              <a:gd name="connsiteX17" fmla="*/ 2917011 w 2954121"/>
              <a:gd name="connsiteY17" fmla="*/ 881143 h 1242068"/>
              <a:gd name="connsiteX18" fmla="*/ 2917011 w 2954121"/>
              <a:gd name="connsiteY18" fmla="*/ 883560 h 1242068"/>
              <a:gd name="connsiteX19" fmla="*/ 2918813 w 2954121"/>
              <a:gd name="connsiteY19" fmla="*/ 882814 h 1242068"/>
              <a:gd name="connsiteX20" fmla="*/ 2954121 w 2954121"/>
              <a:gd name="connsiteY20" fmla="*/ 918122 h 1242068"/>
              <a:gd name="connsiteX21" fmla="*/ 2954121 w 2954121"/>
              <a:gd name="connsiteY21" fmla="*/ 965206 h 1242068"/>
              <a:gd name="connsiteX22" fmla="*/ 2918813 w 2954121"/>
              <a:gd name="connsiteY22" fmla="*/ 1000514 h 1242068"/>
              <a:gd name="connsiteX23" fmla="*/ 2883505 w 2954121"/>
              <a:gd name="connsiteY23" fmla="*/ 965206 h 1242068"/>
              <a:gd name="connsiteX24" fmla="*/ 2883505 w 2954121"/>
              <a:gd name="connsiteY24" fmla="*/ 951759 h 1242068"/>
              <a:gd name="connsiteX25" fmla="*/ 1525456 w 2954121"/>
              <a:gd name="connsiteY25" fmla="*/ 951759 h 1242068"/>
              <a:gd name="connsiteX26" fmla="*/ 1525456 w 2954121"/>
              <a:gd name="connsiteY26" fmla="*/ 958680 h 1242068"/>
              <a:gd name="connsiteX27" fmla="*/ 1242067 w 2954121"/>
              <a:gd name="connsiteY27" fmla="*/ 1242068 h 1242068"/>
              <a:gd name="connsiteX28" fmla="*/ 0 w 2954121"/>
              <a:gd name="connsiteY28" fmla="*/ 1242068 h 1242068"/>
              <a:gd name="connsiteX29" fmla="*/ 0 w 2954121"/>
              <a:gd name="connsiteY29" fmla="*/ 0 h 1242068"/>
              <a:gd name="connsiteX30" fmla="*/ 1242067 w 2954121"/>
              <a:gd name="connsiteY30" fmla="*/ 0 h 1242068"/>
              <a:gd name="connsiteX31" fmla="*/ 1530218 w 2954121"/>
              <a:gd name="connsiteY31" fmla="*/ 290533 h 1242068"/>
              <a:gd name="connsiteX32" fmla="*/ 2883505 w 2954121"/>
              <a:gd name="connsiteY32" fmla="*/ 294275 h 1242068"/>
              <a:gd name="connsiteX33" fmla="*/ 2883505 w 2954121"/>
              <a:gd name="connsiteY33" fmla="*/ 282499 h 1242068"/>
              <a:gd name="connsiteX34" fmla="*/ 2918813 w 2954121"/>
              <a:gd name="connsiteY34" fmla="*/ 247191 h 1242068"/>
              <a:gd name="connsiteX35" fmla="*/ 2954121 w 2954121"/>
              <a:gd name="connsiteY35" fmla="*/ 282499 h 1242068"/>
              <a:gd name="connsiteX0" fmla="*/ 2954121 w 2954121"/>
              <a:gd name="connsiteY0" fmla="*/ 282499 h 1242068"/>
              <a:gd name="connsiteX1" fmla="*/ 2954121 w 2954121"/>
              <a:gd name="connsiteY1" fmla="*/ 329584 h 1242068"/>
              <a:gd name="connsiteX2" fmla="*/ 2918813 w 2954121"/>
              <a:gd name="connsiteY2" fmla="*/ 364892 h 1242068"/>
              <a:gd name="connsiteX3" fmla="*/ 2917011 w 2954121"/>
              <a:gd name="connsiteY3" fmla="*/ 364145 h 1242068"/>
              <a:gd name="connsiteX4" fmla="*/ 2917011 w 2954121"/>
              <a:gd name="connsiteY4" fmla="*/ 364891 h 1242068"/>
              <a:gd name="connsiteX5" fmla="*/ 1525456 w 2954121"/>
              <a:gd name="connsiteY5" fmla="*/ 373440 h 1242068"/>
              <a:gd name="connsiteX6" fmla="*/ 1504690 w 2954121"/>
              <a:gd name="connsiteY6" fmla="*/ 352674 h 1242068"/>
              <a:gd name="connsiteX7" fmla="*/ 1197739 w 2954121"/>
              <a:gd name="connsiteY7" fmla="*/ 45722 h 1242068"/>
              <a:gd name="connsiteX8" fmla="*/ 47670 w 2954121"/>
              <a:gd name="connsiteY8" fmla="*/ 45722 h 1242068"/>
              <a:gd name="connsiteX9" fmla="*/ 47670 w 2954121"/>
              <a:gd name="connsiteY9" fmla="*/ 1195791 h 1242068"/>
              <a:gd name="connsiteX10" fmla="*/ 1197738 w 2954121"/>
              <a:gd name="connsiteY10" fmla="*/ 1195791 h 1242068"/>
              <a:gd name="connsiteX11" fmla="*/ 1504690 w 2954121"/>
              <a:gd name="connsiteY11" fmla="*/ 888839 h 1242068"/>
              <a:gd name="connsiteX12" fmla="*/ 1504690 w 2954121"/>
              <a:gd name="connsiteY12" fmla="*/ 881143 h 1242068"/>
              <a:gd name="connsiteX13" fmla="*/ 1512386 w 2954121"/>
              <a:gd name="connsiteY13" fmla="*/ 881143 h 1242068"/>
              <a:gd name="connsiteX14" fmla="*/ 1525456 w 2954121"/>
              <a:gd name="connsiteY14" fmla="*/ 868073 h 1242068"/>
              <a:gd name="connsiteX15" fmla="*/ 1525456 w 2954121"/>
              <a:gd name="connsiteY15" fmla="*/ 881143 h 1242068"/>
              <a:gd name="connsiteX16" fmla="*/ 2917011 w 2954121"/>
              <a:gd name="connsiteY16" fmla="*/ 881143 h 1242068"/>
              <a:gd name="connsiteX17" fmla="*/ 2917011 w 2954121"/>
              <a:gd name="connsiteY17" fmla="*/ 883560 h 1242068"/>
              <a:gd name="connsiteX18" fmla="*/ 2918813 w 2954121"/>
              <a:gd name="connsiteY18" fmla="*/ 882814 h 1242068"/>
              <a:gd name="connsiteX19" fmla="*/ 2954121 w 2954121"/>
              <a:gd name="connsiteY19" fmla="*/ 918122 h 1242068"/>
              <a:gd name="connsiteX20" fmla="*/ 2954121 w 2954121"/>
              <a:gd name="connsiteY20" fmla="*/ 965206 h 1242068"/>
              <a:gd name="connsiteX21" fmla="*/ 2918813 w 2954121"/>
              <a:gd name="connsiteY21" fmla="*/ 1000514 h 1242068"/>
              <a:gd name="connsiteX22" fmla="*/ 2883505 w 2954121"/>
              <a:gd name="connsiteY22" fmla="*/ 965206 h 1242068"/>
              <a:gd name="connsiteX23" fmla="*/ 2883505 w 2954121"/>
              <a:gd name="connsiteY23" fmla="*/ 951759 h 1242068"/>
              <a:gd name="connsiteX24" fmla="*/ 1525456 w 2954121"/>
              <a:gd name="connsiteY24" fmla="*/ 951759 h 1242068"/>
              <a:gd name="connsiteX25" fmla="*/ 1525456 w 2954121"/>
              <a:gd name="connsiteY25" fmla="*/ 958680 h 1242068"/>
              <a:gd name="connsiteX26" fmla="*/ 1242067 w 2954121"/>
              <a:gd name="connsiteY26" fmla="*/ 1242068 h 1242068"/>
              <a:gd name="connsiteX27" fmla="*/ 0 w 2954121"/>
              <a:gd name="connsiteY27" fmla="*/ 1242068 h 1242068"/>
              <a:gd name="connsiteX28" fmla="*/ 0 w 2954121"/>
              <a:gd name="connsiteY28" fmla="*/ 0 h 1242068"/>
              <a:gd name="connsiteX29" fmla="*/ 1242067 w 2954121"/>
              <a:gd name="connsiteY29" fmla="*/ 0 h 1242068"/>
              <a:gd name="connsiteX30" fmla="*/ 1530218 w 2954121"/>
              <a:gd name="connsiteY30" fmla="*/ 290533 h 1242068"/>
              <a:gd name="connsiteX31" fmla="*/ 2883505 w 2954121"/>
              <a:gd name="connsiteY31" fmla="*/ 294275 h 1242068"/>
              <a:gd name="connsiteX32" fmla="*/ 2883505 w 2954121"/>
              <a:gd name="connsiteY32" fmla="*/ 282499 h 1242068"/>
              <a:gd name="connsiteX33" fmla="*/ 2918813 w 2954121"/>
              <a:gd name="connsiteY33" fmla="*/ 247191 h 1242068"/>
              <a:gd name="connsiteX34" fmla="*/ 2954121 w 2954121"/>
              <a:gd name="connsiteY34" fmla="*/ 282499 h 1242068"/>
              <a:gd name="connsiteX0" fmla="*/ 2954121 w 2954121"/>
              <a:gd name="connsiteY0" fmla="*/ 282499 h 1242068"/>
              <a:gd name="connsiteX1" fmla="*/ 2954121 w 2954121"/>
              <a:gd name="connsiteY1" fmla="*/ 329584 h 1242068"/>
              <a:gd name="connsiteX2" fmla="*/ 2918813 w 2954121"/>
              <a:gd name="connsiteY2" fmla="*/ 364892 h 1242068"/>
              <a:gd name="connsiteX3" fmla="*/ 2917011 w 2954121"/>
              <a:gd name="connsiteY3" fmla="*/ 364145 h 1242068"/>
              <a:gd name="connsiteX4" fmla="*/ 2917011 w 2954121"/>
              <a:gd name="connsiteY4" fmla="*/ 364891 h 1242068"/>
              <a:gd name="connsiteX5" fmla="*/ 1525456 w 2954121"/>
              <a:gd name="connsiteY5" fmla="*/ 373440 h 1242068"/>
              <a:gd name="connsiteX6" fmla="*/ 1504690 w 2954121"/>
              <a:gd name="connsiteY6" fmla="*/ 352674 h 1242068"/>
              <a:gd name="connsiteX7" fmla="*/ 1197739 w 2954121"/>
              <a:gd name="connsiteY7" fmla="*/ 45722 h 1242068"/>
              <a:gd name="connsiteX8" fmla="*/ 47670 w 2954121"/>
              <a:gd name="connsiteY8" fmla="*/ 45722 h 1242068"/>
              <a:gd name="connsiteX9" fmla="*/ 47670 w 2954121"/>
              <a:gd name="connsiteY9" fmla="*/ 1195791 h 1242068"/>
              <a:gd name="connsiteX10" fmla="*/ 1197738 w 2954121"/>
              <a:gd name="connsiteY10" fmla="*/ 1195791 h 1242068"/>
              <a:gd name="connsiteX11" fmla="*/ 1504690 w 2954121"/>
              <a:gd name="connsiteY11" fmla="*/ 888839 h 1242068"/>
              <a:gd name="connsiteX12" fmla="*/ 1504690 w 2954121"/>
              <a:gd name="connsiteY12" fmla="*/ 881143 h 1242068"/>
              <a:gd name="connsiteX13" fmla="*/ 1512386 w 2954121"/>
              <a:gd name="connsiteY13" fmla="*/ 881143 h 1242068"/>
              <a:gd name="connsiteX14" fmla="*/ 1525456 w 2954121"/>
              <a:gd name="connsiteY14" fmla="*/ 881143 h 1242068"/>
              <a:gd name="connsiteX15" fmla="*/ 2917011 w 2954121"/>
              <a:gd name="connsiteY15" fmla="*/ 881143 h 1242068"/>
              <a:gd name="connsiteX16" fmla="*/ 2917011 w 2954121"/>
              <a:gd name="connsiteY16" fmla="*/ 883560 h 1242068"/>
              <a:gd name="connsiteX17" fmla="*/ 2918813 w 2954121"/>
              <a:gd name="connsiteY17" fmla="*/ 882814 h 1242068"/>
              <a:gd name="connsiteX18" fmla="*/ 2954121 w 2954121"/>
              <a:gd name="connsiteY18" fmla="*/ 918122 h 1242068"/>
              <a:gd name="connsiteX19" fmla="*/ 2954121 w 2954121"/>
              <a:gd name="connsiteY19" fmla="*/ 965206 h 1242068"/>
              <a:gd name="connsiteX20" fmla="*/ 2918813 w 2954121"/>
              <a:gd name="connsiteY20" fmla="*/ 1000514 h 1242068"/>
              <a:gd name="connsiteX21" fmla="*/ 2883505 w 2954121"/>
              <a:gd name="connsiteY21" fmla="*/ 965206 h 1242068"/>
              <a:gd name="connsiteX22" fmla="*/ 2883505 w 2954121"/>
              <a:gd name="connsiteY22" fmla="*/ 951759 h 1242068"/>
              <a:gd name="connsiteX23" fmla="*/ 1525456 w 2954121"/>
              <a:gd name="connsiteY23" fmla="*/ 951759 h 1242068"/>
              <a:gd name="connsiteX24" fmla="*/ 1525456 w 2954121"/>
              <a:gd name="connsiteY24" fmla="*/ 958680 h 1242068"/>
              <a:gd name="connsiteX25" fmla="*/ 1242067 w 2954121"/>
              <a:gd name="connsiteY25" fmla="*/ 1242068 h 1242068"/>
              <a:gd name="connsiteX26" fmla="*/ 0 w 2954121"/>
              <a:gd name="connsiteY26" fmla="*/ 1242068 h 1242068"/>
              <a:gd name="connsiteX27" fmla="*/ 0 w 2954121"/>
              <a:gd name="connsiteY27" fmla="*/ 0 h 1242068"/>
              <a:gd name="connsiteX28" fmla="*/ 1242067 w 2954121"/>
              <a:gd name="connsiteY28" fmla="*/ 0 h 1242068"/>
              <a:gd name="connsiteX29" fmla="*/ 1530218 w 2954121"/>
              <a:gd name="connsiteY29" fmla="*/ 290533 h 1242068"/>
              <a:gd name="connsiteX30" fmla="*/ 2883505 w 2954121"/>
              <a:gd name="connsiteY30" fmla="*/ 294275 h 1242068"/>
              <a:gd name="connsiteX31" fmla="*/ 2883505 w 2954121"/>
              <a:gd name="connsiteY31" fmla="*/ 282499 h 1242068"/>
              <a:gd name="connsiteX32" fmla="*/ 2918813 w 2954121"/>
              <a:gd name="connsiteY32" fmla="*/ 247191 h 1242068"/>
              <a:gd name="connsiteX33" fmla="*/ 2954121 w 2954121"/>
              <a:gd name="connsiteY33" fmla="*/ 282499 h 1242068"/>
              <a:gd name="connsiteX0" fmla="*/ 2954121 w 2954121"/>
              <a:gd name="connsiteY0" fmla="*/ 282499 h 1242068"/>
              <a:gd name="connsiteX1" fmla="*/ 2954121 w 2954121"/>
              <a:gd name="connsiteY1" fmla="*/ 329584 h 1242068"/>
              <a:gd name="connsiteX2" fmla="*/ 2918813 w 2954121"/>
              <a:gd name="connsiteY2" fmla="*/ 364892 h 1242068"/>
              <a:gd name="connsiteX3" fmla="*/ 2917011 w 2954121"/>
              <a:gd name="connsiteY3" fmla="*/ 364145 h 1242068"/>
              <a:gd name="connsiteX4" fmla="*/ 2917011 w 2954121"/>
              <a:gd name="connsiteY4" fmla="*/ 364891 h 1242068"/>
              <a:gd name="connsiteX5" fmla="*/ 1525456 w 2954121"/>
              <a:gd name="connsiteY5" fmla="*/ 373440 h 1242068"/>
              <a:gd name="connsiteX6" fmla="*/ 1504690 w 2954121"/>
              <a:gd name="connsiteY6" fmla="*/ 352674 h 1242068"/>
              <a:gd name="connsiteX7" fmla="*/ 1197739 w 2954121"/>
              <a:gd name="connsiteY7" fmla="*/ 45722 h 1242068"/>
              <a:gd name="connsiteX8" fmla="*/ 47670 w 2954121"/>
              <a:gd name="connsiteY8" fmla="*/ 45722 h 1242068"/>
              <a:gd name="connsiteX9" fmla="*/ 47670 w 2954121"/>
              <a:gd name="connsiteY9" fmla="*/ 1195791 h 1242068"/>
              <a:gd name="connsiteX10" fmla="*/ 1197738 w 2954121"/>
              <a:gd name="connsiteY10" fmla="*/ 1195791 h 1242068"/>
              <a:gd name="connsiteX11" fmla="*/ 1504690 w 2954121"/>
              <a:gd name="connsiteY11" fmla="*/ 888839 h 1242068"/>
              <a:gd name="connsiteX12" fmla="*/ 1504690 w 2954121"/>
              <a:gd name="connsiteY12" fmla="*/ 881143 h 1242068"/>
              <a:gd name="connsiteX13" fmla="*/ 1525456 w 2954121"/>
              <a:gd name="connsiteY13" fmla="*/ 881143 h 1242068"/>
              <a:gd name="connsiteX14" fmla="*/ 2917011 w 2954121"/>
              <a:gd name="connsiteY14" fmla="*/ 881143 h 1242068"/>
              <a:gd name="connsiteX15" fmla="*/ 2917011 w 2954121"/>
              <a:gd name="connsiteY15" fmla="*/ 883560 h 1242068"/>
              <a:gd name="connsiteX16" fmla="*/ 2918813 w 2954121"/>
              <a:gd name="connsiteY16" fmla="*/ 882814 h 1242068"/>
              <a:gd name="connsiteX17" fmla="*/ 2954121 w 2954121"/>
              <a:gd name="connsiteY17" fmla="*/ 918122 h 1242068"/>
              <a:gd name="connsiteX18" fmla="*/ 2954121 w 2954121"/>
              <a:gd name="connsiteY18" fmla="*/ 965206 h 1242068"/>
              <a:gd name="connsiteX19" fmla="*/ 2918813 w 2954121"/>
              <a:gd name="connsiteY19" fmla="*/ 1000514 h 1242068"/>
              <a:gd name="connsiteX20" fmla="*/ 2883505 w 2954121"/>
              <a:gd name="connsiteY20" fmla="*/ 965206 h 1242068"/>
              <a:gd name="connsiteX21" fmla="*/ 2883505 w 2954121"/>
              <a:gd name="connsiteY21" fmla="*/ 951759 h 1242068"/>
              <a:gd name="connsiteX22" fmla="*/ 1525456 w 2954121"/>
              <a:gd name="connsiteY22" fmla="*/ 951759 h 1242068"/>
              <a:gd name="connsiteX23" fmla="*/ 1525456 w 2954121"/>
              <a:gd name="connsiteY23" fmla="*/ 958680 h 1242068"/>
              <a:gd name="connsiteX24" fmla="*/ 1242067 w 2954121"/>
              <a:gd name="connsiteY24" fmla="*/ 1242068 h 1242068"/>
              <a:gd name="connsiteX25" fmla="*/ 0 w 2954121"/>
              <a:gd name="connsiteY25" fmla="*/ 1242068 h 1242068"/>
              <a:gd name="connsiteX26" fmla="*/ 0 w 2954121"/>
              <a:gd name="connsiteY26" fmla="*/ 0 h 1242068"/>
              <a:gd name="connsiteX27" fmla="*/ 1242067 w 2954121"/>
              <a:gd name="connsiteY27" fmla="*/ 0 h 1242068"/>
              <a:gd name="connsiteX28" fmla="*/ 1530218 w 2954121"/>
              <a:gd name="connsiteY28" fmla="*/ 290533 h 1242068"/>
              <a:gd name="connsiteX29" fmla="*/ 2883505 w 2954121"/>
              <a:gd name="connsiteY29" fmla="*/ 294275 h 1242068"/>
              <a:gd name="connsiteX30" fmla="*/ 2883505 w 2954121"/>
              <a:gd name="connsiteY30" fmla="*/ 282499 h 1242068"/>
              <a:gd name="connsiteX31" fmla="*/ 2918813 w 2954121"/>
              <a:gd name="connsiteY31" fmla="*/ 247191 h 1242068"/>
              <a:gd name="connsiteX32" fmla="*/ 2954121 w 2954121"/>
              <a:gd name="connsiteY32" fmla="*/ 282499 h 1242068"/>
              <a:gd name="connsiteX0" fmla="*/ 2954121 w 2954121"/>
              <a:gd name="connsiteY0" fmla="*/ 282499 h 1242068"/>
              <a:gd name="connsiteX1" fmla="*/ 2954121 w 2954121"/>
              <a:gd name="connsiteY1" fmla="*/ 329584 h 1242068"/>
              <a:gd name="connsiteX2" fmla="*/ 2918813 w 2954121"/>
              <a:gd name="connsiteY2" fmla="*/ 364892 h 1242068"/>
              <a:gd name="connsiteX3" fmla="*/ 2917011 w 2954121"/>
              <a:gd name="connsiteY3" fmla="*/ 364145 h 1242068"/>
              <a:gd name="connsiteX4" fmla="*/ 2917011 w 2954121"/>
              <a:gd name="connsiteY4" fmla="*/ 364891 h 1242068"/>
              <a:gd name="connsiteX5" fmla="*/ 1525456 w 2954121"/>
              <a:gd name="connsiteY5" fmla="*/ 373440 h 1242068"/>
              <a:gd name="connsiteX6" fmla="*/ 1504690 w 2954121"/>
              <a:gd name="connsiteY6" fmla="*/ 352674 h 1242068"/>
              <a:gd name="connsiteX7" fmla="*/ 1197739 w 2954121"/>
              <a:gd name="connsiteY7" fmla="*/ 45722 h 1242068"/>
              <a:gd name="connsiteX8" fmla="*/ 47670 w 2954121"/>
              <a:gd name="connsiteY8" fmla="*/ 45722 h 1242068"/>
              <a:gd name="connsiteX9" fmla="*/ 47670 w 2954121"/>
              <a:gd name="connsiteY9" fmla="*/ 1195791 h 1242068"/>
              <a:gd name="connsiteX10" fmla="*/ 1197738 w 2954121"/>
              <a:gd name="connsiteY10" fmla="*/ 1195791 h 1242068"/>
              <a:gd name="connsiteX11" fmla="*/ 1504690 w 2954121"/>
              <a:gd name="connsiteY11" fmla="*/ 888839 h 1242068"/>
              <a:gd name="connsiteX12" fmla="*/ 1525456 w 2954121"/>
              <a:gd name="connsiteY12" fmla="*/ 881143 h 1242068"/>
              <a:gd name="connsiteX13" fmla="*/ 2917011 w 2954121"/>
              <a:gd name="connsiteY13" fmla="*/ 881143 h 1242068"/>
              <a:gd name="connsiteX14" fmla="*/ 2917011 w 2954121"/>
              <a:gd name="connsiteY14" fmla="*/ 883560 h 1242068"/>
              <a:gd name="connsiteX15" fmla="*/ 2918813 w 2954121"/>
              <a:gd name="connsiteY15" fmla="*/ 882814 h 1242068"/>
              <a:gd name="connsiteX16" fmla="*/ 2954121 w 2954121"/>
              <a:gd name="connsiteY16" fmla="*/ 918122 h 1242068"/>
              <a:gd name="connsiteX17" fmla="*/ 2954121 w 2954121"/>
              <a:gd name="connsiteY17" fmla="*/ 965206 h 1242068"/>
              <a:gd name="connsiteX18" fmla="*/ 2918813 w 2954121"/>
              <a:gd name="connsiteY18" fmla="*/ 1000514 h 1242068"/>
              <a:gd name="connsiteX19" fmla="*/ 2883505 w 2954121"/>
              <a:gd name="connsiteY19" fmla="*/ 965206 h 1242068"/>
              <a:gd name="connsiteX20" fmla="*/ 2883505 w 2954121"/>
              <a:gd name="connsiteY20" fmla="*/ 951759 h 1242068"/>
              <a:gd name="connsiteX21" fmla="*/ 1525456 w 2954121"/>
              <a:gd name="connsiteY21" fmla="*/ 951759 h 1242068"/>
              <a:gd name="connsiteX22" fmla="*/ 1525456 w 2954121"/>
              <a:gd name="connsiteY22" fmla="*/ 958680 h 1242068"/>
              <a:gd name="connsiteX23" fmla="*/ 1242067 w 2954121"/>
              <a:gd name="connsiteY23" fmla="*/ 1242068 h 1242068"/>
              <a:gd name="connsiteX24" fmla="*/ 0 w 2954121"/>
              <a:gd name="connsiteY24" fmla="*/ 1242068 h 1242068"/>
              <a:gd name="connsiteX25" fmla="*/ 0 w 2954121"/>
              <a:gd name="connsiteY25" fmla="*/ 0 h 1242068"/>
              <a:gd name="connsiteX26" fmla="*/ 1242067 w 2954121"/>
              <a:gd name="connsiteY26" fmla="*/ 0 h 1242068"/>
              <a:gd name="connsiteX27" fmla="*/ 1530218 w 2954121"/>
              <a:gd name="connsiteY27" fmla="*/ 290533 h 1242068"/>
              <a:gd name="connsiteX28" fmla="*/ 2883505 w 2954121"/>
              <a:gd name="connsiteY28" fmla="*/ 294275 h 1242068"/>
              <a:gd name="connsiteX29" fmla="*/ 2883505 w 2954121"/>
              <a:gd name="connsiteY29" fmla="*/ 282499 h 1242068"/>
              <a:gd name="connsiteX30" fmla="*/ 2918813 w 2954121"/>
              <a:gd name="connsiteY30" fmla="*/ 247191 h 1242068"/>
              <a:gd name="connsiteX31" fmla="*/ 2954121 w 2954121"/>
              <a:gd name="connsiteY31" fmla="*/ 282499 h 1242068"/>
              <a:gd name="connsiteX0" fmla="*/ 2954121 w 2954121"/>
              <a:gd name="connsiteY0" fmla="*/ 282499 h 1242068"/>
              <a:gd name="connsiteX1" fmla="*/ 2954121 w 2954121"/>
              <a:gd name="connsiteY1" fmla="*/ 329584 h 1242068"/>
              <a:gd name="connsiteX2" fmla="*/ 2918813 w 2954121"/>
              <a:gd name="connsiteY2" fmla="*/ 364892 h 1242068"/>
              <a:gd name="connsiteX3" fmla="*/ 2917011 w 2954121"/>
              <a:gd name="connsiteY3" fmla="*/ 364145 h 1242068"/>
              <a:gd name="connsiteX4" fmla="*/ 2917011 w 2954121"/>
              <a:gd name="connsiteY4" fmla="*/ 364891 h 1242068"/>
              <a:gd name="connsiteX5" fmla="*/ 1525456 w 2954121"/>
              <a:gd name="connsiteY5" fmla="*/ 373440 h 1242068"/>
              <a:gd name="connsiteX6" fmla="*/ 1504690 w 2954121"/>
              <a:gd name="connsiteY6" fmla="*/ 352674 h 1242068"/>
              <a:gd name="connsiteX7" fmla="*/ 1197739 w 2954121"/>
              <a:gd name="connsiteY7" fmla="*/ 45722 h 1242068"/>
              <a:gd name="connsiteX8" fmla="*/ 47670 w 2954121"/>
              <a:gd name="connsiteY8" fmla="*/ 45722 h 1242068"/>
              <a:gd name="connsiteX9" fmla="*/ 47670 w 2954121"/>
              <a:gd name="connsiteY9" fmla="*/ 1195791 h 1242068"/>
              <a:gd name="connsiteX10" fmla="*/ 1197738 w 2954121"/>
              <a:gd name="connsiteY10" fmla="*/ 1195791 h 1242068"/>
              <a:gd name="connsiteX11" fmla="*/ 1504690 w 2954121"/>
              <a:gd name="connsiteY11" fmla="*/ 888839 h 1242068"/>
              <a:gd name="connsiteX12" fmla="*/ 1525456 w 2954121"/>
              <a:gd name="connsiteY12" fmla="*/ 881143 h 1242068"/>
              <a:gd name="connsiteX13" fmla="*/ 2917011 w 2954121"/>
              <a:gd name="connsiteY13" fmla="*/ 881143 h 1242068"/>
              <a:gd name="connsiteX14" fmla="*/ 2917011 w 2954121"/>
              <a:gd name="connsiteY14" fmla="*/ 883560 h 1242068"/>
              <a:gd name="connsiteX15" fmla="*/ 2918813 w 2954121"/>
              <a:gd name="connsiteY15" fmla="*/ 882814 h 1242068"/>
              <a:gd name="connsiteX16" fmla="*/ 2954121 w 2954121"/>
              <a:gd name="connsiteY16" fmla="*/ 918122 h 1242068"/>
              <a:gd name="connsiteX17" fmla="*/ 2954121 w 2954121"/>
              <a:gd name="connsiteY17" fmla="*/ 965206 h 1242068"/>
              <a:gd name="connsiteX18" fmla="*/ 2918813 w 2954121"/>
              <a:gd name="connsiteY18" fmla="*/ 1000514 h 1242068"/>
              <a:gd name="connsiteX19" fmla="*/ 2883505 w 2954121"/>
              <a:gd name="connsiteY19" fmla="*/ 965206 h 1242068"/>
              <a:gd name="connsiteX20" fmla="*/ 2883505 w 2954121"/>
              <a:gd name="connsiteY20" fmla="*/ 951759 h 1242068"/>
              <a:gd name="connsiteX21" fmla="*/ 1525456 w 2954121"/>
              <a:gd name="connsiteY21" fmla="*/ 958680 h 1242068"/>
              <a:gd name="connsiteX22" fmla="*/ 1242067 w 2954121"/>
              <a:gd name="connsiteY22" fmla="*/ 1242068 h 1242068"/>
              <a:gd name="connsiteX23" fmla="*/ 0 w 2954121"/>
              <a:gd name="connsiteY23" fmla="*/ 1242068 h 1242068"/>
              <a:gd name="connsiteX24" fmla="*/ 0 w 2954121"/>
              <a:gd name="connsiteY24" fmla="*/ 0 h 1242068"/>
              <a:gd name="connsiteX25" fmla="*/ 1242067 w 2954121"/>
              <a:gd name="connsiteY25" fmla="*/ 0 h 1242068"/>
              <a:gd name="connsiteX26" fmla="*/ 1530218 w 2954121"/>
              <a:gd name="connsiteY26" fmla="*/ 290533 h 1242068"/>
              <a:gd name="connsiteX27" fmla="*/ 2883505 w 2954121"/>
              <a:gd name="connsiteY27" fmla="*/ 294275 h 1242068"/>
              <a:gd name="connsiteX28" fmla="*/ 2883505 w 2954121"/>
              <a:gd name="connsiteY28" fmla="*/ 282499 h 1242068"/>
              <a:gd name="connsiteX29" fmla="*/ 2918813 w 2954121"/>
              <a:gd name="connsiteY29" fmla="*/ 247191 h 1242068"/>
              <a:gd name="connsiteX30" fmla="*/ 2954121 w 2954121"/>
              <a:gd name="connsiteY30" fmla="*/ 282499 h 1242068"/>
              <a:gd name="connsiteX0" fmla="*/ 2954121 w 2954121"/>
              <a:gd name="connsiteY0" fmla="*/ 282499 h 1242068"/>
              <a:gd name="connsiteX1" fmla="*/ 2954121 w 2954121"/>
              <a:gd name="connsiteY1" fmla="*/ 329584 h 1242068"/>
              <a:gd name="connsiteX2" fmla="*/ 2918813 w 2954121"/>
              <a:gd name="connsiteY2" fmla="*/ 364892 h 1242068"/>
              <a:gd name="connsiteX3" fmla="*/ 2917011 w 2954121"/>
              <a:gd name="connsiteY3" fmla="*/ 364145 h 1242068"/>
              <a:gd name="connsiteX4" fmla="*/ 2917011 w 2954121"/>
              <a:gd name="connsiteY4" fmla="*/ 364891 h 1242068"/>
              <a:gd name="connsiteX5" fmla="*/ 1525456 w 2954121"/>
              <a:gd name="connsiteY5" fmla="*/ 373440 h 1242068"/>
              <a:gd name="connsiteX6" fmla="*/ 1504690 w 2954121"/>
              <a:gd name="connsiteY6" fmla="*/ 352674 h 1242068"/>
              <a:gd name="connsiteX7" fmla="*/ 1197739 w 2954121"/>
              <a:gd name="connsiteY7" fmla="*/ 45722 h 1242068"/>
              <a:gd name="connsiteX8" fmla="*/ 47670 w 2954121"/>
              <a:gd name="connsiteY8" fmla="*/ 45722 h 1242068"/>
              <a:gd name="connsiteX9" fmla="*/ 47670 w 2954121"/>
              <a:gd name="connsiteY9" fmla="*/ 1195791 h 1242068"/>
              <a:gd name="connsiteX10" fmla="*/ 1197738 w 2954121"/>
              <a:gd name="connsiteY10" fmla="*/ 1195791 h 1242068"/>
              <a:gd name="connsiteX11" fmla="*/ 1504690 w 2954121"/>
              <a:gd name="connsiteY11" fmla="*/ 888839 h 1242068"/>
              <a:gd name="connsiteX12" fmla="*/ 1525456 w 2954121"/>
              <a:gd name="connsiteY12" fmla="*/ 881143 h 1242068"/>
              <a:gd name="connsiteX13" fmla="*/ 2917011 w 2954121"/>
              <a:gd name="connsiteY13" fmla="*/ 881143 h 1242068"/>
              <a:gd name="connsiteX14" fmla="*/ 2917011 w 2954121"/>
              <a:gd name="connsiteY14" fmla="*/ 883560 h 1242068"/>
              <a:gd name="connsiteX15" fmla="*/ 2918813 w 2954121"/>
              <a:gd name="connsiteY15" fmla="*/ 882814 h 1242068"/>
              <a:gd name="connsiteX16" fmla="*/ 2954121 w 2954121"/>
              <a:gd name="connsiteY16" fmla="*/ 918122 h 1242068"/>
              <a:gd name="connsiteX17" fmla="*/ 2954121 w 2954121"/>
              <a:gd name="connsiteY17" fmla="*/ 965206 h 1242068"/>
              <a:gd name="connsiteX18" fmla="*/ 2918813 w 2954121"/>
              <a:gd name="connsiteY18" fmla="*/ 1000514 h 1242068"/>
              <a:gd name="connsiteX19" fmla="*/ 2883505 w 2954121"/>
              <a:gd name="connsiteY19" fmla="*/ 965206 h 1242068"/>
              <a:gd name="connsiteX20" fmla="*/ 2883505 w 2954121"/>
              <a:gd name="connsiteY20" fmla="*/ 951759 h 1242068"/>
              <a:gd name="connsiteX21" fmla="*/ 1530218 w 2954121"/>
              <a:gd name="connsiteY21" fmla="*/ 956302 h 1242068"/>
              <a:gd name="connsiteX22" fmla="*/ 1242067 w 2954121"/>
              <a:gd name="connsiteY22" fmla="*/ 1242068 h 1242068"/>
              <a:gd name="connsiteX23" fmla="*/ 0 w 2954121"/>
              <a:gd name="connsiteY23" fmla="*/ 1242068 h 1242068"/>
              <a:gd name="connsiteX24" fmla="*/ 0 w 2954121"/>
              <a:gd name="connsiteY24" fmla="*/ 0 h 1242068"/>
              <a:gd name="connsiteX25" fmla="*/ 1242067 w 2954121"/>
              <a:gd name="connsiteY25" fmla="*/ 0 h 1242068"/>
              <a:gd name="connsiteX26" fmla="*/ 1530218 w 2954121"/>
              <a:gd name="connsiteY26" fmla="*/ 290533 h 1242068"/>
              <a:gd name="connsiteX27" fmla="*/ 2883505 w 2954121"/>
              <a:gd name="connsiteY27" fmla="*/ 294275 h 1242068"/>
              <a:gd name="connsiteX28" fmla="*/ 2883505 w 2954121"/>
              <a:gd name="connsiteY28" fmla="*/ 282499 h 1242068"/>
              <a:gd name="connsiteX29" fmla="*/ 2918813 w 2954121"/>
              <a:gd name="connsiteY29" fmla="*/ 247191 h 1242068"/>
              <a:gd name="connsiteX30" fmla="*/ 2954121 w 2954121"/>
              <a:gd name="connsiteY30" fmla="*/ 282499 h 1242068"/>
              <a:gd name="connsiteX0" fmla="*/ 2954121 w 2954121"/>
              <a:gd name="connsiteY0" fmla="*/ 282499 h 1242068"/>
              <a:gd name="connsiteX1" fmla="*/ 2954121 w 2954121"/>
              <a:gd name="connsiteY1" fmla="*/ 329584 h 1242068"/>
              <a:gd name="connsiteX2" fmla="*/ 2918813 w 2954121"/>
              <a:gd name="connsiteY2" fmla="*/ 364892 h 1242068"/>
              <a:gd name="connsiteX3" fmla="*/ 2917011 w 2954121"/>
              <a:gd name="connsiteY3" fmla="*/ 364145 h 1242068"/>
              <a:gd name="connsiteX4" fmla="*/ 2917011 w 2954121"/>
              <a:gd name="connsiteY4" fmla="*/ 364891 h 1242068"/>
              <a:gd name="connsiteX5" fmla="*/ 1525456 w 2954121"/>
              <a:gd name="connsiteY5" fmla="*/ 373440 h 1242068"/>
              <a:gd name="connsiteX6" fmla="*/ 1504690 w 2954121"/>
              <a:gd name="connsiteY6" fmla="*/ 352674 h 1242068"/>
              <a:gd name="connsiteX7" fmla="*/ 1197739 w 2954121"/>
              <a:gd name="connsiteY7" fmla="*/ 45722 h 1242068"/>
              <a:gd name="connsiteX8" fmla="*/ 47670 w 2954121"/>
              <a:gd name="connsiteY8" fmla="*/ 45722 h 1242068"/>
              <a:gd name="connsiteX9" fmla="*/ 47670 w 2954121"/>
              <a:gd name="connsiteY9" fmla="*/ 1195791 h 1242068"/>
              <a:gd name="connsiteX10" fmla="*/ 1197738 w 2954121"/>
              <a:gd name="connsiteY10" fmla="*/ 1195791 h 1242068"/>
              <a:gd name="connsiteX11" fmla="*/ 1504690 w 2954121"/>
              <a:gd name="connsiteY11" fmla="*/ 888839 h 1242068"/>
              <a:gd name="connsiteX12" fmla="*/ 2917011 w 2954121"/>
              <a:gd name="connsiteY12" fmla="*/ 881143 h 1242068"/>
              <a:gd name="connsiteX13" fmla="*/ 2917011 w 2954121"/>
              <a:gd name="connsiteY13" fmla="*/ 883560 h 1242068"/>
              <a:gd name="connsiteX14" fmla="*/ 2918813 w 2954121"/>
              <a:gd name="connsiteY14" fmla="*/ 882814 h 1242068"/>
              <a:gd name="connsiteX15" fmla="*/ 2954121 w 2954121"/>
              <a:gd name="connsiteY15" fmla="*/ 918122 h 1242068"/>
              <a:gd name="connsiteX16" fmla="*/ 2954121 w 2954121"/>
              <a:gd name="connsiteY16" fmla="*/ 965206 h 1242068"/>
              <a:gd name="connsiteX17" fmla="*/ 2918813 w 2954121"/>
              <a:gd name="connsiteY17" fmla="*/ 1000514 h 1242068"/>
              <a:gd name="connsiteX18" fmla="*/ 2883505 w 2954121"/>
              <a:gd name="connsiteY18" fmla="*/ 965206 h 1242068"/>
              <a:gd name="connsiteX19" fmla="*/ 2883505 w 2954121"/>
              <a:gd name="connsiteY19" fmla="*/ 951759 h 1242068"/>
              <a:gd name="connsiteX20" fmla="*/ 1530218 w 2954121"/>
              <a:gd name="connsiteY20" fmla="*/ 956302 h 1242068"/>
              <a:gd name="connsiteX21" fmla="*/ 1242067 w 2954121"/>
              <a:gd name="connsiteY21" fmla="*/ 1242068 h 1242068"/>
              <a:gd name="connsiteX22" fmla="*/ 0 w 2954121"/>
              <a:gd name="connsiteY22" fmla="*/ 1242068 h 1242068"/>
              <a:gd name="connsiteX23" fmla="*/ 0 w 2954121"/>
              <a:gd name="connsiteY23" fmla="*/ 0 h 1242068"/>
              <a:gd name="connsiteX24" fmla="*/ 1242067 w 2954121"/>
              <a:gd name="connsiteY24" fmla="*/ 0 h 1242068"/>
              <a:gd name="connsiteX25" fmla="*/ 1530218 w 2954121"/>
              <a:gd name="connsiteY25" fmla="*/ 290533 h 1242068"/>
              <a:gd name="connsiteX26" fmla="*/ 2883505 w 2954121"/>
              <a:gd name="connsiteY26" fmla="*/ 294275 h 1242068"/>
              <a:gd name="connsiteX27" fmla="*/ 2883505 w 2954121"/>
              <a:gd name="connsiteY27" fmla="*/ 282499 h 1242068"/>
              <a:gd name="connsiteX28" fmla="*/ 2918813 w 2954121"/>
              <a:gd name="connsiteY28" fmla="*/ 247191 h 1242068"/>
              <a:gd name="connsiteX29" fmla="*/ 2954121 w 2954121"/>
              <a:gd name="connsiteY29" fmla="*/ 282499 h 1242068"/>
              <a:gd name="connsiteX0" fmla="*/ 2954121 w 2954121"/>
              <a:gd name="connsiteY0" fmla="*/ 282499 h 1242068"/>
              <a:gd name="connsiteX1" fmla="*/ 2954121 w 2954121"/>
              <a:gd name="connsiteY1" fmla="*/ 329584 h 1242068"/>
              <a:gd name="connsiteX2" fmla="*/ 2918813 w 2954121"/>
              <a:gd name="connsiteY2" fmla="*/ 364892 h 1242068"/>
              <a:gd name="connsiteX3" fmla="*/ 2917011 w 2954121"/>
              <a:gd name="connsiteY3" fmla="*/ 364145 h 1242068"/>
              <a:gd name="connsiteX4" fmla="*/ 2917011 w 2954121"/>
              <a:gd name="connsiteY4" fmla="*/ 364891 h 1242068"/>
              <a:gd name="connsiteX5" fmla="*/ 1525456 w 2954121"/>
              <a:gd name="connsiteY5" fmla="*/ 373440 h 1242068"/>
              <a:gd name="connsiteX6" fmla="*/ 1504690 w 2954121"/>
              <a:gd name="connsiteY6" fmla="*/ 352674 h 1242068"/>
              <a:gd name="connsiteX7" fmla="*/ 1197739 w 2954121"/>
              <a:gd name="connsiteY7" fmla="*/ 45722 h 1242068"/>
              <a:gd name="connsiteX8" fmla="*/ 47670 w 2954121"/>
              <a:gd name="connsiteY8" fmla="*/ 45722 h 1242068"/>
              <a:gd name="connsiteX9" fmla="*/ 47670 w 2954121"/>
              <a:gd name="connsiteY9" fmla="*/ 1195791 h 1242068"/>
              <a:gd name="connsiteX10" fmla="*/ 1197738 w 2954121"/>
              <a:gd name="connsiteY10" fmla="*/ 1195791 h 1242068"/>
              <a:gd name="connsiteX11" fmla="*/ 1514215 w 2954121"/>
              <a:gd name="connsiteY11" fmla="*/ 888842 h 1242068"/>
              <a:gd name="connsiteX12" fmla="*/ 2917011 w 2954121"/>
              <a:gd name="connsiteY12" fmla="*/ 881143 h 1242068"/>
              <a:gd name="connsiteX13" fmla="*/ 2917011 w 2954121"/>
              <a:gd name="connsiteY13" fmla="*/ 883560 h 1242068"/>
              <a:gd name="connsiteX14" fmla="*/ 2918813 w 2954121"/>
              <a:gd name="connsiteY14" fmla="*/ 882814 h 1242068"/>
              <a:gd name="connsiteX15" fmla="*/ 2954121 w 2954121"/>
              <a:gd name="connsiteY15" fmla="*/ 918122 h 1242068"/>
              <a:gd name="connsiteX16" fmla="*/ 2954121 w 2954121"/>
              <a:gd name="connsiteY16" fmla="*/ 965206 h 1242068"/>
              <a:gd name="connsiteX17" fmla="*/ 2918813 w 2954121"/>
              <a:gd name="connsiteY17" fmla="*/ 1000514 h 1242068"/>
              <a:gd name="connsiteX18" fmla="*/ 2883505 w 2954121"/>
              <a:gd name="connsiteY18" fmla="*/ 965206 h 1242068"/>
              <a:gd name="connsiteX19" fmla="*/ 2883505 w 2954121"/>
              <a:gd name="connsiteY19" fmla="*/ 951759 h 1242068"/>
              <a:gd name="connsiteX20" fmla="*/ 1530218 w 2954121"/>
              <a:gd name="connsiteY20" fmla="*/ 956302 h 1242068"/>
              <a:gd name="connsiteX21" fmla="*/ 1242067 w 2954121"/>
              <a:gd name="connsiteY21" fmla="*/ 1242068 h 1242068"/>
              <a:gd name="connsiteX22" fmla="*/ 0 w 2954121"/>
              <a:gd name="connsiteY22" fmla="*/ 1242068 h 1242068"/>
              <a:gd name="connsiteX23" fmla="*/ 0 w 2954121"/>
              <a:gd name="connsiteY23" fmla="*/ 0 h 1242068"/>
              <a:gd name="connsiteX24" fmla="*/ 1242067 w 2954121"/>
              <a:gd name="connsiteY24" fmla="*/ 0 h 1242068"/>
              <a:gd name="connsiteX25" fmla="*/ 1530218 w 2954121"/>
              <a:gd name="connsiteY25" fmla="*/ 290533 h 1242068"/>
              <a:gd name="connsiteX26" fmla="*/ 2883505 w 2954121"/>
              <a:gd name="connsiteY26" fmla="*/ 294275 h 1242068"/>
              <a:gd name="connsiteX27" fmla="*/ 2883505 w 2954121"/>
              <a:gd name="connsiteY27" fmla="*/ 282499 h 1242068"/>
              <a:gd name="connsiteX28" fmla="*/ 2918813 w 2954121"/>
              <a:gd name="connsiteY28" fmla="*/ 247191 h 1242068"/>
              <a:gd name="connsiteX29" fmla="*/ 2954121 w 2954121"/>
              <a:gd name="connsiteY29" fmla="*/ 282499 h 1242068"/>
              <a:gd name="connsiteX0" fmla="*/ 2954121 w 2954121"/>
              <a:gd name="connsiteY0" fmla="*/ 282499 h 1242068"/>
              <a:gd name="connsiteX1" fmla="*/ 2954121 w 2954121"/>
              <a:gd name="connsiteY1" fmla="*/ 329584 h 1242068"/>
              <a:gd name="connsiteX2" fmla="*/ 2918813 w 2954121"/>
              <a:gd name="connsiteY2" fmla="*/ 364892 h 1242068"/>
              <a:gd name="connsiteX3" fmla="*/ 2917011 w 2954121"/>
              <a:gd name="connsiteY3" fmla="*/ 364145 h 1242068"/>
              <a:gd name="connsiteX4" fmla="*/ 2917011 w 2954121"/>
              <a:gd name="connsiteY4" fmla="*/ 364891 h 1242068"/>
              <a:gd name="connsiteX5" fmla="*/ 1525456 w 2954121"/>
              <a:gd name="connsiteY5" fmla="*/ 373440 h 1242068"/>
              <a:gd name="connsiteX6" fmla="*/ 1197739 w 2954121"/>
              <a:gd name="connsiteY6" fmla="*/ 45722 h 1242068"/>
              <a:gd name="connsiteX7" fmla="*/ 47670 w 2954121"/>
              <a:gd name="connsiteY7" fmla="*/ 45722 h 1242068"/>
              <a:gd name="connsiteX8" fmla="*/ 47670 w 2954121"/>
              <a:gd name="connsiteY8" fmla="*/ 1195791 h 1242068"/>
              <a:gd name="connsiteX9" fmla="*/ 1197738 w 2954121"/>
              <a:gd name="connsiteY9" fmla="*/ 1195791 h 1242068"/>
              <a:gd name="connsiteX10" fmla="*/ 1514215 w 2954121"/>
              <a:gd name="connsiteY10" fmla="*/ 888842 h 1242068"/>
              <a:gd name="connsiteX11" fmla="*/ 2917011 w 2954121"/>
              <a:gd name="connsiteY11" fmla="*/ 881143 h 1242068"/>
              <a:gd name="connsiteX12" fmla="*/ 2917011 w 2954121"/>
              <a:gd name="connsiteY12" fmla="*/ 883560 h 1242068"/>
              <a:gd name="connsiteX13" fmla="*/ 2918813 w 2954121"/>
              <a:gd name="connsiteY13" fmla="*/ 882814 h 1242068"/>
              <a:gd name="connsiteX14" fmla="*/ 2954121 w 2954121"/>
              <a:gd name="connsiteY14" fmla="*/ 918122 h 1242068"/>
              <a:gd name="connsiteX15" fmla="*/ 2954121 w 2954121"/>
              <a:gd name="connsiteY15" fmla="*/ 965206 h 1242068"/>
              <a:gd name="connsiteX16" fmla="*/ 2918813 w 2954121"/>
              <a:gd name="connsiteY16" fmla="*/ 1000514 h 1242068"/>
              <a:gd name="connsiteX17" fmla="*/ 2883505 w 2954121"/>
              <a:gd name="connsiteY17" fmla="*/ 965206 h 1242068"/>
              <a:gd name="connsiteX18" fmla="*/ 2883505 w 2954121"/>
              <a:gd name="connsiteY18" fmla="*/ 951759 h 1242068"/>
              <a:gd name="connsiteX19" fmla="*/ 1530218 w 2954121"/>
              <a:gd name="connsiteY19" fmla="*/ 956302 h 1242068"/>
              <a:gd name="connsiteX20" fmla="*/ 1242067 w 2954121"/>
              <a:gd name="connsiteY20" fmla="*/ 1242068 h 1242068"/>
              <a:gd name="connsiteX21" fmla="*/ 0 w 2954121"/>
              <a:gd name="connsiteY21" fmla="*/ 1242068 h 1242068"/>
              <a:gd name="connsiteX22" fmla="*/ 0 w 2954121"/>
              <a:gd name="connsiteY22" fmla="*/ 0 h 1242068"/>
              <a:gd name="connsiteX23" fmla="*/ 1242067 w 2954121"/>
              <a:gd name="connsiteY23" fmla="*/ 0 h 1242068"/>
              <a:gd name="connsiteX24" fmla="*/ 1530218 w 2954121"/>
              <a:gd name="connsiteY24" fmla="*/ 290533 h 1242068"/>
              <a:gd name="connsiteX25" fmla="*/ 2883505 w 2954121"/>
              <a:gd name="connsiteY25" fmla="*/ 294275 h 1242068"/>
              <a:gd name="connsiteX26" fmla="*/ 2883505 w 2954121"/>
              <a:gd name="connsiteY26" fmla="*/ 282499 h 1242068"/>
              <a:gd name="connsiteX27" fmla="*/ 2918813 w 2954121"/>
              <a:gd name="connsiteY27" fmla="*/ 247191 h 1242068"/>
              <a:gd name="connsiteX28" fmla="*/ 2954121 w 2954121"/>
              <a:gd name="connsiteY28" fmla="*/ 282499 h 1242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2954121" h="1242068">
                <a:moveTo>
                  <a:pt x="2954121" y="282499"/>
                </a:moveTo>
                <a:lnTo>
                  <a:pt x="2954121" y="329584"/>
                </a:lnTo>
                <a:cubicBezTo>
                  <a:pt x="2954121" y="349084"/>
                  <a:pt x="2938313" y="364892"/>
                  <a:pt x="2918813" y="364892"/>
                </a:cubicBezTo>
                <a:lnTo>
                  <a:pt x="2917011" y="364145"/>
                </a:lnTo>
                <a:lnTo>
                  <a:pt x="2917011" y="364891"/>
                </a:lnTo>
                <a:lnTo>
                  <a:pt x="1525456" y="373440"/>
                </a:lnTo>
                <a:lnTo>
                  <a:pt x="1197739" y="45722"/>
                </a:lnTo>
                <a:cubicBezTo>
                  <a:pt x="880156" y="-271861"/>
                  <a:pt x="365253" y="-271861"/>
                  <a:pt x="47670" y="45722"/>
                </a:cubicBezTo>
                <a:cubicBezTo>
                  <a:pt x="-269913" y="363306"/>
                  <a:pt x="-269913" y="878208"/>
                  <a:pt x="47670" y="1195791"/>
                </a:cubicBezTo>
                <a:cubicBezTo>
                  <a:pt x="365253" y="1513374"/>
                  <a:pt x="880156" y="1513374"/>
                  <a:pt x="1197738" y="1195791"/>
                </a:cubicBezTo>
                <a:lnTo>
                  <a:pt x="1514215" y="888842"/>
                </a:lnTo>
                <a:lnTo>
                  <a:pt x="2917011" y="881143"/>
                </a:lnTo>
                <a:lnTo>
                  <a:pt x="2917011" y="883560"/>
                </a:lnTo>
                <a:cubicBezTo>
                  <a:pt x="2917584" y="882830"/>
                  <a:pt x="2918196" y="882814"/>
                  <a:pt x="2918813" y="882814"/>
                </a:cubicBezTo>
                <a:cubicBezTo>
                  <a:pt x="2938313" y="882814"/>
                  <a:pt x="2954121" y="898622"/>
                  <a:pt x="2954121" y="918122"/>
                </a:cubicBezTo>
                <a:lnTo>
                  <a:pt x="2954121" y="965206"/>
                </a:lnTo>
                <a:cubicBezTo>
                  <a:pt x="2954121" y="984706"/>
                  <a:pt x="2938313" y="1000514"/>
                  <a:pt x="2918813" y="1000514"/>
                </a:cubicBezTo>
                <a:cubicBezTo>
                  <a:pt x="2899313" y="1000514"/>
                  <a:pt x="2883505" y="984706"/>
                  <a:pt x="2883505" y="965206"/>
                </a:cubicBezTo>
                <a:lnTo>
                  <a:pt x="2883505" y="951759"/>
                </a:lnTo>
                <a:lnTo>
                  <a:pt x="1530218" y="956302"/>
                </a:lnTo>
                <a:lnTo>
                  <a:pt x="1242067" y="1242068"/>
                </a:lnTo>
                <a:cubicBezTo>
                  <a:pt x="899080" y="1585055"/>
                  <a:pt x="342988" y="1585055"/>
                  <a:pt x="0" y="1242068"/>
                </a:cubicBezTo>
                <a:cubicBezTo>
                  <a:pt x="-342987" y="899080"/>
                  <a:pt x="-342987" y="342988"/>
                  <a:pt x="0" y="0"/>
                </a:cubicBezTo>
                <a:cubicBezTo>
                  <a:pt x="342988" y="-342987"/>
                  <a:pt x="899080" y="-342987"/>
                  <a:pt x="1242067" y="0"/>
                </a:cubicBezTo>
                <a:lnTo>
                  <a:pt x="1530218" y="290533"/>
                </a:lnTo>
                <a:lnTo>
                  <a:pt x="2883505" y="294275"/>
                </a:lnTo>
                <a:lnTo>
                  <a:pt x="2883505" y="282499"/>
                </a:lnTo>
                <a:cubicBezTo>
                  <a:pt x="2883505" y="262999"/>
                  <a:pt x="2899313" y="247191"/>
                  <a:pt x="2918813" y="247191"/>
                </a:cubicBezTo>
                <a:cubicBezTo>
                  <a:pt x="2938313" y="247191"/>
                  <a:pt x="2954121" y="262999"/>
                  <a:pt x="2954121" y="282499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ko-KR" altLang="en-US" sz="2000"/>
          </a:p>
        </p:txBody>
      </p:sp>
      <p:sp>
        <p:nvSpPr>
          <p:cNvPr id="38" name="Chord 333">
            <a:extLst>
              <a:ext uri="{FF2B5EF4-FFF2-40B4-BE49-F238E27FC236}">
                <a16:creationId xmlns:a16="http://schemas.microsoft.com/office/drawing/2014/main" id="{9316676B-7C06-4773-B95E-3728025E74F7}"/>
              </a:ext>
            </a:extLst>
          </p:cNvPr>
          <p:cNvSpPr/>
          <p:nvPr/>
        </p:nvSpPr>
        <p:spPr>
          <a:xfrm>
            <a:off x="4096993" y="3851234"/>
            <a:ext cx="971852" cy="449408"/>
          </a:xfrm>
          <a:custGeom>
            <a:avLst/>
            <a:gdLst/>
            <a:ahLst/>
            <a:cxnLst/>
            <a:rect l="l" t="t" r="r" b="b"/>
            <a:pathLst>
              <a:path w="1295802" h="599209">
                <a:moveTo>
                  <a:pt x="788" y="2936"/>
                </a:moveTo>
                <a:cubicBezTo>
                  <a:pt x="5510" y="52075"/>
                  <a:pt x="293437" y="91586"/>
                  <a:pt x="647801" y="91586"/>
                </a:cubicBezTo>
                <a:cubicBezTo>
                  <a:pt x="964966" y="91586"/>
                  <a:pt x="1228910" y="59935"/>
                  <a:pt x="1284317" y="17401"/>
                </a:cubicBezTo>
                <a:lnTo>
                  <a:pt x="1295637" y="17554"/>
                </a:lnTo>
                <a:cubicBezTo>
                  <a:pt x="1301267" y="236933"/>
                  <a:pt x="1162654" y="439593"/>
                  <a:pt x="939429" y="538348"/>
                </a:cubicBezTo>
                <a:cubicBezTo>
                  <a:pt x="750833" y="621783"/>
                  <a:pt x="527751" y="619304"/>
                  <a:pt x="341621" y="531705"/>
                </a:cubicBezTo>
                <a:cubicBezTo>
                  <a:pt x="121146" y="427942"/>
                  <a:pt x="-11511" y="222097"/>
                  <a:pt x="788" y="2936"/>
                </a:cubicBezTo>
                <a:close/>
                <a:moveTo>
                  <a:pt x="726" y="0"/>
                </a:moveTo>
                <a:lnTo>
                  <a:pt x="943" y="3"/>
                </a:lnTo>
                <a:lnTo>
                  <a:pt x="732" y="293"/>
                </a:lnTo>
                <a:cubicBezTo>
                  <a:pt x="714" y="195"/>
                  <a:pt x="720" y="97"/>
                  <a:pt x="726" y="0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ko-KR" altLang="en-US" sz="2000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34F8CF7B-58D3-4ACD-8F71-6F87D1328376}"/>
              </a:ext>
            </a:extLst>
          </p:cNvPr>
          <p:cNvGrpSpPr/>
          <p:nvPr/>
        </p:nvGrpSpPr>
        <p:grpSpPr>
          <a:xfrm>
            <a:off x="4679423" y="1400092"/>
            <a:ext cx="1519572" cy="1088702"/>
            <a:chOff x="4751249" y="2639766"/>
            <a:chExt cx="2026096" cy="1451601"/>
          </a:xfrm>
        </p:grpSpPr>
        <p:sp>
          <p:nvSpPr>
            <p:cNvPr id="40" name="Rectangle 104">
              <a:extLst>
                <a:ext uri="{FF2B5EF4-FFF2-40B4-BE49-F238E27FC236}">
                  <a16:creationId xmlns:a16="http://schemas.microsoft.com/office/drawing/2014/main" id="{38786424-CF6B-4A32-8435-DA06ED63024C}"/>
                </a:ext>
              </a:extLst>
            </p:cNvPr>
            <p:cNvSpPr/>
            <p:nvPr/>
          </p:nvSpPr>
          <p:spPr>
            <a:xfrm rot="12524610">
              <a:off x="4751249" y="2639766"/>
              <a:ext cx="2026096" cy="1204514"/>
            </a:xfrm>
            <a:custGeom>
              <a:avLst/>
              <a:gdLst>
                <a:gd name="connsiteX0" fmla="*/ 1836625 w 1836625"/>
                <a:gd name="connsiteY0" fmla="*/ 304097 h 1089533"/>
                <a:gd name="connsiteX1" fmla="*/ 1836625 w 1836625"/>
                <a:gd name="connsiteY1" fmla="*/ 351181 h 1089533"/>
                <a:gd name="connsiteX2" fmla="*/ 1806927 w 1836625"/>
                <a:gd name="connsiteY2" fmla="*/ 384166 h 1089533"/>
                <a:gd name="connsiteX3" fmla="*/ 1806927 w 1836625"/>
                <a:gd name="connsiteY3" fmla="*/ 386489 h 1089533"/>
                <a:gd name="connsiteX4" fmla="*/ 1801317 w 1836625"/>
                <a:gd name="connsiteY4" fmla="*/ 386489 h 1089533"/>
                <a:gd name="connsiteX5" fmla="*/ 1086927 w 1836625"/>
                <a:gd name="connsiteY5" fmla="*/ 386489 h 1089533"/>
                <a:gd name="connsiteX6" fmla="*/ 1086927 w 1836625"/>
                <a:gd name="connsiteY6" fmla="*/ 385131 h 1089533"/>
                <a:gd name="connsiteX7" fmla="*/ 227267 w 1836625"/>
                <a:gd name="connsiteY7" fmla="*/ 72241 h 1089533"/>
                <a:gd name="connsiteX8" fmla="*/ 70934 w 1836625"/>
                <a:gd name="connsiteY8" fmla="*/ 212542 h 1089533"/>
                <a:gd name="connsiteX9" fmla="*/ 70934 w 1836625"/>
                <a:gd name="connsiteY9" fmla="*/ 876627 h 1089533"/>
                <a:gd name="connsiteX10" fmla="*/ 227267 w 1836625"/>
                <a:gd name="connsiteY10" fmla="*/ 1017292 h 1089533"/>
                <a:gd name="connsiteX11" fmla="*/ 1086927 w 1836625"/>
                <a:gd name="connsiteY11" fmla="*/ 704402 h 1089533"/>
                <a:gd name="connsiteX12" fmla="*/ 1086927 w 1836625"/>
                <a:gd name="connsiteY12" fmla="*/ 700837 h 1089533"/>
                <a:gd name="connsiteX13" fmla="*/ 1801317 w 1836625"/>
                <a:gd name="connsiteY13" fmla="*/ 700837 h 1089533"/>
                <a:gd name="connsiteX14" fmla="*/ 1806927 w 1836625"/>
                <a:gd name="connsiteY14" fmla="*/ 700837 h 1089533"/>
                <a:gd name="connsiteX15" fmla="*/ 1806927 w 1836625"/>
                <a:gd name="connsiteY15" fmla="*/ 703161 h 1089533"/>
                <a:gd name="connsiteX16" fmla="*/ 1836625 w 1836625"/>
                <a:gd name="connsiteY16" fmla="*/ 736145 h 1089533"/>
                <a:gd name="connsiteX17" fmla="*/ 1836625 w 1836625"/>
                <a:gd name="connsiteY17" fmla="*/ 783229 h 1089533"/>
                <a:gd name="connsiteX18" fmla="*/ 1801317 w 1836625"/>
                <a:gd name="connsiteY18" fmla="*/ 818537 h 1089533"/>
                <a:gd name="connsiteX19" fmla="*/ 1766009 w 1836625"/>
                <a:gd name="connsiteY19" fmla="*/ 783229 h 1089533"/>
                <a:gd name="connsiteX20" fmla="*/ 1766009 w 1836625"/>
                <a:gd name="connsiteY20" fmla="*/ 771453 h 1089533"/>
                <a:gd name="connsiteX21" fmla="*/ 1109172 w 1836625"/>
                <a:gd name="connsiteY21" fmla="*/ 771453 h 1089533"/>
                <a:gd name="connsiteX22" fmla="*/ 244728 w 1836625"/>
                <a:gd name="connsiteY22" fmla="*/ 1086085 h 1089533"/>
                <a:gd name="connsiteX23" fmla="*/ 244674 w 1836625"/>
                <a:gd name="connsiteY23" fmla="*/ 1089503 h 1089533"/>
                <a:gd name="connsiteX24" fmla="*/ 237424 w 1836625"/>
                <a:gd name="connsiteY24" fmla="*/ 1088744 h 1089533"/>
                <a:gd name="connsiteX25" fmla="*/ 235255 w 1836625"/>
                <a:gd name="connsiteY25" fmla="*/ 1089533 h 1089533"/>
                <a:gd name="connsiteX26" fmla="*/ 234870 w 1836625"/>
                <a:gd name="connsiteY26" fmla="*/ 1088476 h 1089533"/>
                <a:gd name="connsiteX27" fmla="*/ 0 w 1836625"/>
                <a:gd name="connsiteY27" fmla="*/ 878744 h 1089533"/>
                <a:gd name="connsiteX28" fmla="*/ 318 w 1836625"/>
                <a:gd name="connsiteY28" fmla="*/ 877244 h 1089533"/>
                <a:gd name="connsiteX29" fmla="*/ 318 w 1836625"/>
                <a:gd name="connsiteY29" fmla="*/ 210841 h 1089533"/>
                <a:gd name="connsiteX30" fmla="*/ 0 w 1836625"/>
                <a:gd name="connsiteY30" fmla="*/ 210789 h 1089533"/>
                <a:gd name="connsiteX31" fmla="*/ 318 w 1836625"/>
                <a:gd name="connsiteY31" fmla="*/ 209877 h 1089533"/>
                <a:gd name="connsiteX32" fmla="*/ 318 w 1836625"/>
                <a:gd name="connsiteY32" fmla="*/ 193244 h 1089533"/>
                <a:gd name="connsiteX33" fmla="*/ 6121 w 1836625"/>
                <a:gd name="connsiteY33" fmla="*/ 193244 h 1089533"/>
                <a:gd name="connsiteX34" fmla="*/ 234870 w 1836625"/>
                <a:gd name="connsiteY34" fmla="*/ 1057 h 1089533"/>
                <a:gd name="connsiteX35" fmla="*/ 235255 w 1836625"/>
                <a:gd name="connsiteY35" fmla="*/ 0 h 1089533"/>
                <a:gd name="connsiteX36" fmla="*/ 237424 w 1836625"/>
                <a:gd name="connsiteY36" fmla="*/ 789 h 1089533"/>
                <a:gd name="connsiteX37" fmla="*/ 244674 w 1836625"/>
                <a:gd name="connsiteY37" fmla="*/ 30 h 1089533"/>
                <a:gd name="connsiteX38" fmla="*/ 244728 w 1836625"/>
                <a:gd name="connsiteY38" fmla="*/ 3448 h 1089533"/>
                <a:gd name="connsiteX39" fmla="*/ 1103109 w 1836625"/>
                <a:gd name="connsiteY39" fmla="*/ 315873 h 1089533"/>
                <a:gd name="connsiteX40" fmla="*/ 1766009 w 1836625"/>
                <a:gd name="connsiteY40" fmla="*/ 315873 h 1089533"/>
                <a:gd name="connsiteX41" fmla="*/ 1766009 w 1836625"/>
                <a:gd name="connsiteY41" fmla="*/ 304097 h 1089533"/>
                <a:gd name="connsiteX42" fmla="*/ 1801317 w 1836625"/>
                <a:gd name="connsiteY42" fmla="*/ 268789 h 1089533"/>
                <a:gd name="connsiteX43" fmla="*/ 1836625 w 1836625"/>
                <a:gd name="connsiteY43" fmla="*/ 304097 h 1089533"/>
                <a:gd name="connsiteX0" fmla="*/ 1836625 w 1836625"/>
                <a:gd name="connsiteY0" fmla="*/ 304097 h 1089533"/>
                <a:gd name="connsiteX1" fmla="*/ 1836625 w 1836625"/>
                <a:gd name="connsiteY1" fmla="*/ 351181 h 1089533"/>
                <a:gd name="connsiteX2" fmla="*/ 1806927 w 1836625"/>
                <a:gd name="connsiteY2" fmla="*/ 384166 h 1089533"/>
                <a:gd name="connsiteX3" fmla="*/ 1806927 w 1836625"/>
                <a:gd name="connsiteY3" fmla="*/ 386489 h 1089533"/>
                <a:gd name="connsiteX4" fmla="*/ 1801317 w 1836625"/>
                <a:gd name="connsiteY4" fmla="*/ 386489 h 1089533"/>
                <a:gd name="connsiteX5" fmla="*/ 1086927 w 1836625"/>
                <a:gd name="connsiteY5" fmla="*/ 386489 h 1089533"/>
                <a:gd name="connsiteX6" fmla="*/ 1086927 w 1836625"/>
                <a:gd name="connsiteY6" fmla="*/ 385131 h 1089533"/>
                <a:gd name="connsiteX7" fmla="*/ 227267 w 1836625"/>
                <a:gd name="connsiteY7" fmla="*/ 72241 h 1089533"/>
                <a:gd name="connsiteX8" fmla="*/ 70934 w 1836625"/>
                <a:gd name="connsiteY8" fmla="*/ 212542 h 1089533"/>
                <a:gd name="connsiteX9" fmla="*/ 70934 w 1836625"/>
                <a:gd name="connsiteY9" fmla="*/ 876627 h 1089533"/>
                <a:gd name="connsiteX10" fmla="*/ 227267 w 1836625"/>
                <a:gd name="connsiteY10" fmla="*/ 1017292 h 1089533"/>
                <a:gd name="connsiteX11" fmla="*/ 1086927 w 1836625"/>
                <a:gd name="connsiteY11" fmla="*/ 704402 h 1089533"/>
                <a:gd name="connsiteX12" fmla="*/ 1086927 w 1836625"/>
                <a:gd name="connsiteY12" fmla="*/ 700837 h 1089533"/>
                <a:gd name="connsiteX13" fmla="*/ 1801317 w 1836625"/>
                <a:gd name="connsiteY13" fmla="*/ 700837 h 1089533"/>
                <a:gd name="connsiteX14" fmla="*/ 1806927 w 1836625"/>
                <a:gd name="connsiteY14" fmla="*/ 700837 h 1089533"/>
                <a:gd name="connsiteX15" fmla="*/ 1806927 w 1836625"/>
                <a:gd name="connsiteY15" fmla="*/ 703161 h 1089533"/>
                <a:gd name="connsiteX16" fmla="*/ 1836625 w 1836625"/>
                <a:gd name="connsiteY16" fmla="*/ 736145 h 1089533"/>
                <a:gd name="connsiteX17" fmla="*/ 1836625 w 1836625"/>
                <a:gd name="connsiteY17" fmla="*/ 783229 h 1089533"/>
                <a:gd name="connsiteX18" fmla="*/ 1801317 w 1836625"/>
                <a:gd name="connsiteY18" fmla="*/ 818537 h 1089533"/>
                <a:gd name="connsiteX19" fmla="*/ 1766009 w 1836625"/>
                <a:gd name="connsiteY19" fmla="*/ 783229 h 1089533"/>
                <a:gd name="connsiteX20" fmla="*/ 1766009 w 1836625"/>
                <a:gd name="connsiteY20" fmla="*/ 771453 h 1089533"/>
                <a:gd name="connsiteX21" fmla="*/ 1109172 w 1836625"/>
                <a:gd name="connsiteY21" fmla="*/ 771453 h 1089533"/>
                <a:gd name="connsiteX22" fmla="*/ 244728 w 1836625"/>
                <a:gd name="connsiteY22" fmla="*/ 1086085 h 1089533"/>
                <a:gd name="connsiteX23" fmla="*/ 244674 w 1836625"/>
                <a:gd name="connsiteY23" fmla="*/ 1089503 h 1089533"/>
                <a:gd name="connsiteX24" fmla="*/ 237424 w 1836625"/>
                <a:gd name="connsiteY24" fmla="*/ 1088744 h 1089533"/>
                <a:gd name="connsiteX25" fmla="*/ 235255 w 1836625"/>
                <a:gd name="connsiteY25" fmla="*/ 1089533 h 1089533"/>
                <a:gd name="connsiteX26" fmla="*/ 234870 w 1836625"/>
                <a:gd name="connsiteY26" fmla="*/ 1088476 h 1089533"/>
                <a:gd name="connsiteX27" fmla="*/ 0 w 1836625"/>
                <a:gd name="connsiteY27" fmla="*/ 878744 h 1089533"/>
                <a:gd name="connsiteX28" fmla="*/ 318 w 1836625"/>
                <a:gd name="connsiteY28" fmla="*/ 877244 h 1089533"/>
                <a:gd name="connsiteX29" fmla="*/ 318 w 1836625"/>
                <a:gd name="connsiteY29" fmla="*/ 210841 h 1089533"/>
                <a:gd name="connsiteX30" fmla="*/ 0 w 1836625"/>
                <a:gd name="connsiteY30" fmla="*/ 210789 h 1089533"/>
                <a:gd name="connsiteX31" fmla="*/ 318 w 1836625"/>
                <a:gd name="connsiteY31" fmla="*/ 209877 h 1089533"/>
                <a:gd name="connsiteX32" fmla="*/ 6121 w 1836625"/>
                <a:gd name="connsiteY32" fmla="*/ 193244 h 1089533"/>
                <a:gd name="connsiteX33" fmla="*/ 234870 w 1836625"/>
                <a:gd name="connsiteY33" fmla="*/ 1057 h 1089533"/>
                <a:gd name="connsiteX34" fmla="*/ 235255 w 1836625"/>
                <a:gd name="connsiteY34" fmla="*/ 0 h 1089533"/>
                <a:gd name="connsiteX35" fmla="*/ 237424 w 1836625"/>
                <a:gd name="connsiteY35" fmla="*/ 789 h 1089533"/>
                <a:gd name="connsiteX36" fmla="*/ 244674 w 1836625"/>
                <a:gd name="connsiteY36" fmla="*/ 30 h 1089533"/>
                <a:gd name="connsiteX37" fmla="*/ 244728 w 1836625"/>
                <a:gd name="connsiteY37" fmla="*/ 3448 h 1089533"/>
                <a:gd name="connsiteX38" fmla="*/ 1103109 w 1836625"/>
                <a:gd name="connsiteY38" fmla="*/ 315873 h 1089533"/>
                <a:gd name="connsiteX39" fmla="*/ 1766009 w 1836625"/>
                <a:gd name="connsiteY39" fmla="*/ 315873 h 1089533"/>
                <a:gd name="connsiteX40" fmla="*/ 1766009 w 1836625"/>
                <a:gd name="connsiteY40" fmla="*/ 304097 h 1089533"/>
                <a:gd name="connsiteX41" fmla="*/ 1801317 w 1836625"/>
                <a:gd name="connsiteY41" fmla="*/ 268789 h 1089533"/>
                <a:gd name="connsiteX42" fmla="*/ 1836625 w 1836625"/>
                <a:gd name="connsiteY42" fmla="*/ 304097 h 1089533"/>
                <a:gd name="connsiteX0" fmla="*/ 1836625 w 1836625"/>
                <a:gd name="connsiteY0" fmla="*/ 304097 h 1089533"/>
                <a:gd name="connsiteX1" fmla="*/ 1836625 w 1836625"/>
                <a:gd name="connsiteY1" fmla="*/ 351181 h 1089533"/>
                <a:gd name="connsiteX2" fmla="*/ 1806927 w 1836625"/>
                <a:gd name="connsiteY2" fmla="*/ 384166 h 1089533"/>
                <a:gd name="connsiteX3" fmla="*/ 1806927 w 1836625"/>
                <a:gd name="connsiteY3" fmla="*/ 386489 h 1089533"/>
                <a:gd name="connsiteX4" fmla="*/ 1801317 w 1836625"/>
                <a:gd name="connsiteY4" fmla="*/ 386489 h 1089533"/>
                <a:gd name="connsiteX5" fmla="*/ 1086927 w 1836625"/>
                <a:gd name="connsiteY5" fmla="*/ 386489 h 1089533"/>
                <a:gd name="connsiteX6" fmla="*/ 1086927 w 1836625"/>
                <a:gd name="connsiteY6" fmla="*/ 385131 h 1089533"/>
                <a:gd name="connsiteX7" fmla="*/ 227267 w 1836625"/>
                <a:gd name="connsiteY7" fmla="*/ 72241 h 1089533"/>
                <a:gd name="connsiteX8" fmla="*/ 70934 w 1836625"/>
                <a:gd name="connsiteY8" fmla="*/ 212542 h 1089533"/>
                <a:gd name="connsiteX9" fmla="*/ 70934 w 1836625"/>
                <a:gd name="connsiteY9" fmla="*/ 876627 h 1089533"/>
                <a:gd name="connsiteX10" fmla="*/ 227267 w 1836625"/>
                <a:gd name="connsiteY10" fmla="*/ 1017292 h 1089533"/>
                <a:gd name="connsiteX11" fmla="*/ 1086927 w 1836625"/>
                <a:gd name="connsiteY11" fmla="*/ 704402 h 1089533"/>
                <a:gd name="connsiteX12" fmla="*/ 1086927 w 1836625"/>
                <a:gd name="connsiteY12" fmla="*/ 700837 h 1089533"/>
                <a:gd name="connsiteX13" fmla="*/ 1801317 w 1836625"/>
                <a:gd name="connsiteY13" fmla="*/ 700837 h 1089533"/>
                <a:gd name="connsiteX14" fmla="*/ 1806927 w 1836625"/>
                <a:gd name="connsiteY14" fmla="*/ 700837 h 1089533"/>
                <a:gd name="connsiteX15" fmla="*/ 1806927 w 1836625"/>
                <a:gd name="connsiteY15" fmla="*/ 703161 h 1089533"/>
                <a:gd name="connsiteX16" fmla="*/ 1836625 w 1836625"/>
                <a:gd name="connsiteY16" fmla="*/ 736145 h 1089533"/>
                <a:gd name="connsiteX17" fmla="*/ 1836625 w 1836625"/>
                <a:gd name="connsiteY17" fmla="*/ 783229 h 1089533"/>
                <a:gd name="connsiteX18" fmla="*/ 1801317 w 1836625"/>
                <a:gd name="connsiteY18" fmla="*/ 818537 h 1089533"/>
                <a:gd name="connsiteX19" fmla="*/ 1766009 w 1836625"/>
                <a:gd name="connsiteY19" fmla="*/ 783229 h 1089533"/>
                <a:gd name="connsiteX20" fmla="*/ 1766009 w 1836625"/>
                <a:gd name="connsiteY20" fmla="*/ 771453 h 1089533"/>
                <a:gd name="connsiteX21" fmla="*/ 1109172 w 1836625"/>
                <a:gd name="connsiteY21" fmla="*/ 771453 h 1089533"/>
                <a:gd name="connsiteX22" fmla="*/ 244728 w 1836625"/>
                <a:gd name="connsiteY22" fmla="*/ 1086085 h 1089533"/>
                <a:gd name="connsiteX23" fmla="*/ 244674 w 1836625"/>
                <a:gd name="connsiteY23" fmla="*/ 1089503 h 1089533"/>
                <a:gd name="connsiteX24" fmla="*/ 237424 w 1836625"/>
                <a:gd name="connsiteY24" fmla="*/ 1088744 h 1089533"/>
                <a:gd name="connsiteX25" fmla="*/ 235255 w 1836625"/>
                <a:gd name="connsiteY25" fmla="*/ 1089533 h 1089533"/>
                <a:gd name="connsiteX26" fmla="*/ 234870 w 1836625"/>
                <a:gd name="connsiteY26" fmla="*/ 1088476 h 1089533"/>
                <a:gd name="connsiteX27" fmla="*/ 0 w 1836625"/>
                <a:gd name="connsiteY27" fmla="*/ 878744 h 1089533"/>
                <a:gd name="connsiteX28" fmla="*/ 318 w 1836625"/>
                <a:gd name="connsiteY28" fmla="*/ 877244 h 1089533"/>
                <a:gd name="connsiteX29" fmla="*/ 318 w 1836625"/>
                <a:gd name="connsiteY29" fmla="*/ 210841 h 1089533"/>
                <a:gd name="connsiteX30" fmla="*/ 0 w 1836625"/>
                <a:gd name="connsiteY30" fmla="*/ 210789 h 1089533"/>
                <a:gd name="connsiteX31" fmla="*/ 6121 w 1836625"/>
                <a:gd name="connsiteY31" fmla="*/ 193244 h 1089533"/>
                <a:gd name="connsiteX32" fmla="*/ 234870 w 1836625"/>
                <a:gd name="connsiteY32" fmla="*/ 1057 h 1089533"/>
                <a:gd name="connsiteX33" fmla="*/ 235255 w 1836625"/>
                <a:gd name="connsiteY33" fmla="*/ 0 h 1089533"/>
                <a:gd name="connsiteX34" fmla="*/ 237424 w 1836625"/>
                <a:gd name="connsiteY34" fmla="*/ 789 h 1089533"/>
                <a:gd name="connsiteX35" fmla="*/ 244674 w 1836625"/>
                <a:gd name="connsiteY35" fmla="*/ 30 h 1089533"/>
                <a:gd name="connsiteX36" fmla="*/ 244728 w 1836625"/>
                <a:gd name="connsiteY36" fmla="*/ 3448 h 1089533"/>
                <a:gd name="connsiteX37" fmla="*/ 1103109 w 1836625"/>
                <a:gd name="connsiteY37" fmla="*/ 315873 h 1089533"/>
                <a:gd name="connsiteX38" fmla="*/ 1766009 w 1836625"/>
                <a:gd name="connsiteY38" fmla="*/ 315873 h 1089533"/>
                <a:gd name="connsiteX39" fmla="*/ 1766009 w 1836625"/>
                <a:gd name="connsiteY39" fmla="*/ 304097 h 1089533"/>
                <a:gd name="connsiteX40" fmla="*/ 1801317 w 1836625"/>
                <a:gd name="connsiteY40" fmla="*/ 268789 h 1089533"/>
                <a:gd name="connsiteX41" fmla="*/ 1836625 w 1836625"/>
                <a:gd name="connsiteY41" fmla="*/ 304097 h 1089533"/>
                <a:gd name="connsiteX0" fmla="*/ 1836625 w 1836625"/>
                <a:gd name="connsiteY0" fmla="*/ 304097 h 1089533"/>
                <a:gd name="connsiteX1" fmla="*/ 1836625 w 1836625"/>
                <a:gd name="connsiteY1" fmla="*/ 351181 h 1089533"/>
                <a:gd name="connsiteX2" fmla="*/ 1806927 w 1836625"/>
                <a:gd name="connsiteY2" fmla="*/ 384166 h 1089533"/>
                <a:gd name="connsiteX3" fmla="*/ 1806927 w 1836625"/>
                <a:gd name="connsiteY3" fmla="*/ 386489 h 1089533"/>
                <a:gd name="connsiteX4" fmla="*/ 1801317 w 1836625"/>
                <a:gd name="connsiteY4" fmla="*/ 386489 h 1089533"/>
                <a:gd name="connsiteX5" fmla="*/ 1086927 w 1836625"/>
                <a:gd name="connsiteY5" fmla="*/ 386489 h 1089533"/>
                <a:gd name="connsiteX6" fmla="*/ 1086927 w 1836625"/>
                <a:gd name="connsiteY6" fmla="*/ 385131 h 1089533"/>
                <a:gd name="connsiteX7" fmla="*/ 227267 w 1836625"/>
                <a:gd name="connsiteY7" fmla="*/ 72241 h 1089533"/>
                <a:gd name="connsiteX8" fmla="*/ 70934 w 1836625"/>
                <a:gd name="connsiteY8" fmla="*/ 212542 h 1089533"/>
                <a:gd name="connsiteX9" fmla="*/ 70934 w 1836625"/>
                <a:gd name="connsiteY9" fmla="*/ 876627 h 1089533"/>
                <a:gd name="connsiteX10" fmla="*/ 227267 w 1836625"/>
                <a:gd name="connsiteY10" fmla="*/ 1017292 h 1089533"/>
                <a:gd name="connsiteX11" fmla="*/ 1086927 w 1836625"/>
                <a:gd name="connsiteY11" fmla="*/ 704402 h 1089533"/>
                <a:gd name="connsiteX12" fmla="*/ 1086927 w 1836625"/>
                <a:gd name="connsiteY12" fmla="*/ 700837 h 1089533"/>
                <a:gd name="connsiteX13" fmla="*/ 1801317 w 1836625"/>
                <a:gd name="connsiteY13" fmla="*/ 700837 h 1089533"/>
                <a:gd name="connsiteX14" fmla="*/ 1806927 w 1836625"/>
                <a:gd name="connsiteY14" fmla="*/ 700837 h 1089533"/>
                <a:gd name="connsiteX15" fmla="*/ 1806927 w 1836625"/>
                <a:gd name="connsiteY15" fmla="*/ 703161 h 1089533"/>
                <a:gd name="connsiteX16" fmla="*/ 1836625 w 1836625"/>
                <a:gd name="connsiteY16" fmla="*/ 736145 h 1089533"/>
                <a:gd name="connsiteX17" fmla="*/ 1836625 w 1836625"/>
                <a:gd name="connsiteY17" fmla="*/ 783229 h 1089533"/>
                <a:gd name="connsiteX18" fmla="*/ 1801317 w 1836625"/>
                <a:gd name="connsiteY18" fmla="*/ 818537 h 1089533"/>
                <a:gd name="connsiteX19" fmla="*/ 1766009 w 1836625"/>
                <a:gd name="connsiteY19" fmla="*/ 783229 h 1089533"/>
                <a:gd name="connsiteX20" fmla="*/ 1766009 w 1836625"/>
                <a:gd name="connsiteY20" fmla="*/ 771453 h 1089533"/>
                <a:gd name="connsiteX21" fmla="*/ 1109172 w 1836625"/>
                <a:gd name="connsiteY21" fmla="*/ 771453 h 1089533"/>
                <a:gd name="connsiteX22" fmla="*/ 244728 w 1836625"/>
                <a:gd name="connsiteY22" fmla="*/ 1086085 h 1089533"/>
                <a:gd name="connsiteX23" fmla="*/ 244674 w 1836625"/>
                <a:gd name="connsiteY23" fmla="*/ 1089503 h 1089533"/>
                <a:gd name="connsiteX24" fmla="*/ 237424 w 1836625"/>
                <a:gd name="connsiteY24" fmla="*/ 1088744 h 1089533"/>
                <a:gd name="connsiteX25" fmla="*/ 235255 w 1836625"/>
                <a:gd name="connsiteY25" fmla="*/ 1089533 h 1089533"/>
                <a:gd name="connsiteX26" fmla="*/ 234870 w 1836625"/>
                <a:gd name="connsiteY26" fmla="*/ 1088476 h 1089533"/>
                <a:gd name="connsiteX27" fmla="*/ 0 w 1836625"/>
                <a:gd name="connsiteY27" fmla="*/ 878744 h 1089533"/>
                <a:gd name="connsiteX28" fmla="*/ 318 w 1836625"/>
                <a:gd name="connsiteY28" fmla="*/ 877244 h 1089533"/>
                <a:gd name="connsiteX29" fmla="*/ 318 w 1836625"/>
                <a:gd name="connsiteY29" fmla="*/ 210841 h 1089533"/>
                <a:gd name="connsiteX30" fmla="*/ 6121 w 1836625"/>
                <a:gd name="connsiteY30" fmla="*/ 193244 h 1089533"/>
                <a:gd name="connsiteX31" fmla="*/ 234870 w 1836625"/>
                <a:gd name="connsiteY31" fmla="*/ 1057 h 1089533"/>
                <a:gd name="connsiteX32" fmla="*/ 235255 w 1836625"/>
                <a:gd name="connsiteY32" fmla="*/ 0 h 1089533"/>
                <a:gd name="connsiteX33" fmla="*/ 237424 w 1836625"/>
                <a:gd name="connsiteY33" fmla="*/ 789 h 1089533"/>
                <a:gd name="connsiteX34" fmla="*/ 244674 w 1836625"/>
                <a:gd name="connsiteY34" fmla="*/ 30 h 1089533"/>
                <a:gd name="connsiteX35" fmla="*/ 244728 w 1836625"/>
                <a:gd name="connsiteY35" fmla="*/ 3448 h 1089533"/>
                <a:gd name="connsiteX36" fmla="*/ 1103109 w 1836625"/>
                <a:gd name="connsiteY36" fmla="*/ 315873 h 1089533"/>
                <a:gd name="connsiteX37" fmla="*/ 1766009 w 1836625"/>
                <a:gd name="connsiteY37" fmla="*/ 315873 h 1089533"/>
                <a:gd name="connsiteX38" fmla="*/ 1766009 w 1836625"/>
                <a:gd name="connsiteY38" fmla="*/ 304097 h 1089533"/>
                <a:gd name="connsiteX39" fmla="*/ 1801317 w 1836625"/>
                <a:gd name="connsiteY39" fmla="*/ 268789 h 1089533"/>
                <a:gd name="connsiteX40" fmla="*/ 1836625 w 1836625"/>
                <a:gd name="connsiteY40" fmla="*/ 304097 h 1089533"/>
                <a:gd name="connsiteX0" fmla="*/ 1836625 w 1836625"/>
                <a:gd name="connsiteY0" fmla="*/ 304097 h 1089533"/>
                <a:gd name="connsiteX1" fmla="*/ 1836625 w 1836625"/>
                <a:gd name="connsiteY1" fmla="*/ 351181 h 1089533"/>
                <a:gd name="connsiteX2" fmla="*/ 1806927 w 1836625"/>
                <a:gd name="connsiteY2" fmla="*/ 384166 h 1089533"/>
                <a:gd name="connsiteX3" fmla="*/ 1806927 w 1836625"/>
                <a:gd name="connsiteY3" fmla="*/ 386489 h 1089533"/>
                <a:gd name="connsiteX4" fmla="*/ 1801317 w 1836625"/>
                <a:gd name="connsiteY4" fmla="*/ 386489 h 1089533"/>
                <a:gd name="connsiteX5" fmla="*/ 1086927 w 1836625"/>
                <a:gd name="connsiteY5" fmla="*/ 386489 h 1089533"/>
                <a:gd name="connsiteX6" fmla="*/ 1086927 w 1836625"/>
                <a:gd name="connsiteY6" fmla="*/ 385131 h 1089533"/>
                <a:gd name="connsiteX7" fmla="*/ 227267 w 1836625"/>
                <a:gd name="connsiteY7" fmla="*/ 72241 h 1089533"/>
                <a:gd name="connsiteX8" fmla="*/ 70934 w 1836625"/>
                <a:gd name="connsiteY8" fmla="*/ 212542 h 1089533"/>
                <a:gd name="connsiteX9" fmla="*/ 70934 w 1836625"/>
                <a:gd name="connsiteY9" fmla="*/ 876627 h 1089533"/>
                <a:gd name="connsiteX10" fmla="*/ 227267 w 1836625"/>
                <a:gd name="connsiteY10" fmla="*/ 1017292 h 1089533"/>
                <a:gd name="connsiteX11" fmla="*/ 1086927 w 1836625"/>
                <a:gd name="connsiteY11" fmla="*/ 704402 h 1089533"/>
                <a:gd name="connsiteX12" fmla="*/ 1086927 w 1836625"/>
                <a:gd name="connsiteY12" fmla="*/ 700837 h 1089533"/>
                <a:gd name="connsiteX13" fmla="*/ 1801317 w 1836625"/>
                <a:gd name="connsiteY13" fmla="*/ 700837 h 1089533"/>
                <a:gd name="connsiteX14" fmla="*/ 1806927 w 1836625"/>
                <a:gd name="connsiteY14" fmla="*/ 700837 h 1089533"/>
                <a:gd name="connsiteX15" fmla="*/ 1806927 w 1836625"/>
                <a:gd name="connsiteY15" fmla="*/ 703161 h 1089533"/>
                <a:gd name="connsiteX16" fmla="*/ 1836625 w 1836625"/>
                <a:gd name="connsiteY16" fmla="*/ 736145 h 1089533"/>
                <a:gd name="connsiteX17" fmla="*/ 1836625 w 1836625"/>
                <a:gd name="connsiteY17" fmla="*/ 783229 h 1089533"/>
                <a:gd name="connsiteX18" fmla="*/ 1801317 w 1836625"/>
                <a:gd name="connsiteY18" fmla="*/ 818537 h 1089533"/>
                <a:gd name="connsiteX19" fmla="*/ 1766009 w 1836625"/>
                <a:gd name="connsiteY19" fmla="*/ 783229 h 1089533"/>
                <a:gd name="connsiteX20" fmla="*/ 1766009 w 1836625"/>
                <a:gd name="connsiteY20" fmla="*/ 771453 h 1089533"/>
                <a:gd name="connsiteX21" fmla="*/ 1109172 w 1836625"/>
                <a:gd name="connsiteY21" fmla="*/ 771453 h 1089533"/>
                <a:gd name="connsiteX22" fmla="*/ 244728 w 1836625"/>
                <a:gd name="connsiteY22" fmla="*/ 1086085 h 1089533"/>
                <a:gd name="connsiteX23" fmla="*/ 244674 w 1836625"/>
                <a:gd name="connsiteY23" fmla="*/ 1089503 h 1089533"/>
                <a:gd name="connsiteX24" fmla="*/ 237424 w 1836625"/>
                <a:gd name="connsiteY24" fmla="*/ 1088744 h 1089533"/>
                <a:gd name="connsiteX25" fmla="*/ 235255 w 1836625"/>
                <a:gd name="connsiteY25" fmla="*/ 1089533 h 1089533"/>
                <a:gd name="connsiteX26" fmla="*/ 234870 w 1836625"/>
                <a:gd name="connsiteY26" fmla="*/ 1088476 h 1089533"/>
                <a:gd name="connsiteX27" fmla="*/ 0 w 1836625"/>
                <a:gd name="connsiteY27" fmla="*/ 878744 h 1089533"/>
                <a:gd name="connsiteX28" fmla="*/ 318 w 1836625"/>
                <a:gd name="connsiteY28" fmla="*/ 877244 h 1089533"/>
                <a:gd name="connsiteX29" fmla="*/ 6121 w 1836625"/>
                <a:gd name="connsiteY29" fmla="*/ 193244 h 1089533"/>
                <a:gd name="connsiteX30" fmla="*/ 234870 w 1836625"/>
                <a:gd name="connsiteY30" fmla="*/ 1057 h 1089533"/>
                <a:gd name="connsiteX31" fmla="*/ 235255 w 1836625"/>
                <a:gd name="connsiteY31" fmla="*/ 0 h 1089533"/>
                <a:gd name="connsiteX32" fmla="*/ 237424 w 1836625"/>
                <a:gd name="connsiteY32" fmla="*/ 789 h 1089533"/>
                <a:gd name="connsiteX33" fmla="*/ 244674 w 1836625"/>
                <a:gd name="connsiteY33" fmla="*/ 30 h 1089533"/>
                <a:gd name="connsiteX34" fmla="*/ 244728 w 1836625"/>
                <a:gd name="connsiteY34" fmla="*/ 3448 h 1089533"/>
                <a:gd name="connsiteX35" fmla="*/ 1103109 w 1836625"/>
                <a:gd name="connsiteY35" fmla="*/ 315873 h 1089533"/>
                <a:gd name="connsiteX36" fmla="*/ 1766009 w 1836625"/>
                <a:gd name="connsiteY36" fmla="*/ 315873 h 1089533"/>
                <a:gd name="connsiteX37" fmla="*/ 1766009 w 1836625"/>
                <a:gd name="connsiteY37" fmla="*/ 304097 h 1089533"/>
                <a:gd name="connsiteX38" fmla="*/ 1801317 w 1836625"/>
                <a:gd name="connsiteY38" fmla="*/ 268789 h 1089533"/>
                <a:gd name="connsiteX39" fmla="*/ 1836625 w 1836625"/>
                <a:gd name="connsiteY39" fmla="*/ 304097 h 1089533"/>
                <a:gd name="connsiteX0" fmla="*/ 1837006 w 1837006"/>
                <a:gd name="connsiteY0" fmla="*/ 304097 h 1089533"/>
                <a:gd name="connsiteX1" fmla="*/ 1837006 w 1837006"/>
                <a:gd name="connsiteY1" fmla="*/ 351181 h 1089533"/>
                <a:gd name="connsiteX2" fmla="*/ 1807308 w 1837006"/>
                <a:gd name="connsiteY2" fmla="*/ 384166 h 1089533"/>
                <a:gd name="connsiteX3" fmla="*/ 1807308 w 1837006"/>
                <a:gd name="connsiteY3" fmla="*/ 386489 h 1089533"/>
                <a:gd name="connsiteX4" fmla="*/ 1801698 w 1837006"/>
                <a:gd name="connsiteY4" fmla="*/ 386489 h 1089533"/>
                <a:gd name="connsiteX5" fmla="*/ 1087308 w 1837006"/>
                <a:gd name="connsiteY5" fmla="*/ 386489 h 1089533"/>
                <a:gd name="connsiteX6" fmla="*/ 1087308 w 1837006"/>
                <a:gd name="connsiteY6" fmla="*/ 385131 h 1089533"/>
                <a:gd name="connsiteX7" fmla="*/ 227648 w 1837006"/>
                <a:gd name="connsiteY7" fmla="*/ 72241 h 1089533"/>
                <a:gd name="connsiteX8" fmla="*/ 71315 w 1837006"/>
                <a:gd name="connsiteY8" fmla="*/ 212542 h 1089533"/>
                <a:gd name="connsiteX9" fmla="*/ 71315 w 1837006"/>
                <a:gd name="connsiteY9" fmla="*/ 876627 h 1089533"/>
                <a:gd name="connsiteX10" fmla="*/ 227648 w 1837006"/>
                <a:gd name="connsiteY10" fmla="*/ 1017292 h 1089533"/>
                <a:gd name="connsiteX11" fmla="*/ 1087308 w 1837006"/>
                <a:gd name="connsiteY11" fmla="*/ 704402 h 1089533"/>
                <a:gd name="connsiteX12" fmla="*/ 1087308 w 1837006"/>
                <a:gd name="connsiteY12" fmla="*/ 700837 h 1089533"/>
                <a:gd name="connsiteX13" fmla="*/ 1801698 w 1837006"/>
                <a:gd name="connsiteY13" fmla="*/ 700837 h 1089533"/>
                <a:gd name="connsiteX14" fmla="*/ 1807308 w 1837006"/>
                <a:gd name="connsiteY14" fmla="*/ 700837 h 1089533"/>
                <a:gd name="connsiteX15" fmla="*/ 1807308 w 1837006"/>
                <a:gd name="connsiteY15" fmla="*/ 703161 h 1089533"/>
                <a:gd name="connsiteX16" fmla="*/ 1837006 w 1837006"/>
                <a:gd name="connsiteY16" fmla="*/ 736145 h 1089533"/>
                <a:gd name="connsiteX17" fmla="*/ 1837006 w 1837006"/>
                <a:gd name="connsiteY17" fmla="*/ 783229 h 1089533"/>
                <a:gd name="connsiteX18" fmla="*/ 1801698 w 1837006"/>
                <a:gd name="connsiteY18" fmla="*/ 818537 h 1089533"/>
                <a:gd name="connsiteX19" fmla="*/ 1766390 w 1837006"/>
                <a:gd name="connsiteY19" fmla="*/ 783229 h 1089533"/>
                <a:gd name="connsiteX20" fmla="*/ 1766390 w 1837006"/>
                <a:gd name="connsiteY20" fmla="*/ 771453 h 1089533"/>
                <a:gd name="connsiteX21" fmla="*/ 1109553 w 1837006"/>
                <a:gd name="connsiteY21" fmla="*/ 771453 h 1089533"/>
                <a:gd name="connsiteX22" fmla="*/ 245109 w 1837006"/>
                <a:gd name="connsiteY22" fmla="*/ 1086085 h 1089533"/>
                <a:gd name="connsiteX23" fmla="*/ 245055 w 1837006"/>
                <a:gd name="connsiteY23" fmla="*/ 1089503 h 1089533"/>
                <a:gd name="connsiteX24" fmla="*/ 237805 w 1837006"/>
                <a:gd name="connsiteY24" fmla="*/ 1088744 h 1089533"/>
                <a:gd name="connsiteX25" fmla="*/ 235636 w 1837006"/>
                <a:gd name="connsiteY25" fmla="*/ 1089533 h 1089533"/>
                <a:gd name="connsiteX26" fmla="*/ 235251 w 1837006"/>
                <a:gd name="connsiteY26" fmla="*/ 1088476 h 1089533"/>
                <a:gd name="connsiteX27" fmla="*/ 381 w 1837006"/>
                <a:gd name="connsiteY27" fmla="*/ 878744 h 1089533"/>
                <a:gd name="connsiteX28" fmla="*/ 699 w 1837006"/>
                <a:gd name="connsiteY28" fmla="*/ 877244 h 1089533"/>
                <a:gd name="connsiteX29" fmla="*/ 6502 w 1837006"/>
                <a:gd name="connsiteY29" fmla="*/ 193244 h 1089533"/>
                <a:gd name="connsiteX30" fmla="*/ 235251 w 1837006"/>
                <a:gd name="connsiteY30" fmla="*/ 1057 h 1089533"/>
                <a:gd name="connsiteX31" fmla="*/ 235636 w 1837006"/>
                <a:gd name="connsiteY31" fmla="*/ 0 h 1089533"/>
                <a:gd name="connsiteX32" fmla="*/ 237805 w 1837006"/>
                <a:gd name="connsiteY32" fmla="*/ 789 h 1089533"/>
                <a:gd name="connsiteX33" fmla="*/ 245055 w 1837006"/>
                <a:gd name="connsiteY33" fmla="*/ 30 h 1089533"/>
                <a:gd name="connsiteX34" fmla="*/ 245109 w 1837006"/>
                <a:gd name="connsiteY34" fmla="*/ 3448 h 1089533"/>
                <a:gd name="connsiteX35" fmla="*/ 1103490 w 1837006"/>
                <a:gd name="connsiteY35" fmla="*/ 315873 h 1089533"/>
                <a:gd name="connsiteX36" fmla="*/ 1766390 w 1837006"/>
                <a:gd name="connsiteY36" fmla="*/ 315873 h 1089533"/>
                <a:gd name="connsiteX37" fmla="*/ 1766390 w 1837006"/>
                <a:gd name="connsiteY37" fmla="*/ 304097 h 1089533"/>
                <a:gd name="connsiteX38" fmla="*/ 1801698 w 1837006"/>
                <a:gd name="connsiteY38" fmla="*/ 268789 h 1089533"/>
                <a:gd name="connsiteX39" fmla="*/ 1837006 w 1837006"/>
                <a:gd name="connsiteY39" fmla="*/ 304097 h 1089533"/>
                <a:gd name="connsiteX0" fmla="*/ 1837006 w 1837006"/>
                <a:gd name="connsiteY0" fmla="*/ 304097 h 1089533"/>
                <a:gd name="connsiteX1" fmla="*/ 1837006 w 1837006"/>
                <a:gd name="connsiteY1" fmla="*/ 351181 h 1089533"/>
                <a:gd name="connsiteX2" fmla="*/ 1807308 w 1837006"/>
                <a:gd name="connsiteY2" fmla="*/ 384166 h 1089533"/>
                <a:gd name="connsiteX3" fmla="*/ 1807308 w 1837006"/>
                <a:gd name="connsiteY3" fmla="*/ 386489 h 1089533"/>
                <a:gd name="connsiteX4" fmla="*/ 1801698 w 1837006"/>
                <a:gd name="connsiteY4" fmla="*/ 386489 h 1089533"/>
                <a:gd name="connsiteX5" fmla="*/ 1087308 w 1837006"/>
                <a:gd name="connsiteY5" fmla="*/ 386489 h 1089533"/>
                <a:gd name="connsiteX6" fmla="*/ 1087308 w 1837006"/>
                <a:gd name="connsiteY6" fmla="*/ 385131 h 1089533"/>
                <a:gd name="connsiteX7" fmla="*/ 227648 w 1837006"/>
                <a:gd name="connsiteY7" fmla="*/ 72241 h 1089533"/>
                <a:gd name="connsiteX8" fmla="*/ 71315 w 1837006"/>
                <a:gd name="connsiteY8" fmla="*/ 212542 h 1089533"/>
                <a:gd name="connsiteX9" fmla="*/ 71315 w 1837006"/>
                <a:gd name="connsiteY9" fmla="*/ 876627 h 1089533"/>
                <a:gd name="connsiteX10" fmla="*/ 227648 w 1837006"/>
                <a:gd name="connsiteY10" fmla="*/ 1017292 h 1089533"/>
                <a:gd name="connsiteX11" fmla="*/ 1087308 w 1837006"/>
                <a:gd name="connsiteY11" fmla="*/ 704402 h 1089533"/>
                <a:gd name="connsiteX12" fmla="*/ 1087308 w 1837006"/>
                <a:gd name="connsiteY12" fmla="*/ 700837 h 1089533"/>
                <a:gd name="connsiteX13" fmla="*/ 1801698 w 1837006"/>
                <a:gd name="connsiteY13" fmla="*/ 700837 h 1089533"/>
                <a:gd name="connsiteX14" fmla="*/ 1807308 w 1837006"/>
                <a:gd name="connsiteY14" fmla="*/ 700837 h 1089533"/>
                <a:gd name="connsiteX15" fmla="*/ 1807308 w 1837006"/>
                <a:gd name="connsiteY15" fmla="*/ 703161 h 1089533"/>
                <a:gd name="connsiteX16" fmla="*/ 1837006 w 1837006"/>
                <a:gd name="connsiteY16" fmla="*/ 736145 h 1089533"/>
                <a:gd name="connsiteX17" fmla="*/ 1837006 w 1837006"/>
                <a:gd name="connsiteY17" fmla="*/ 783229 h 1089533"/>
                <a:gd name="connsiteX18" fmla="*/ 1801698 w 1837006"/>
                <a:gd name="connsiteY18" fmla="*/ 818537 h 1089533"/>
                <a:gd name="connsiteX19" fmla="*/ 1766390 w 1837006"/>
                <a:gd name="connsiteY19" fmla="*/ 783229 h 1089533"/>
                <a:gd name="connsiteX20" fmla="*/ 1766390 w 1837006"/>
                <a:gd name="connsiteY20" fmla="*/ 771453 h 1089533"/>
                <a:gd name="connsiteX21" fmla="*/ 1109553 w 1837006"/>
                <a:gd name="connsiteY21" fmla="*/ 771453 h 1089533"/>
                <a:gd name="connsiteX22" fmla="*/ 245109 w 1837006"/>
                <a:gd name="connsiteY22" fmla="*/ 1086085 h 1089533"/>
                <a:gd name="connsiteX23" fmla="*/ 245055 w 1837006"/>
                <a:gd name="connsiteY23" fmla="*/ 1089503 h 1089533"/>
                <a:gd name="connsiteX24" fmla="*/ 237805 w 1837006"/>
                <a:gd name="connsiteY24" fmla="*/ 1088744 h 1089533"/>
                <a:gd name="connsiteX25" fmla="*/ 235636 w 1837006"/>
                <a:gd name="connsiteY25" fmla="*/ 1089533 h 1089533"/>
                <a:gd name="connsiteX26" fmla="*/ 235251 w 1837006"/>
                <a:gd name="connsiteY26" fmla="*/ 1088476 h 1089533"/>
                <a:gd name="connsiteX27" fmla="*/ 381 w 1837006"/>
                <a:gd name="connsiteY27" fmla="*/ 878744 h 1089533"/>
                <a:gd name="connsiteX28" fmla="*/ 699 w 1837006"/>
                <a:gd name="connsiteY28" fmla="*/ 877244 h 1089533"/>
                <a:gd name="connsiteX29" fmla="*/ 6502 w 1837006"/>
                <a:gd name="connsiteY29" fmla="*/ 193244 h 1089533"/>
                <a:gd name="connsiteX30" fmla="*/ 235251 w 1837006"/>
                <a:gd name="connsiteY30" fmla="*/ 1057 h 1089533"/>
                <a:gd name="connsiteX31" fmla="*/ 235636 w 1837006"/>
                <a:gd name="connsiteY31" fmla="*/ 0 h 1089533"/>
                <a:gd name="connsiteX32" fmla="*/ 237805 w 1837006"/>
                <a:gd name="connsiteY32" fmla="*/ 789 h 1089533"/>
                <a:gd name="connsiteX33" fmla="*/ 245055 w 1837006"/>
                <a:gd name="connsiteY33" fmla="*/ 30 h 1089533"/>
                <a:gd name="connsiteX34" fmla="*/ 1103490 w 1837006"/>
                <a:gd name="connsiteY34" fmla="*/ 315873 h 1089533"/>
                <a:gd name="connsiteX35" fmla="*/ 1766390 w 1837006"/>
                <a:gd name="connsiteY35" fmla="*/ 315873 h 1089533"/>
                <a:gd name="connsiteX36" fmla="*/ 1766390 w 1837006"/>
                <a:gd name="connsiteY36" fmla="*/ 304097 h 1089533"/>
                <a:gd name="connsiteX37" fmla="*/ 1801698 w 1837006"/>
                <a:gd name="connsiteY37" fmla="*/ 268789 h 1089533"/>
                <a:gd name="connsiteX38" fmla="*/ 1837006 w 1837006"/>
                <a:gd name="connsiteY38" fmla="*/ 304097 h 1089533"/>
                <a:gd name="connsiteX0" fmla="*/ 1837006 w 1837006"/>
                <a:gd name="connsiteY0" fmla="*/ 304097 h 1089533"/>
                <a:gd name="connsiteX1" fmla="*/ 1837006 w 1837006"/>
                <a:gd name="connsiteY1" fmla="*/ 351181 h 1089533"/>
                <a:gd name="connsiteX2" fmla="*/ 1807308 w 1837006"/>
                <a:gd name="connsiteY2" fmla="*/ 384166 h 1089533"/>
                <a:gd name="connsiteX3" fmla="*/ 1807308 w 1837006"/>
                <a:gd name="connsiteY3" fmla="*/ 386489 h 1089533"/>
                <a:gd name="connsiteX4" fmla="*/ 1801698 w 1837006"/>
                <a:gd name="connsiteY4" fmla="*/ 386489 h 1089533"/>
                <a:gd name="connsiteX5" fmla="*/ 1087308 w 1837006"/>
                <a:gd name="connsiteY5" fmla="*/ 386489 h 1089533"/>
                <a:gd name="connsiteX6" fmla="*/ 1087308 w 1837006"/>
                <a:gd name="connsiteY6" fmla="*/ 385131 h 1089533"/>
                <a:gd name="connsiteX7" fmla="*/ 227648 w 1837006"/>
                <a:gd name="connsiteY7" fmla="*/ 72241 h 1089533"/>
                <a:gd name="connsiteX8" fmla="*/ 71315 w 1837006"/>
                <a:gd name="connsiteY8" fmla="*/ 212542 h 1089533"/>
                <a:gd name="connsiteX9" fmla="*/ 71315 w 1837006"/>
                <a:gd name="connsiteY9" fmla="*/ 876627 h 1089533"/>
                <a:gd name="connsiteX10" fmla="*/ 227648 w 1837006"/>
                <a:gd name="connsiteY10" fmla="*/ 1017292 h 1089533"/>
                <a:gd name="connsiteX11" fmla="*/ 1087308 w 1837006"/>
                <a:gd name="connsiteY11" fmla="*/ 704402 h 1089533"/>
                <a:gd name="connsiteX12" fmla="*/ 1087308 w 1837006"/>
                <a:gd name="connsiteY12" fmla="*/ 700837 h 1089533"/>
                <a:gd name="connsiteX13" fmla="*/ 1801698 w 1837006"/>
                <a:gd name="connsiteY13" fmla="*/ 700837 h 1089533"/>
                <a:gd name="connsiteX14" fmla="*/ 1807308 w 1837006"/>
                <a:gd name="connsiteY14" fmla="*/ 700837 h 1089533"/>
                <a:gd name="connsiteX15" fmla="*/ 1807308 w 1837006"/>
                <a:gd name="connsiteY15" fmla="*/ 703161 h 1089533"/>
                <a:gd name="connsiteX16" fmla="*/ 1837006 w 1837006"/>
                <a:gd name="connsiteY16" fmla="*/ 736145 h 1089533"/>
                <a:gd name="connsiteX17" fmla="*/ 1837006 w 1837006"/>
                <a:gd name="connsiteY17" fmla="*/ 783229 h 1089533"/>
                <a:gd name="connsiteX18" fmla="*/ 1801698 w 1837006"/>
                <a:gd name="connsiteY18" fmla="*/ 818537 h 1089533"/>
                <a:gd name="connsiteX19" fmla="*/ 1766390 w 1837006"/>
                <a:gd name="connsiteY19" fmla="*/ 783229 h 1089533"/>
                <a:gd name="connsiteX20" fmla="*/ 1766390 w 1837006"/>
                <a:gd name="connsiteY20" fmla="*/ 771453 h 1089533"/>
                <a:gd name="connsiteX21" fmla="*/ 1109553 w 1837006"/>
                <a:gd name="connsiteY21" fmla="*/ 771453 h 1089533"/>
                <a:gd name="connsiteX22" fmla="*/ 245109 w 1837006"/>
                <a:gd name="connsiteY22" fmla="*/ 1086085 h 1089533"/>
                <a:gd name="connsiteX23" fmla="*/ 245055 w 1837006"/>
                <a:gd name="connsiteY23" fmla="*/ 1089503 h 1089533"/>
                <a:gd name="connsiteX24" fmla="*/ 237805 w 1837006"/>
                <a:gd name="connsiteY24" fmla="*/ 1088744 h 1089533"/>
                <a:gd name="connsiteX25" fmla="*/ 235636 w 1837006"/>
                <a:gd name="connsiteY25" fmla="*/ 1089533 h 1089533"/>
                <a:gd name="connsiteX26" fmla="*/ 235251 w 1837006"/>
                <a:gd name="connsiteY26" fmla="*/ 1088476 h 1089533"/>
                <a:gd name="connsiteX27" fmla="*/ 381 w 1837006"/>
                <a:gd name="connsiteY27" fmla="*/ 878744 h 1089533"/>
                <a:gd name="connsiteX28" fmla="*/ 699 w 1837006"/>
                <a:gd name="connsiteY28" fmla="*/ 877244 h 1089533"/>
                <a:gd name="connsiteX29" fmla="*/ 6502 w 1837006"/>
                <a:gd name="connsiteY29" fmla="*/ 193244 h 1089533"/>
                <a:gd name="connsiteX30" fmla="*/ 235251 w 1837006"/>
                <a:gd name="connsiteY30" fmla="*/ 1057 h 1089533"/>
                <a:gd name="connsiteX31" fmla="*/ 235636 w 1837006"/>
                <a:gd name="connsiteY31" fmla="*/ 0 h 1089533"/>
                <a:gd name="connsiteX32" fmla="*/ 237805 w 1837006"/>
                <a:gd name="connsiteY32" fmla="*/ 789 h 1089533"/>
                <a:gd name="connsiteX33" fmla="*/ 1103490 w 1837006"/>
                <a:gd name="connsiteY33" fmla="*/ 315873 h 1089533"/>
                <a:gd name="connsiteX34" fmla="*/ 1766390 w 1837006"/>
                <a:gd name="connsiteY34" fmla="*/ 315873 h 1089533"/>
                <a:gd name="connsiteX35" fmla="*/ 1766390 w 1837006"/>
                <a:gd name="connsiteY35" fmla="*/ 304097 h 1089533"/>
                <a:gd name="connsiteX36" fmla="*/ 1801698 w 1837006"/>
                <a:gd name="connsiteY36" fmla="*/ 268789 h 1089533"/>
                <a:gd name="connsiteX37" fmla="*/ 1837006 w 1837006"/>
                <a:gd name="connsiteY37" fmla="*/ 304097 h 1089533"/>
                <a:gd name="connsiteX0" fmla="*/ 1837006 w 1837006"/>
                <a:gd name="connsiteY0" fmla="*/ 304097 h 1089533"/>
                <a:gd name="connsiteX1" fmla="*/ 1837006 w 1837006"/>
                <a:gd name="connsiteY1" fmla="*/ 351181 h 1089533"/>
                <a:gd name="connsiteX2" fmla="*/ 1807308 w 1837006"/>
                <a:gd name="connsiteY2" fmla="*/ 384166 h 1089533"/>
                <a:gd name="connsiteX3" fmla="*/ 1807308 w 1837006"/>
                <a:gd name="connsiteY3" fmla="*/ 386489 h 1089533"/>
                <a:gd name="connsiteX4" fmla="*/ 1801698 w 1837006"/>
                <a:gd name="connsiteY4" fmla="*/ 386489 h 1089533"/>
                <a:gd name="connsiteX5" fmla="*/ 1087308 w 1837006"/>
                <a:gd name="connsiteY5" fmla="*/ 386489 h 1089533"/>
                <a:gd name="connsiteX6" fmla="*/ 1087308 w 1837006"/>
                <a:gd name="connsiteY6" fmla="*/ 385131 h 1089533"/>
                <a:gd name="connsiteX7" fmla="*/ 227648 w 1837006"/>
                <a:gd name="connsiteY7" fmla="*/ 72241 h 1089533"/>
                <a:gd name="connsiteX8" fmla="*/ 71315 w 1837006"/>
                <a:gd name="connsiteY8" fmla="*/ 212542 h 1089533"/>
                <a:gd name="connsiteX9" fmla="*/ 71315 w 1837006"/>
                <a:gd name="connsiteY9" fmla="*/ 876627 h 1089533"/>
                <a:gd name="connsiteX10" fmla="*/ 227648 w 1837006"/>
                <a:gd name="connsiteY10" fmla="*/ 1017292 h 1089533"/>
                <a:gd name="connsiteX11" fmla="*/ 1087308 w 1837006"/>
                <a:gd name="connsiteY11" fmla="*/ 704402 h 1089533"/>
                <a:gd name="connsiteX12" fmla="*/ 1087308 w 1837006"/>
                <a:gd name="connsiteY12" fmla="*/ 700837 h 1089533"/>
                <a:gd name="connsiteX13" fmla="*/ 1801698 w 1837006"/>
                <a:gd name="connsiteY13" fmla="*/ 700837 h 1089533"/>
                <a:gd name="connsiteX14" fmla="*/ 1807308 w 1837006"/>
                <a:gd name="connsiteY14" fmla="*/ 700837 h 1089533"/>
                <a:gd name="connsiteX15" fmla="*/ 1807308 w 1837006"/>
                <a:gd name="connsiteY15" fmla="*/ 703161 h 1089533"/>
                <a:gd name="connsiteX16" fmla="*/ 1837006 w 1837006"/>
                <a:gd name="connsiteY16" fmla="*/ 736145 h 1089533"/>
                <a:gd name="connsiteX17" fmla="*/ 1837006 w 1837006"/>
                <a:gd name="connsiteY17" fmla="*/ 783229 h 1089533"/>
                <a:gd name="connsiteX18" fmla="*/ 1801698 w 1837006"/>
                <a:gd name="connsiteY18" fmla="*/ 818537 h 1089533"/>
                <a:gd name="connsiteX19" fmla="*/ 1766390 w 1837006"/>
                <a:gd name="connsiteY19" fmla="*/ 783229 h 1089533"/>
                <a:gd name="connsiteX20" fmla="*/ 1766390 w 1837006"/>
                <a:gd name="connsiteY20" fmla="*/ 771453 h 1089533"/>
                <a:gd name="connsiteX21" fmla="*/ 1109553 w 1837006"/>
                <a:gd name="connsiteY21" fmla="*/ 771453 h 1089533"/>
                <a:gd name="connsiteX22" fmla="*/ 245109 w 1837006"/>
                <a:gd name="connsiteY22" fmla="*/ 1086085 h 1089533"/>
                <a:gd name="connsiteX23" fmla="*/ 245054 w 1837006"/>
                <a:gd name="connsiteY23" fmla="*/ 1089506 h 1089533"/>
                <a:gd name="connsiteX24" fmla="*/ 237805 w 1837006"/>
                <a:gd name="connsiteY24" fmla="*/ 1088744 h 1089533"/>
                <a:gd name="connsiteX25" fmla="*/ 235636 w 1837006"/>
                <a:gd name="connsiteY25" fmla="*/ 1089533 h 1089533"/>
                <a:gd name="connsiteX26" fmla="*/ 235251 w 1837006"/>
                <a:gd name="connsiteY26" fmla="*/ 1088476 h 1089533"/>
                <a:gd name="connsiteX27" fmla="*/ 381 w 1837006"/>
                <a:gd name="connsiteY27" fmla="*/ 878744 h 1089533"/>
                <a:gd name="connsiteX28" fmla="*/ 699 w 1837006"/>
                <a:gd name="connsiteY28" fmla="*/ 877244 h 1089533"/>
                <a:gd name="connsiteX29" fmla="*/ 6502 w 1837006"/>
                <a:gd name="connsiteY29" fmla="*/ 193244 h 1089533"/>
                <a:gd name="connsiteX30" fmla="*/ 235251 w 1837006"/>
                <a:gd name="connsiteY30" fmla="*/ 1057 h 1089533"/>
                <a:gd name="connsiteX31" fmla="*/ 235636 w 1837006"/>
                <a:gd name="connsiteY31" fmla="*/ 0 h 1089533"/>
                <a:gd name="connsiteX32" fmla="*/ 237805 w 1837006"/>
                <a:gd name="connsiteY32" fmla="*/ 789 h 1089533"/>
                <a:gd name="connsiteX33" fmla="*/ 1103490 w 1837006"/>
                <a:gd name="connsiteY33" fmla="*/ 315873 h 1089533"/>
                <a:gd name="connsiteX34" fmla="*/ 1766390 w 1837006"/>
                <a:gd name="connsiteY34" fmla="*/ 315873 h 1089533"/>
                <a:gd name="connsiteX35" fmla="*/ 1766390 w 1837006"/>
                <a:gd name="connsiteY35" fmla="*/ 304097 h 1089533"/>
                <a:gd name="connsiteX36" fmla="*/ 1801698 w 1837006"/>
                <a:gd name="connsiteY36" fmla="*/ 268789 h 1089533"/>
                <a:gd name="connsiteX37" fmla="*/ 1837006 w 1837006"/>
                <a:gd name="connsiteY37" fmla="*/ 304097 h 1089533"/>
                <a:gd name="connsiteX0" fmla="*/ 1837006 w 1837006"/>
                <a:gd name="connsiteY0" fmla="*/ 304097 h 1089813"/>
                <a:gd name="connsiteX1" fmla="*/ 1837006 w 1837006"/>
                <a:gd name="connsiteY1" fmla="*/ 351181 h 1089813"/>
                <a:gd name="connsiteX2" fmla="*/ 1807308 w 1837006"/>
                <a:gd name="connsiteY2" fmla="*/ 384166 h 1089813"/>
                <a:gd name="connsiteX3" fmla="*/ 1807308 w 1837006"/>
                <a:gd name="connsiteY3" fmla="*/ 386489 h 1089813"/>
                <a:gd name="connsiteX4" fmla="*/ 1801698 w 1837006"/>
                <a:gd name="connsiteY4" fmla="*/ 386489 h 1089813"/>
                <a:gd name="connsiteX5" fmla="*/ 1087308 w 1837006"/>
                <a:gd name="connsiteY5" fmla="*/ 386489 h 1089813"/>
                <a:gd name="connsiteX6" fmla="*/ 1087308 w 1837006"/>
                <a:gd name="connsiteY6" fmla="*/ 385131 h 1089813"/>
                <a:gd name="connsiteX7" fmla="*/ 227648 w 1837006"/>
                <a:gd name="connsiteY7" fmla="*/ 72241 h 1089813"/>
                <a:gd name="connsiteX8" fmla="*/ 71315 w 1837006"/>
                <a:gd name="connsiteY8" fmla="*/ 212542 h 1089813"/>
                <a:gd name="connsiteX9" fmla="*/ 71315 w 1837006"/>
                <a:gd name="connsiteY9" fmla="*/ 876627 h 1089813"/>
                <a:gd name="connsiteX10" fmla="*/ 227648 w 1837006"/>
                <a:gd name="connsiteY10" fmla="*/ 1017292 h 1089813"/>
                <a:gd name="connsiteX11" fmla="*/ 1087308 w 1837006"/>
                <a:gd name="connsiteY11" fmla="*/ 704402 h 1089813"/>
                <a:gd name="connsiteX12" fmla="*/ 1087308 w 1837006"/>
                <a:gd name="connsiteY12" fmla="*/ 700837 h 1089813"/>
                <a:gd name="connsiteX13" fmla="*/ 1801698 w 1837006"/>
                <a:gd name="connsiteY13" fmla="*/ 700837 h 1089813"/>
                <a:gd name="connsiteX14" fmla="*/ 1807308 w 1837006"/>
                <a:gd name="connsiteY14" fmla="*/ 700837 h 1089813"/>
                <a:gd name="connsiteX15" fmla="*/ 1807308 w 1837006"/>
                <a:gd name="connsiteY15" fmla="*/ 703161 h 1089813"/>
                <a:gd name="connsiteX16" fmla="*/ 1837006 w 1837006"/>
                <a:gd name="connsiteY16" fmla="*/ 736145 h 1089813"/>
                <a:gd name="connsiteX17" fmla="*/ 1837006 w 1837006"/>
                <a:gd name="connsiteY17" fmla="*/ 783229 h 1089813"/>
                <a:gd name="connsiteX18" fmla="*/ 1801698 w 1837006"/>
                <a:gd name="connsiteY18" fmla="*/ 818537 h 1089813"/>
                <a:gd name="connsiteX19" fmla="*/ 1766390 w 1837006"/>
                <a:gd name="connsiteY19" fmla="*/ 783229 h 1089813"/>
                <a:gd name="connsiteX20" fmla="*/ 1766390 w 1837006"/>
                <a:gd name="connsiteY20" fmla="*/ 771453 h 1089813"/>
                <a:gd name="connsiteX21" fmla="*/ 1109553 w 1837006"/>
                <a:gd name="connsiteY21" fmla="*/ 771453 h 1089813"/>
                <a:gd name="connsiteX22" fmla="*/ 245109 w 1837006"/>
                <a:gd name="connsiteY22" fmla="*/ 1086085 h 1089813"/>
                <a:gd name="connsiteX23" fmla="*/ 245054 w 1837006"/>
                <a:gd name="connsiteY23" fmla="*/ 1089506 h 1089813"/>
                <a:gd name="connsiteX24" fmla="*/ 235636 w 1837006"/>
                <a:gd name="connsiteY24" fmla="*/ 1089533 h 1089813"/>
                <a:gd name="connsiteX25" fmla="*/ 235251 w 1837006"/>
                <a:gd name="connsiteY25" fmla="*/ 1088476 h 1089813"/>
                <a:gd name="connsiteX26" fmla="*/ 381 w 1837006"/>
                <a:gd name="connsiteY26" fmla="*/ 878744 h 1089813"/>
                <a:gd name="connsiteX27" fmla="*/ 699 w 1837006"/>
                <a:gd name="connsiteY27" fmla="*/ 877244 h 1089813"/>
                <a:gd name="connsiteX28" fmla="*/ 6502 w 1837006"/>
                <a:gd name="connsiteY28" fmla="*/ 193244 h 1089813"/>
                <a:gd name="connsiteX29" fmla="*/ 235251 w 1837006"/>
                <a:gd name="connsiteY29" fmla="*/ 1057 h 1089813"/>
                <a:gd name="connsiteX30" fmla="*/ 235636 w 1837006"/>
                <a:gd name="connsiteY30" fmla="*/ 0 h 1089813"/>
                <a:gd name="connsiteX31" fmla="*/ 237805 w 1837006"/>
                <a:gd name="connsiteY31" fmla="*/ 789 h 1089813"/>
                <a:gd name="connsiteX32" fmla="*/ 1103490 w 1837006"/>
                <a:gd name="connsiteY32" fmla="*/ 315873 h 1089813"/>
                <a:gd name="connsiteX33" fmla="*/ 1766390 w 1837006"/>
                <a:gd name="connsiteY33" fmla="*/ 315873 h 1089813"/>
                <a:gd name="connsiteX34" fmla="*/ 1766390 w 1837006"/>
                <a:gd name="connsiteY34" fmla="*/ 304097 h 1089813"/>
                <a:gd name="connsiteX35" fmla="*/ 1801698 w 1837006"/>
                <a:gd name="connsiteY35" fmla="*/ 268789 h 1089813"/>
                <a:gd name="connsiteX36" fmla="*/ 1837006 w 1837006"/>
                <a:gd name="connsiteY36" fmla="*/ 304097 h 1089813"/>
                <a:gd name="connsiteX0" fmla="*/ 1837006 w 1837006"/>
                <a:gd name="connsiteY0" fmla="*/ 304097 h 1110480"/>
                <a:gd name="connsiteX1" fmla="*/ 1837006 w 1837006"/>
                <a:gd name="connsiteY1" fmla="*/ 351181 h 1110480"/>
                <a:gd name="connsiteX2" fmla="*/ 1807308 w 1837006"/>
                <a:gd name="connsiteY2" fmla="*/ 384166 h 1110480"/>
                <a:gd name="connsiteX3" fmla="*/ 1807308 w 1837006"/>
                <a:gd name="connsiteY3" fmla="*/ 386489 h 1110480"/>
                <a:gd name="connsiteX4" fmla="*/ 1801698 w 1837006"/>
                <a:gd name="connsiteY4" fmla="*/ 386489 h 1110480"/>
                <a:gd name="connsiteX5" fmla="*/ 1087308 w 1837006"/>
                <a:gd name="connsiteY5" fmla="*/ 386489 h 1110480"/>
                <a:gd name="connsiteX6" fmla="*/ 1087308 w 1837006"/>
                <a:gd name="connsiteY6" fmla="*/ 385131 h 1110480"/>
                <a:gd name="connsiteX7" fmla="*/ 227648 w 1837006"/>
                <a:gd name="connsiteY7" fmla="*/ 72241 h 1110480"/>
                <a:gd name="connsiteX8" fmla="*/ 71315 w 1837006"/>
                <a:gd name="connsiteY8" fmla="*/ 212542 h 1110480"/>
                <a:gd name="connsiteX9" fmla="*/ 71315 w 1837006"/>
                <a:gd name="connsiteY9" fmla="*/ 876627 h 1110480"/>
                <a:gd name="connsiteX10" fmla="*/ 227648 w 1837006"/>
                <a:gd name="connsiteY10" fmla="*/ 1017292 h 1110480"/>
                <a:gd name="connsiteX11" fmla="*/ 1087308 w 1837006"/>
                <a:gd name="connsiteY11" fmla="*/ 704402 h 1110480"/>
                <a:gd name="connsiteX12" fmla="*/ 1087308 w 1837006"/>
                <a:gd name="connsiteY12" fmla="*/ 700837 h 1110480"/>
                <a:gd name="connsiteX13" fmla="*/ 1801698 w 1837006"/>
                <a:gd name="connsiteY13" fmla="*/ 700837 h 1110480"/>
                <a:gd name="connsiteX14" fmla="*/ 1807308 w 1837006"/>
                <a:gd name="connsiteY14" fmla="*/ 700837 h 1110480"/>
                <a:gd name="connsiteX15" fmla="*/ 1807308 w 1837006"/>
                <a:gd name="connsiteY15" fmla="*/ 703161 h 1110480"/>
                <a:gd name="connsiteX16" fmla="*/ 1837006 w 1837006"/>
                <a:gd name="connsiteY16" fmla="*/ 736145 h 1110480"/>
                <a:gd name="connsiteX17" fmla="*/ 1837006 w 1837006"/>
                <a:gd name="connsiteY17" fmla="*/ 783229 h 1110480"/>
                <a:gd name="connsiteX18" fmla="*/ 1801698 w 1837006"/>
                <a:gd name="connsiteY18" fmla="*/ 818537 h 1110480"/>
                <a:gd name="connsiteX19" fmla="*/ 1766390 w 1837006"/>
                <a:gd name="connsiteY19" fmla="*/ 783229 h 1110480"/>
                <a:gd name="connsiteX20" fmla="*/ 1766390 w 1837006"/>
                <a:gd name="connsiteY20" fmla="*/ 771453 h 1110480"/>
                <a:gd name="connsiteX21" fmla="*/ 1109553 w 1837006"/>
                <a:gd name="connsiteY21" fmla="*/ 771453 h 1110480"/>
                <a:gd name="connsiteX22" fmla="*/ 245109 w 1837006"/>
                <a:gd name="connsiteY22" fmla="*/ 1086085 h 1110480"/>
                <a:gd name="connsiteX23" fmla="*/ 235636 w 1837006"/>
                <a:gd name="connsiteY23" fmla="*/ 1089533 h 1110480"/>
                <a:gd name="connsiteX24" fmla="*/ 235251 w 1837006"/>
                <a:gd name="connsiteY24" fmla="*/ 1088476 h 1110480"/>
                <a:gd name="connsiteX25" fmla="*/ 381 w 1837006"/>
                <a:gd name="connsiteY25" fmla="*/ 878744 h 1110480"/>
                <a:gd name="connsiteX26" fmla="*/ 699 w 1837006"/>
                <a:gd name="connsiteY26" fmla="*/ 877244 h 1110480"/>
                <a:gd name="connsiteX27" fmla="*/ 6502 w 1837006"/>
                <a:gd name="connsiteY27" fmla="*/ 193244 h 1110480"/>
                <a:gd name="connsiteX28" fmla="*/ 235251 w 1837006"/>
                <a:gd name="connsiteY28" fmla="*/ 1057 h 1110480"/>
                <a:gd name="connsiteX29" fmla="*/ 235636 w 1837006"/>
                <a:gd name="connsiteY29" fmla="*/ 0 h 1110480"/>
                <a:gd name="connsiteX30" fmla="*/ 237805 w 1837006"/>
                <a:gd name="connsiteY30" fmla="*/ 789 h 1110480"/>
                <a:gd name="connsiteX31" fmla="*/ 1103490 w 1837006"/>
                <a:gd name="connsiteY31" fmla="*/ 315873 h 1110480"/>
                <a:gd name="connsiteX32" fmla="*/ 1766390 w 1837006"/>
                <a:gd name="connsiteY32" fmla="*/ 315873 h 1110480"/>
                <a:gd name="connsiteX33" fmla="*/ 1766390 w 1837006"/>
                <a:gd name="connsiteY33" fmla="*/ 304097 h 1110480"/>
                <a:gd name="connsiteX34" fmla="*/ 1801698 w 1837006"/>
                <a:gd name="connsiteY34" fmla="*/ 268789 h 1110480"/>
                <a:gd name="connsiteX35" fmla="*/ 1837006 w 1837006"/>
                <a:gd name="connsiteY35" fmla="*/ 304097 h 1110480"/>
                <a:gd name="connsiteX0" fmla="*/ 1837006 w 1837006"/>
                <a:gd name="connsiteY0" fmla="*/ 304097 h 1089533"/>
                <a:gd name="connsiteX1" fmla="*/ 1837006 w 1837006"/>
                <a:gd name="connsiteY1" fmla="*/ 351181 h 1089533"/>
                <a:gd name="connsiteX2" fmla="*/ 1807308 w 1837006"/>
                <a:gd name="connsiteY2" fmla="*/ 384166 h 1089533"/>
                <a:gd name="connsiteX3" fmla="*/ 1807308 w 1837006"/>
                <a:gd name="connsiteY3" fmla="*/ 386489 h 1089533"/>
                <a:gd name="connsiteX4" fmla="*/ 1801698 w 1837006"/>
                <a:gd name="connsiteY4" fmla="*/ 386489 h 1089533"/>
                <a:gd name="connsiteX5" fmla="*/ 1087308 w 1837006"/>
                <a:gd name="connsiteY5" fmla="*/ 386489 h 1089533"/>
                <a:gd name="connsiteX6" fmla="*/ 1087308 w 1837006"/>
                <a:gd name="connsiteY6" fmla="*/ 385131 h 1089533"/>
                <a:gd name="connsiteX7" fmla="*/ 227648 w 1837006"/>
                <a:gd name="connsiteY7" fmla="*/ 72241 h 1089533"/>
                <a:gd name="connsiteX8" fmla="*/ 71315 w 1837006"/>
                <a:gd name="connsiteY8" fmla="*/ 212542 h 1089533"/>
                <a:gd name="connsiteX9" fmla="*/ 71315 w 1837006"/>
                <a:gd name="connsiteY9" fmla="*/ 876627 h 1089533"/>
                <a:gd name="connsiteX10" fmla="*/ 227648 w 1837006"/>
                <a:gd name="connsiteY10" fmla="*/ 1017292 h 1089533"/>
                <a:gd name="connsiteX11" fmla="*/ 1087308 w 1837006"/>
                <a:gd name="connsiteY11" fmla="*/ 704402 h 1089533"/>
                <a:gd name="connsiteX12" fmla="*/ 1087308 w 1837006"/>
                <a:gd name="connsiteY12" fmla="*/ 700837 h 1089533"/>
                <a:gd name="connsiteX13" fmla="*/ 1801698 w 1837006"/>
                <a:gd name="connsiteY13" fmla="*/ 700837 h 1089533"/>
                <a:gd name="connsiteX14" fmla="*/ 1807308 w 1837006"/>
                <a:gd name="connsiteY14" fmla="*/ 700837 h 1089533"/>
                <a:gd name="connsiteX15" fmla="*/ 1807308 w 1837006"/>
                <a:gd name="connsiteY15" fmla="*/ 703161 h 1089533"/>
                <a:gd name="connsiteX16" fmla="*/ 1837006 w 1837006"/>
                <a:gd name="connsiteY16" fmla="*/ 736145 h 1089533"/>
                <a:gd name="connsiteX17" fmla="*/ 1837006 w 1837006"/>
                <a:gd name="connsiteY17" fmla="*/ 783229 h 1089533"/>
                <a:gd name="connsiteX18" fmla="*/ 1801698 w 1837006"/>
                <a:gd name="connsiteY18" fmla="*/ 818537 h 1089533"/>
                <a:gd name="connsiteX19" fmla="*/ 1766390 w 1837006"/>
                <a:gd name="connsiteY19" fmla="*/ 783229 h 1089533"/>
                <a:gd name="connsiteX20" fmla="*/ 1766390 w 1837006"/>
                <a:gd name="connsiteY20" fmla="*/ 771453 h 1089533"/>
                <a:gd name="connsiteX21" fmla="*/ 1109553 w 1837006"/>
                <a:gd name="connsiteY21" fmla="*/ 771453 h 1089533"/>
                <a:gd name="connsiteX22" fmla="*/ 235636 w 1837006"/>
                <a:gd name="connsiteY22" fmla="*/ 1089533 h 1089533"/>
                <a:gd name="connsiteX23" fmla="*/ 235251 w 1837006"/>
                <a:gd name="connsiteY23" fmla="*/ 1088476 h 1089533"/>
                <a:gd name="connsiteX24" fmla="*/ 381 w 1837006"/>
                <a:gd name="connsiteY24" fmla="*/ 878744 h 1089533"/>
                <a:gd name="connsiteX25" fmla="*/ 699 w 1837006"/>
                <a:gd name="connsiteY25" fmla="*/ 877244 h 1089533"/>
                <a:gd name="connsiteX26" fmla="*/ 6502 w 1837006"/>
                <a:gd name="connsiteY26" fmla="*/ 193244 h 1089533"/>
                <a:gd name="connsiteX27" fmla="*/ 235251 w 1837006"/>
                <a:gd name="connsiteY27" fmla="*/ 1057 h 1089533"/>
                <a:gd name="connsiteX28" fmla="*/ 235636 w 1837006"/>
                <a:gd name="connsiteY28" fmla="*/ 0 h 1089533"/>
                <a:gd name="connsiteX29" fmla="*/ 237805 w 1837006"/>
                <a:gd name="connsiteY29" fmla="*/ 789 h 1089533"/>
                <a:gd name="connsiteX30" fmla="*/ 1103490 w 1837006"/>
                <a:gd name="connsiteY30" fmla="*/ 315873 h 1089533"/>
                <a:gd name="connsiteX31" fmla="*/ 1766390 w 1837006"/>
                <a:gd name="connsiteY31" fmla="*/ 315873 h 1089533"/>
                <a:gd name="connsiteX32" fmla="*/ 1766390 w 1837006"/>
                <a:gd name="connsiteY32" fmla="*/ 304097 h 1089533"/>
                <a:gd name="connsiteX33" fmla="*/ 1801698 w 1837006"/>
                <a:gd name="connsiteY33" fmla="*/ 268789 h 1089533"/>
                <a:gd name="connsiteX34" fmla="*/ 1837006 w 1837006"/>
                <a:gd name="connsiteY34" fmla="*/ 304097 h 1089533"/>
                <a:gd name="connsiteX0" fmla="*/ 1837006 w 1837006"/>
                <a:gd name="connsiteY0" fmla="*/ 304097 h 1091388"/>
                <a:gd name="connsiteX1" fmla="*/ 1837006 w 1837006"/>
                <a:gd name="connsiteY1" fmla="*/ 351181 h 1091388"/>
                <a:gd name="connsiteX2" fmla="*/ 1807308 w 1837006"/>
                <a:gd name="connsiteY2" fmla="*/ 384166 h 1091388"/>
                <a:gd name="connsiteX3" fmla="*/ 1807308 w 1837006"/>
                <a:gd name="connsiteY3" fmla="*/ 386489 h 1091388"/>
                <a:gd name="connsiteX4" fmla="*/ 1801698 w 1837006"/>
                <a:gd name="connsiteY4" fmla="*/ 386489 h 1091388"/>
                <a:gd name="connsiteX5" fmla="*/ 1087308 w 1837006"/>
                <a:gd name="connsiteY5" fmla="*/ 386489 h 1091388"/>
                <a:gd name="connsiteX6" fmla="*/ 1087308 w 1837006"/>
                <a:gd name="connsiteY6" fmla="*/ 385131 h 1091388"/>
                <a:gd name="connsiteX7" fmla="*/ 227648 w 1837006"/>
                <a:gd name="connsiteY7" fmla="*/ 72241 h 1091388"/>
                <a:gd name="connsiteX8" fmla="*/ 71315 w 1837006"/>
                <a:gd name="connsiteY8" fmla="*/ 212542 h 1091388"/>
                <a:gd name="connsiteX9" fmla="*/ 71315 w 1837006"/>
                <a:gd name="connsiteY9" fmla="*/ 876627 h 1091388"/>
                <a:gd name="connsiteX10" fmla="*/ 227648 w 1837006"/>
                <a:gd name="connsiteY10" fmla="*/ 1017292 h 1091388"/>
                <a:gd name="connsiteX11" fmla="*/ 1087308 w 1837006"/>
                <a:gd name="connsiteY11" fmla="*/ 704402 h 1091388"/>
                <a:gd name="connsiteX12" fmla="*/ 1087308 w 1837006"/>
                <a:gd name="connsiteY12" fmla="*/ 700837 h 1091388"/>
                <a:gd name="connsiteX13" fmla="*/ 1801698 w 1837006"/>
                <a:gd name="connsiteY13" fmla="*/ 700837 h 1091388"/>
                <a:gd name="connsiteX14" fmla="*/ 1807308 w 1837006"/>
                <a:gd name="connsiteY14" fmla="*/ 700837 h 1091388"/>
                <a:gd name="connsiteX15" fmla="*/ 1807308 w 1837006"/>
                <a:gd name="connsiteY15" fmla="*/ 703161 h 1091388"/>
                <a:gd name="connsiteX16" fmla="*/ 1837006 w 1837006"/>
                <a:gd name="connsiteY16" fmla="*/ 736145 h 1091388"/>
                <a:gd name="connsiteX17" fmla="*/ 1837006 w 1837006"/>
                <a:gd name="connsiteY17" fmla="*/ 783229 h 1091388"/>
                <a:gd name="connsiteX18" fmla="*/ 1801698 w 1837006"/>
                <a:gd name="connsiteY18" fmla="*/ 818537 h 1091388"/>
                <a:gd name="connsiteX19" fmla="*/ 1766390 w 1837006"/>
                <a:gd name="connsiteY19" fmla="*/ 783229 h 1091388"/>
                <a:gd name="connsiteX20" fmla="*/ 1766390 w 1837006"/>
                <a:gd name="connsiteY20" fmla="*/ 771453 h 1091388"/>
                <a:gd name="connsiteX21" fmla="*/ 1109553 w 1837006"/>
                <a:gd name="connsiteY21" fmla="*/ 771453 h 1091388"/>
                <a:gd name="connsiteX22" fmla="*/ 235636 w 1837006"/>
                <a:gd name="connsiteY22" fmla="*/ 1089533 h 1091388"/>
                <a:gd name="connsiteX23" fmla="*/ 235251 w 1837006"/>
                <a:gd name="connsiteY23" fmla="*/ 1088476 h 1091388"/>
                <a:gd name="connsiteX24" fmla="*/ 381 w 1837006"/>
                <a:gd name="connsiteY24" fmla="*/ 878744 h 1091388"/>
                <a:gd name="connsiteX25" fmla="*/ 699 w 1837006"/>
                <a:gd name="connsiteY25" fmla="*/ 877244 h 1091388"/>
                <a:gd name="connsiteX26" fmla="*/ 6502 w 1837006"/>
                <a:gd name="connsiteY26" fmla="*/ 193244 h 1091388"/>
                <a:gd name="connsiteX27" fmla="*/ 235251 w 1837006"/>
                <a:gd name="connsiteY27" fmla="*/ 1057 h 1091388"/>
                <a:gd name="connsiteX28" fmla="*/ 235636 w 1837006"/>
                <a:gd name="connsiteY28" fmla="*/ 0 h 1091388"/>
                <a:gd name="connsiteX29" fmla="*/ 237805 w 1837006"/>
                <a:gd name="connsiteY29" fmla="*/ 789 h 1091388"/>
                <a:gd name="connsiteX30" fmla="*/ 1103490 w 1837006"/>
                <a:gd name="connsiteY30" fmla="*/ 315873 h 1091388"/>
                <a:gd name="connsiteX31" fmla="*/ 1766390 w 1837006"/>
                <a:gd name="connsiteY31" fmla="*/ 315873 h 1091388"/>
                <a:gd name="connsiteX32" fmla="*/ 1766390 w 1837006"/>
                <a:gd name="connsiteY32" fmla="*/ 304097 h 1091388"/>
                <a:gd name="connsiteX33" fmla="*/ 1801698 w 1837006"/>
                <a:gd name="connsiteY33" fmla="*/ 268789 h 1091388"/>
                <a:gd name="connsiteX34" fmla="*/ 1837006 w 1837006"/>
                <a:gd name="connsiteY34" fmla="*/ 304097 h 1091388"/>
                <a:gd name="connsiteX0" fmla="*/ 1837006 w 1837006"/>
                <a:gd name="connsiteY0" fmla="*/ 304097 h 1092100"/>
                <a:gd name="connsiteX1" fmla="*/ 1837006 w 1837006"/>
                <a:gd name="connsiteY1" fmla="*/ 351181 h 1092100"/>
                <a:gd name="connsiteX2" fmla="*/ 1807308 w 1837006"/>
                <a:gd name="connsiteY2" fmla="*/ 384166 h 1092100"/>
                <a:gd name="connsiteX3" fmla="*/ 1807308 w 1837006"/>
                <a:gd name="connsiteY3" fmla="*/ 386489 h 1092100"/>
                <a:gd name="connsiteX4" fmla="*/ 1801698 w 1837006"/>
                <a:gd name="connsiteY4" fmla="*/ 386489 h 1092100"/>
                <a:gd name="connsiteX5" fmla="*/ 1087308 w 1837006"/>
                <a:gd name="connsiteY5" fmla="*/ 386489 h 1092100"/>
                <a:gd name="connsiteX6" fmla="*/ 1087308 w 1837006"/>
                <a:gd name="connsiteY6" fmla="*/ 385131 h 1092100"/>
                <a:gd name="connsiteX7" fmla="*/ 227648 w 1837006"/>
                <a:gd name="connsiteY7" fmla="*/ 72241 h 1092100"/>
                <a:gd name="connsiteX8" fmla="*/ 71315 w 1837006"/>
                <a:gd name="connsiteY8" fmla="*/ 212542 h 1092100"/>
                <a:gd name="connsiteX9" fmla="*/ 71315 w 1837006"/>
                <a:gd name="connsiteY9" fmla="*/ 876627 h 1092100"/>
                <a:gd name="connsiteX10" fmla="*/ 227648 w 1837006"/>
                <a:gd name="connsiteY10" fmla="*/ 1017292 h 1092100"/>
                <a:gd name="connsiteX11" fmla="*/ 1087308 w 1837006"/>
                <a:gd name="connsiteY11" fmla="*/ 704402 h 1092100"/>
                <a:gd name="connsiteX12" fmla="*/ 1087308 w 1837006"/>
                <a:gd name="connsiteY12" fmla="*/ 700837 h 1092100"/>
                <a:gd name="connsiteX13" fmla="*/ 1801698 w 1837006"/>
                <a:gd name="connsiteY13" fmla="*/ 700837 h 1092100"/>
                <a:gd name="connsiteX14" fmla="*/ 1807308 w 1837006"/>
                <a:gd name="connsiteY14" fmla="*/ 700837 h 1092100"/>
                <a:gd name="connsiteX15" fmla="*/ 1807308 w 1837006"/>
                <a:gd name="connsiteY15" fmla="*/ 703161 h 1092100"/>
                <a:gd name="connsiteX16" fmla="*/ 1837006 w 1837006"/>
                <a:gd name="connsiteY16" fmla="*/ 736145 h 1092100"/>
                <a:gd name="connsiteX17" fmla="*/ 1837006 w 1837006"/>
                <a:gd name="connsiteY17" fmla="*/ 783229 h 1092100"/>
                <a:gd name="connsiteX18" fmla="*/ 1801698 w 1837006"/>
                <a:gd name="connsiteY18" fmla="*/ 818537 h 1092100"/>
                <a:gd name="connsiteX19" fmla="*/ 1766390 w 1837006"/>
                <a:gd name="connsiteY19" fmla="*/ 783229 h 1092100"/>
                <a:gd name="connsiteX20" fmla="*/ 1766390 w 1837006"/>
                <a:gd name="connsiteY20" fmla="*/ 771453 h 1092100"/>
                <a:gd name="connsiteX21" fmla="*/ 1109553 w 1837006"/>
                <a:gd name="connsiteY21" fmla="*/ 771453 h 1092100"/>
                <a:gd name="connsiteX22" fmla="*/ 235636 w 1837006"/>
                <a:gd name="connsiteY22" fmla="*/ 1089533 h 1092100"/>
                <a:gd name="connsiteX23" fmla="*/ 235251 w 1837006"/>
                <a:gd name="connsiteY23" fmla="*/ 1088476 h 1092100"/>
                <a:gd name="connsiteX24" fmla="*/ 381 w 1837006"/>
                <a:gd name="connsiteY24" fmla="*/ 878744 h 1092100"/>
                <a:gd name="connsiteX25" fmla="*/ 699 w 1837006"/>
                <a:gd name="connsiteY25" fmla="*/ 877244 h 1092100"/>
                <a:gd name="connsiteX26" fmla="*/ 6502 w 1837006"/>
                <a:gd name="connsiteY26" fmla="*/ 193244 h 1092100"/>
                <a:gd name="connsiteX27" fmla="*/ 235251 w 1837006"/>
                <a:gd name="connsiteY27" fmla="*/ 1057 h 1092100"/>
                <a:gd name="connsiteX28" fmla="*/ 235636 w 1837006"/>
                <a:gd name="connsiteY28" fmla="*/ 0 h 1092100"/>
                <a:gd name="connsiteX29" fmla="*/ 237805 w 1837006"/>
                <a:gd name="connsiteY29" fmla="*/ 789 h 1092100"/>
                <a:gd name="connsiteX30" fmla="*/ 1103490 w 1837006"/>
                <a:gd name="connsiteY30" fmla="*/ 315873 h 1092100"/>
                <a:gd name="connsiteX31" fmla="*/ 1766390 w 1837006"/>
                <a:gd name="connsiteY31" fmla="*/ 315873 h 1092100"/>
                <a:gd name="connsiteX32" fmla="*/ 1766390 w 1837006"/>
                <a:gd name="connsiteY32" fmla="*/ 304097 h 1092100"/>
                <a:gd name="connsiteX33" fmla="*/ 1801698 w 1837006"/>
                <a:gd name="connsiteY33" fmla="*/ 268789 h 1092100"/>
                <a:gd name="connsiteX34" fmla="*/ 1837006 w 1837006"/>
                <a:gd name="connsiteY34" fmla="*/ 304097 h 1092100"/>
                <a:gd name="connsiteX0" fmla="*/ 1837006 w 1837006"/>
                <a:gd name="connsiteY0" fmla="*/ 304097 h 1092100"/>
                <a:gd name="connsiteX1" fmla="*/ 1837006 w 1837006"/>
                <a:gd name="connsiteY1" fmla="*/ 351181 h 1092100"/>
                <a:gd name="connsiteX2" fmla="*/ 1807308 w 1837006"/>
                <a:gd name="connsiteY2" fmla="*/ 384166 h 1092100"/>
                <a:gd name="connsiteX3" fmla="*/ 1807308 w 1837006"/>
                <a:gd name="connsiteY3" fmla="*/ 386489 h 1092100"/>
                <a:gd name="connsiteX4" fmla="*/ 1801698 w 1837006"/>
                <a:gd name="connsiteY4" fmla="*/ 386489 h 1092100"/>
                <a:gd name="connsiteX5" fmla="*/ 1087308 w 1837006"/>
                <a:gd name="connsiteY5" fmla="*/ 386489 h 1092100"/>
                <a:gd name="connsiteX6" fmla="*/ 1087308 w 1837006"/>
                <a:gd name="connsiteY6" fmla="*/ 385131 h 1092100"/>
                <a:gd name="connsiteX7" fmla="*/ 227648 w 1837006"/>
                <a:gd name="connsiteY7" fmla="*/ 72241 h 1092100"/>
                <a:gd name="connsiteX8" fmla="*/ 71315 w 1837006"/>
                <a:gd name="connsiteY8" fmla="*/ 212542 h 1092100"/>
                <a:gd name="connsiteX9" fmla="*/ 71315 w 1837006"/>
                <a:gd name="connsiteY9" fmla="*/ 876627 h 1092100"/>
                <a:gd name="connsiteX10" fmla="*/ 227648 w 1837006"/>
                <a:gd name="connsiteY10" fmla="*/ 1017292 h 1092100"/>
                <a:gd name="connsiteX11" fmla="*/ 1087308 w 1837006"/>
                <a:gd name="connsiteY11" fmla="*/ 704402 h 1092100"/>
                <a:gd name="connsiteX12" fmla="*/ 1087308 w 1837006"/>
                <a:gd name="connsiteY12" fmla="*/ 700837 h 1092100"/>
                <a:gd name="connsiteX13" fmla="*/ 1801698 w 1837006"/>
                <a:gd name="connsiteY13" fmla="*/ 700837 h 1092100"/>
                <a:gd name="connsiteX14" fmla="*/ 1807308 w 1837006"/>
                <a:gd name="connsiteY14" fmla="*/ 700837 h 1092100"/>
                <a:gd name="connsiteX15" fmla="*/ 1807308 w 1837006"/>
                <a:gd name="connsiteY15" fmla="*/ 703161 h 1092100"/>
                <a:gd name="connsiteX16" fmla="*/ 1837006 w 1837006"/>
                <a:gd name="connsiteY16" fmla="*/ 736145 h 1092100"/>
                <a:gd name="connsiteX17" fmla="*/ 1837006 w 1837006"/>
                <a:gd name="connsiteY17" fmla="*/ 783229 h 1092100"/>
                <a:gd name="connsiteX18" fmla="*/ 1801698 w 1837006"/>
                <a:gd name="connsiteY18" fmla="*/ 818537 h 1092100"/>
                <a:gd name="connsiteX19" fmla="*/ 1766390 w 1837006"/>
                <a:gd name="connsiteY19" fmla="*/ 783229 h 1092100"/>
                <a:gd name="connsiteX20" fmla="*/ 1766390 w 1837006"/>
                <a:gd name="connsiteY20" fmla="*/ 771453 h 1092100"/>
                <a:gd name="connsiteX21" fmla="*/ 1109553 w 1837006"/>
                <a:gd name="connsiteY21" fmla="*/ 771453 h 1092100"/>
                <a:gd name="connsiteX22" fmla="*/ 235636 w 1837006"/>
                <a:gd name="connsiteY22" fmla="*/ 1089533 h 1092100"/>
                <a:gd name="connsiteX23" fmla="*/ 235251 w 1837006"/>
                <a:gd name="connsiteY23" fmla="*/ 1088476 h 1092100"/>
                <a:gd name="connsiteX24" fmla="*/ 381 w 1837006"/>
                <a:gd name="connsiteY24" fmla="*/ 878744 h 1092100"/>
                <a:gd name="connsiteX25" fmla="*/ 699 w 1837006"/>
                <a:gd name="connsiteY25" fmla="*/ 877244 h 1092100"/>
                <a:gd name="connsiteX26" fmla="*/ 6502 w 1837006"/>
                <a:gd name="connsiteY26" fmla="*/ 193244 h 1092100"/>
                <a:gd name="connsiteX27" fmla="*/ 235251 w 1837006"/>
                <a:gd name="connsiteY27" fmla="*/ 1057 h 1092100"/>
                <a:gd name="connsiteX28" fmla="*/ 235636 w 1837006"/>
                <a:gd name="connsiteY28" fmla="*/ 0 h 1092100"/>
                <a:gd name="connsiteX29" fmla="*/ 237805 w 1837006"/>
                <a:gd name="connsiteY29" fmla="*/ 789 h 1092100"/>
                <a:gd name="connsiteX30" fmla="*/ 1103490 w 1837006"/>
                <a:gd name="connsiteY30" fmla="*/ 315873 h 1092100"/>
                <a:gd name="connsiteX31" fmla="*/ 1766390 w 1837006"/>
                <a:gd name="connsiteY31" fmla="*/ 315873 h 1092100"/>
                <a:gd name="connsiteX32" fmla="*/ 1766390 w 1837006"/>
                <a:gd name="connsiteY32" fmla="*/ 304097 h 1092100"/>
                <a:gd name="connsiteX33" fmla="*/ 1801698 w 1837006"/>
                <a:gd name="connsiteY33" fmla="*/ 268789 h 1092100"/>
                <a:gd name="connsiteX34" fmla="*/ 1837006 w 1837006"/>
                <a:gd name="connsiteY34" fmla="*/ 304097 h 1092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837006" h="1092100">
                  <a:moveTo>
                    <a:pt x="1837006" y="304097"/>
                  </a:moveTo>
                  <a:lnTo>
                    <a:pt x="1837006" y="351181"/>
                  </a:lnTo>
                  <a:cubicBezTo>
                    <a:pt x="1837006" y="368664"/>
                    <a:pt x="1824299" y="383180"/>
                    <a:pt x="1807308" y="384166"/>
                  </a:cubicBezTo>
                  <a:lnTo>
                    <a:pt x="1807308" y="386489"/>
                  </a:lnTo>
                  <a:lnTo>
                    <a:pt x="1801698" y="386489"/>
                  </a:lnTo>
                  <a:lnTo>
                    <a:pt x="1087308" y="386489"/>
                  </a:lnTo>
                  <a:lnTo>
                    <a:pt x="1087308" y="385131"/>
                  </a:lnTo>
                  <a:lnTo>
                    <a:pt x="227648" y="72241"/>
                  </a:lnTo>
                  <a:cubicBezTo>
                    <a:pt x="150393" y="79094"/>
                    <a:pt x="86893" y="135946"/>
                    <a:pt x="71315" y="212542"/>
                  </a:cubicBezTo>
                  <a:lnTo>
                    <a:pt x="71315" y="876627"/>
                  </a:lnTo>
                  <a:cubicBezTo>
                    <a:pt x="86699" y="953416"/>
                    <a:pt x="150264" y="1010520"/>
                    <a:pt x="227648" y="1017292"/>
                  </a:cubicBezTo>
                  <a:lnTo>
                    <a:pt x="1087308" y="704402"/>
                  </a:lnTo>
                  <a:lnTo>
                    <a:pt x="1087308" y="700837"/>
                  </a:lnTo>
                  <a:lnTo>
                    <a:pt x="1801698" y="700837"/>
                  </a:lnTo>
                  <a:lnTo>
                    <a:pt x="1807308" y="700837"/>
                  </a:lnTo>
                  <a:lnTo>
                    <a:pt x="1807308" y="703161"/>
                  </a:lnTo>
                  <a:cubicBezTo>
                    <a:pt x="1824299" y="704147"/>
                    <a:pt x="1837006" y="718662"/>
                    <a:pt x="1837006" y="736145"/>
                  </a:cubicBezTo>
                  <a:lnTo>
                    <a:pt x="1837006" y="783229"/>
                  </a:lnTo>
                  <a:cubicBezTo>
                    <a:pt x="1837006" y="802729"/>
                    <a:pt x="1821198" y="818537"/>
                    <a:pt x="1801698" y="818537"/>
                  </a:cubicBezTo>
                  <a:cubicBezTo>
                    <a:pt x="1782198" y="818537"/>
                    <a:pt x="1766390" y="802729"/>
                    <a:pt x="1766390" y="783229"/>
                  </a:cubicBezTo>
                  <a:lnTo>
                    <a:pt x="1766390" y="771453"/>
                  </a:lnTo>
                  <a:lnTo>
                    <a:pt x="1109553" y="771453"/>
                  </a:lnTo>
                  <a:lnTo>
                    <a:pt x="235636" y="1089533"/>
                  </a:lnTo>
                  <a:lnTo>
                    <a:pt x="235251" y="1088476"/>
                  </a:lnTo>
                  <a:cubicBezTo>
                    <a:pt x="146350" y="1114520"/>
                    <a:pt x="19769" y="995634"/>
                    <a:pt x="381" y="878744"/>
                  </a:cubicBezTo>
                  <a:lnTo>
                    <a:pt x="699" y="877244"/>
                  </a:lnTo>
                  <a:cubicBezTo>
                    <a:pt x="2633" y="649244"/>
                    <a:pt x="-4957" y="427594"/>
                    <a:pt x="6502" y="193244"/>
                  </a:cubicBezTo>
                  <a:cubicBezTo>
                    <a:pt x="30099" y="84986"/>
                    <a:pt x="123936" y="6466"/>
                    <a:pt x="235251" y="1057"/>
                  </a:cubicBezTo>
                  <a:lnTo>
                    <a:pt x="235636" y="0"/>
                  </a:lnTo>
                  <a:lnTo>
                    <a:pt x="237805" y="789"/>
                  </a:lnTo>
                  <a:cubicBezTo>
                    <a:pt x="382447" y="53434"/>
                    <a:pt x="848726" y="237959"/>
                    <a:pt x="1103490" y="315873"/>
                  </a:cubicBezTo>
                  <a:lnTo>
                    <a:pt x="1766390" y="315873"/>
                  </a:lnTo>
                  <a:lnTo>
                    <a:pt x="1766390" y="304097"/>
                  </a:lnTo>
                  <a:cubicBezTo>
                    <a:pt x="1766390" y="284597"/>
                    <a:pt x="1782198" y="268789"/>
                    <a:pt x="1801698" y="268789"/>
                  </a:cubicBezTo>
                  <a:cubicBezTo>
                    <a:pt x="1821198" y="268789"/>
                    <a:pt x="1837006" y="284597"/>
                    <a:pt x="1837006" y="304097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/>
            </a:p>
          </p:txBody>
        </p:sp>
        <p:sp>
          <p:nvSpPr>
            <p:cNvPr id="41" name="Freeform 336">
              <a:extLst>
                <a:ext uri="{FF2B5EF4-FFF2-40B4-BE49-F238E27FC236}">
                  <a16:creationId xmlns:a16="http://schemas.microsoft.com/office/drawing/2014/main" id="{4F22D70C-7F25-45E9-B8DF-15987AE8793B}"/>
                </a:ext>
              </a:extLst>
            </p:cNvPr>
            <p:cNvSpPr/>
            <p:nvPr/>
          </p:nvSpPr>
          <p:spPr>
            <a:xfrm>
              <a:off x="4820583" y="2928472"/>
              <a:ext cx="1954182" cy="1162895"/>
            </a:xfrm>
            <a:custGeom>
              <a:avLst/>
              <a:gdLst>
                <a:gd name="connsiteX0" fmla="*/ 0 w 1857375"/>
                <a:gd name="connsiteY0" fmla="*/ 0 h 1200150"/>
                <a:gd name="connsiteX1" fmla="*/ 771525 w 1857375"/>
                <a:gd name="connsiteY1" fmla="*/ 114300 h 1200150"/>
                <a:gd name="connsiteX2" fmla="*/ 1771650 w 1857375"/>
                <a:gd name="connsiteY2" fmla="*/ 276225 h 1200150"/>
                <a:gd name="connsiteX3" fmla="*/ 1857375 w 1857375"/>
                <a:gd name="connsiteY3" fmla="*/ 466725 h 1200150"/>
                <a:gd name="connsiteX4" fmla="*/ 1343025 w 1857375"/>
                <a:gd name="connsiteY4" fmla="*/ 1200150 h 1200150"/>
                <a:gd name="connsiteX5" fmla="*/ 647700 w 1857375"/>
                <a:gd name="connsiteY5" fmla="*/ 466725 h 1200150"/>
                <a:gd name="connsiteX6" fmla="*/ 0 w 1857375"/>
                <a:gd name="connsiteY6" fmla="*/ 0 h 1200150"/>
                <a:gd name="connsiteX0" fmla="*/ 0 w 1966987"/>
                <a:gd name="connsiteY0" fmla="*/ 0 h 1156882"/>
                <a:gd name="connsiteX1" fmla="*/ 881137 w 1966987"/>
                <a:gd name="connsiteY1" fmla="*/ 71032 h 1156882"/>
                <a:gd name="connsiteX2" fmla="*/ 1881262 w 1966987"/>
                <a:gd name="connsiteY2" fmla="*/ 232957 h 1156882"/>
                <a:gd name="connsiteX3" fmla="*/ 1966987 w 1966987"/>
                <a:gd name="connsiteY3" fmla="*/ 423457 h 1156882"/>
                <a:gd name="connsiteX4" fmla="*/ 1452637 w 1966987"/>
                <a:gd name="connsiteY4" fmla="*/ 1156882 h 1156882"/>
                <a:gd name="connsiteX5" fmla="*/ 757312 w 1966987"/>
                <a:gd name="connsiteY5" fmla="*/ 423457 h 1156882"/>
                <a:gd name="connsiteX6" fmla="*/ 0 w 1966987"/>
                <a:gd name="connsiteY6" fmla="*/ 0 h 1156882"/>
                <a:gd name="connsiteX0" fmla="*/ 0 w 1966987"/>
                <a:gd name="connsiteY0" fmla="*/ 0 h 1156882"/>
                <a:gd name="connsiteX1" fmla="*/ 881137 w 1966987"/>
                <a:gd name="connsiteY1" fmla="*/ 71032 h 1156882"/>
                <a:gd name="connsiteX2" fmla="*/ 1881262 w 1966987"/>
                <a:gd name="connsiteY2" fmla="*/ 232957 h 1156882"/>
                <a:gd name="connsiteX3" fmla="*/ 1966987 w 1966987"/>
                <a:gd name="connsiteY3" fmla="*/ 423457 h 1156882"/>
                <a:gd name="connsiteX4" fmla="*/ 1452637 w 1966987"/>
                <a:gd name="connsiteY4" fmla="*/ 1156882 h 1156882"/>
                <a:gd name="connsiteX5" fmla="*/ 714044 w 1966987"/>
                <a:gd name="connsiteY5" fmla="*/ 385958 h 1156882"/>
                <a:gd name="connsiteX6" fmla="*/ 0 w 1966987"/>
                <a:gd name="connsiteY6" fmla="*/ 0 h 1156882"/>
                <a:gd name="connsiteX0" fmla="*/ 0 w 1966987"/>
                <a:gd name="connsiteY0" fmla="*/ 0 h 1156882"/>
                <a:gd name="connsiteX1" fmla="*/ 881137 w 1966987"/>
                <a:gd name="connsiteY1" fmla="*/ 71032 h 1156882"/>
                <a:gd name="connsiteX2" fmla="*/ 1881262 w 1966987"/>
                <a:gd name="connsiteY2" fmla="*/ 232957 h 1156882"/>
                <a:gd name="connsiteX3" fmla="*/ 1966987 w 1966987"/>
                <a:gd name="connsiteY3" fmla="*/ 423457 h 1156882"/>
                <a:gd name="connsiteX4" fmla="*/ 1452637 w 1966987"/>
                <a:gd name="connsiteY4" fmla="*/ 1156882 h 1156882"/>
                <a:gd name="connsiteX5" fmla="*/ 708275 w 1966987"/>
                <a:gd name="connsiteY5" fmla="*/ 397496 h 1156882"/>
                <a:gd name="connsiteX6" fmla="*/ 0 w 1966987"/>
                <a:gd name="connsiteY6" fmla="*/ 0 h 1156882"/>
                <a:gd name="connsiteX0" fmla="*/ 0 w 1966987"/>
                <a:gd name="connsiteY0" fmla="*/ 0 h 1156882"/>
                <a:gd name="connsiteX1" fmla="*/ 881137 w 1966987"/>
                <a:gd name="connsiteY1" fmla="*/ 71032 h 1156882"/>
                <a:gd name="connsiteX2" fmla="*/ 1881262 w 1966987"/>
                <a:gd name="connsiteY2" fmla="*/ 232957 h 1156882"/>
                <a:gd name="connsiteX3" fmla="*/ 1966987 w 1966987"/>
                <a:gd name="connsiteY3" fmla="*/ 423457 h 1156882"/>
                <a:gd name="connsiteX4" fmla="*/ 1452637 w 1966987"/>
                <a:gd name="connsiteY4" fmla="*/ 1156882 h 1156882"/>
                <a:gd name="connsiteX5" fmla="*/ 708275 w 1966987"/>
                <a:gd name="connsiteY5" fmla="*/ 397496 h 1156882"/>
                <a:gd name="connsiteX6" fmla="*/ 0 w 1966987"/>
                <a:gd name="connsiteY6" fmla="*/ 0 h 1156882"/>
                <a:gd name="connsiteX0" fmla="*/ 0 w 1966987"/>
                <a:gd name="connsiteY0" fmla="*/ 0 h 1151113"/>
                <a:gd name="connsiteX1" fmla="*/ 881137 w 1966987"/>
                <a:gd name="connsiteY1" fmla="*/ 71032 h 1151113"/>
                <a:gd name="connsiteX2" fmla="*/ 1881262 w 1966987"/>
                <a:gd name="connsiteY2" fmla="*/ 232957 h 1151113"/>
                <a:gd name="connsiteX3" fmla="*/ 1966987 w 1966987"/>
                <a:gd name="connsiteY3" fmla="*/ 423457 h 1151113"/>
                <a:gd name="connsiteX4" fmla="*/ 1380524 w 1966987"/>
                <a:gd name="connsiteY4" fmla="*/ 1151113 h 1151113"/>
                <a:gd name="connsiteX5" fmla="*/ 708275 w 1966987"/>
                <a:gd name="connsiteY5" fmla="*/ 397496 h 1151113"/>
                <a:gd name="connsiteX6" fmla="*/ 0 w 1966987"/>
                <a:gd name="connsiteY6" fmla="*/ 0 h 1151113"/>
                <a:gd name="connsiteX0" fmla="*/ 0 w 1966987"/>
                <a:gd name="connsiteY0" fmla="*/ 0 h 1151113"/>
                <a:gd name="connsiteX1" fmla="*/ 881137 w 1966987"/>
                <a:gd name="connsiteY1" fmla="*/ 71032 h 1151113"/>
                <a:gd name="connsiteX2" fmla="*/ 1881262 w 1966987"/>
                <a:gd name="connsiteY2" fmla="*/ 232957 h 1151113"/>
                <a:gd name="connsiteX3" fmla="*/ 1966987 w 1966987"/>
                <a:gd name="connsiteY3" fmla="*/ 423457 h 1151113"/>
                <a:gd name="connsiteX4" fmla="*/ 1380524 w 1966987"/>
                <a:gd name="connsiteY4" fmla="*/ 1151113 h 1151113"/>
                <a:gd name="connsiteX5" fmla="*/ 708275 w 1966987"/>
                <a:gd name="connsiteY5" fmla="*/ 397496 h 1151113"/>
                <a:gd name="connsiteX6" fmla="*/ 0 w 1966987"/>
                <a:gd name="connsiteY6" fmla="*/ 0 h 1151113"/>
                <a:gd name="connsiteX0" fmla="*/ 0 w 1966987"/>
                <a:gd name="connsiteY0" fmla="*/ 0 h 1151113"/>
                <a:gd name="connsiteX1" fmla="*/ 881137 w 1966987"/>
                <a:gd name="connsiteY1" fmla="*/ 71032 h 1151113"/>
                <a:gd name="connsiteX2" fmla="*/ 1881262 w 1966987"/>
                <a:gd name="connsiteY2" fmla="*/ 232957 h 1151113"/>
                <a:gd name="connsiteX3" fmla="*/ 1966987 w 1966987"/>
                <a:gd name="connsiteY3" fmla="*/ 423457 h 1151113"/>
                <a:gd name="connsiteX4" fmla="*/ 1380524 w 1966987"/>
                <a:gd name="connsiteY4" fmla="*/ 1151113 h 1151113"/>
                <a:gd name="connsiteX5" fmla="*/ 708275 w 1966987"/>
                <a:gd name="connsiteY5" fmla="*/ 397496 h 1151113"/>
                <a:gd name="connsiteX6" fmla="*/ 0 w 1966987"/>
                <a:gd name="connsiteY6" fmla="*/ 0 h 1151113"/>
                <a:gd name="connsiteX0" fmla="*/ 0 w 1966987"/>
                <a:gd name="connsiteY0" fmla="*/ 0 h 1142459"/>
                <a:gd name="connsiteX1" fmla="*/ 881137 w 1966987"/>
                <a:gd name="connsiteY1" fmla="*/ 71032 h 1142459"/>
                <a:gd name="connsiteX2" fmla="*/ 1881262 w 1966987"/>
                <a:gd name="connsiteY2" fmla="*/ 232957 h 1142459"/>
                <a:gd name="connsiteX3" fmla="*/ 1966987 w 1966987"/>
                <a:gd name="connsiteY3" fmla="*/ 423457 h 1142459"/>
                <a:gd name="connsiteX4" fmla="*/ 1363217 w 1966987"/>
                <a:gd name="connsiteY4" fmla="*/ 1142459 h 1142459"/>
                <a:gd name="connsiteX5" fmla="*/ 708275 w 1966987"/>
                <a:gd name="connsiteY5" fmla="*/ 397496 h 1142459"/>
                <a:gd name="connsiteX6" fmla="*/ 0 w 1966987"/>
                <a:gd name="connsiteY6" fmla="*/ 0 h 1142459"/>
                <a:gd name="connsiteX0" fmla="*/ 0 w 1966987"/>
                <a:gd name="connsiteY0" fmla="*/ 0 h 1161695"/>
                <a:gd name="connsiteX1" fmla="*/ 881137 w 1966987"/>
                <a:gd name="connsiteY1" fmla="*/ 71032 h 1161695"/>
                <a:gd name="connsiteX2" fmla="*/ 1881262 w 1966987"/>
                <a:gd name="connsiteY2" fmla="*/ 232957 h 1161695"/>
                <a:gd name="connsiteX3" fmla="*/ 1966987 w 1966987"/>
                <a:gd name="connsiteY3" fmla="*/ 423457 h 1161695"/>
                <a:gd name="connsiteX4" fmla="*/ 1363217 w 1966987"/>
                <a:gd name="connsiteY4" fmla="*/ 1142459 h 1161695"/>
                <a:gd name="connsiteX5" fmla="*/ 708275 w 1966987"/>
                <a:gd name="connsiteY5" fmla="*/ 397496 h 1161695"/>
                <a:gd name="connsiteX6" fmla="*/ 0 w 1966987"/>
                <a:gd name="connsiteY6" fmla="*/ 0 h 1161695"/>
                <a:gd name="connsiteX0" fmla="*/ 0 w 1966987"/>
                <a:gd name="connsiteY0" fmla="*/ 0 h 1178466"/>
                <a:gd name="connsiteX1" fmla="*/ 881137 w 1966987"/>
                <a:gd name="connsiteY1" fmla="*/ 71032 h 1178466"/>
                <a:gd name="connsiteX2" fmla="*/ 1881262 w 1966987"/>
                <a:gd name="connsiteY2" fmla="*/ 232957 h 1178466"/>
                <a:gd name="connsiteX3" fmla="*/ 1966987 w 1966987"/>
                <a:gd name="connsiteY3" fmla="*/ 423457 h 1178466"/>
                <a:gd name="connsiteX4" fmla="*/ 1363217 w 1966987"/>
                <a:gd name="connsiteY4" fmla="*/ 1142459 h 1178466"/>
                <a:gd name="connsiteX5" fmla="*/ 708275 w 1966987"/>
                <a:gd name="connsiteY5" fmla="*/ 397496 h 1178466"/>
                <a:gd name="connsiteX6" fmla="*/ 0 w 1966987"/>
                <a:gd name="connsiteY6" fmla="*/ 0 h 1178466"/>
                <a:gd name="connsiteX0" fmla="*/ 0 w 1966987"/>
                <a:gd name="connsiteY0" fmla="*/ 0 h 1177150"/>
                <a:gd name="connsiteX1" fmla="*/ 881137 w 1966987"/>
                <a:gd name="connsiteY1" fmla="*/ 71032 h 1177150"/>
                <a:gd name="connsiteX2" fmla="*/ 1881262 w 1966987"/>
                <a:gd name="connsiteY2" fmla="*/ 232957 h 1177150"/>
                <a:gd name="connsiteX3" fmla="*/ 1966987 w 1966987"/>
                <a:gd name="connsiteY3" fmla="*/ 391727 h 1177150"/>
                <a:gd name="connsiteX4" fmla="*/ 1363217 w 1966987"/>
                <a:gd name="connsiteY4" fmla="*/ 1142459 h 1177150"/>
                <a:gd name="connsiteX5" fmla="*/ 708275 w 1966987"/>
                <a:gd name="connsiteY5" fmla="*/ 397496 h 1177150"/>
                <a:gd name="connsiteX6" fmla="*/ 0 w 1966987"/>
                <a:gd name="connsiteY6" fmla="*/ 0 h 1177150"/>
                <a:gd name="connsiteX0" fmla="*/ 0 w 1966987"/>
                <a:gd name="connsiteY0" fmla="*/ 0 h 1188912"/>
                <a:gd name="connsiteX1" fmla="*/ 881137 w 1966987"/>
                <a:gd name="connsiteY1" fmla="*/ 71032 h 1188912"/>
                <a:gd name="connsiteX2" fmla="*/ 1881262 w 1966987"/>
                <a:gd name="connsiteY2" fmla="*/ 232957 h 1188912"/>
                <a:gd name="connsiteX3" fmla="*/ 1966987 w 1966987"/>
                <a:gd name="connsiteY3" fmla="*/ 391727 h 1188912"/>
                <a:gd name="connsiteX4" fmla="*/ 1629255 w 1966987"/>
                <a:gd name="connsiteY4" fmla="*/ 1032005 h 1188912"/>
                <a:gd name="connsiteX5" fmla="*/ 1363217 w 1966987"/>
                <a:gd name="connsiteY5" fmla="*/ 1142459 h 1188912"/>
                <a:gd name="connsiteX6" fmla="*/ 708275 w 1966987"/>
                <a:gd name="connsiteY6" fmla="*/ 397496 h 1188912"/>
                <a:gd name="connsiteX7" fmla="*/ 0 w 1966987"/>
                <a:gd name="connsiteY7" fmla="*/ 0 h 1188912"/>
                <a:gd name="connsiteX0" fmla="*/ 0 w 1966987"/>
                <a:gd name="connsiteY0" fmla="*/ 0 h 1188912"/>
                <a:gd name="connsiteX1" fmla="*/ 881137 w 1966987"/>
                <a:gd name="connsiteY1" fmla="*/ 71032 h 1188912"/>
                <a:gd name="connsiteX2" fmla="*/ 1881262 w 1966987"/>
                <a:gd name="connsiteY2" fmla="*/ 232957 h 1188912"/>
                <a:gd name="connsiteX3" fmla="*/ 1966987 w 1966987"/>
                <a:gd name="connsiteY3" fmla="*/ 391727 h 1188912"/>
                <a:gd name="connsiteX4" fmla="*/ 1629255 w 1966987"/>
                <a:gd name="connsiteY4" fmla="*/ 1032005 h 1188912"/>
                <a:gd name="connsiteX5" fmla="*/ 1363217 w 1966987"/>
                <a:gd name="connsiteY5" fmla="*/ 1142459 h 1188912"/>
                <a:gd name="connsiteX6" fmla="*/ 708275 w 1966987"/>
                <a:gd name="connsiteY6" fmla="*/ 397496 h 1188912"/>
                <a:gd name="connsiteX7" fmla="*/ 0 w 1966987"/>
                <a:gd name="connsiteY7" fmla="*/ 0 h 1188912"/>
                <a:gd name="connsiteX0" fmla="*/ 0 w 1966987"/>
                <a:gd name="connsiteY0" fmla="*/ 0 h 1189484"/>
                <a:gd name="connsiteX1" fmla="*/ 881137 w 1966987"/>
                <a:gd name="connsiteY1" fmla="*/ 71032 h 1189484"/>
                <a:gd name="connsiteX2" fmla="*/ 1881262 w 1966987"/>
                <a:gd name="connsiteY2" fmla="*/ 232957 h 1189484"/>
                <a:gd name="connsiteX3" fmla="*/ 1966987 w 1966987"/>
                <a:gd name="connsiteY3" fmla="*/ 391727 h 1189484"/>
                <a:gd name="connsiteX4" fmla="*/ 1629255 w 1966987"/>
                <a:gd name="connsiteY4" fmla="*/ 1032005 h 1189484"/>
                <a:gd name="connsiteX5" fmla="*/ 1363217 w 1966987"/>
                <a:gd name="connsiteY5" fmla="*/ 1142459 h 1189484"/>
                <a:gd name="connsiteX6" fmla="*/ 708275 w 1966987"/>
                <a:gd name="connsiteY6" fmla="*/ 397496 h 1189484"/>
                <a:gd name="connsiteX7" fmla="*/ 0 w 1966987"/>
                <a:gd name="connsiteY7" fmla="*/ 0 h 1189484"/>
                <a:gd name="connsiteX0" fmla="*/ 0 w 1966987"/>
                <a:gd name="connsiteY0" fmla="*/ 0 h 1181822"/>
                <a:gd name="connsiteX1" fmla="*/ 881137 w 1966987"/>
                <a:gd name="connsiteY1" fmla="*/ 71032 h 1181822"/>
                <a:gd name="connsiteX2" fmla="*/ 1881262 w 1966987"/>
                <a:gd name="connsiteY2" fmla="*/ 232957 h 1181822"/>
                <a:gd name="connsiteX3" fmla="*/ 1966987 w 1966987"/>
                <a:gd name="connsiteY3" fmla="*/ 391727 h 1181822"/>
                <a:gd name="connsiteX4" fmla="*/ 1629255 w 1966987"/>
                <a:gd name="connsiteY4" fmla="*/ 1032005 h 1181822"/>
                <a:gd name="connsiteX5" fmla="*/ 1363217 w 1966987"/>
                <a:gd name="connsiteY5" fmla="*/ 1142459 h 1181822"/>
                <a:gd name="connsiteX6" fmla="*/ 708275 w 1966987"/>
                <a:gd name="connsiteY6" fmla="*/ 397496 h 1181822"/>
                <a:gd name="connsiteX7" fmla="*/ 0 w 1966987"/>
                <a:gd name="connsiteY7" fmla="*/ 0 h 1181822"/>
                <a:gd name="connsiteX0" fmla="*/ 0 w 1966987"/>
                <a:gd name="connsiteY0" fmla="*/ 0 h 1167805"/>
                <a:gd name="connsiteX1" fmla="*/ 881137 w 1966987"/>
                <a:gd name="connsiteY1" fmla="*/ 71032 h 1167805"/>
                <a:gd name="connsiteX2" fmla="*/ 1881262 w 1966987"/>
                <a:gd name="connsiteY2" fmla="*/ 232957 h 1167805"/>
                <a:gd name="connsiteX3" fmla="*/ 1966987 w 1966987"/>
                <a:gd name="connsiteY3" fmla="*/ 391727 h 1167805"/>
                <a:gd name="connsiteX4" fmla="*/ 1629255 w 1966987"/>
                <a:gd name="connsiteY4" fmla="*/ 1032005 h 1167805"/>
                <a:gd name="connsiteX5" fmla="*/ 1363217 w 1966987"/>
                <a:gd name="connsiteY5" fmla="*/ 1142459 h 1167805"/>
                <a:gd name="connsiteX6" fmla="*/ 708275 w 1966987"/>
                <a:gd name="connsiteY6" fmla="*/ 397496 h 1167805"/>
                <a:gd name="connsiteX7" fmla="*/ 0 w 1966987"/>
                <a:gd name="connsiteY7" fmla="*/ 0 h 1167805"/>
                <a:gd name="connsiteX0" fmla="*/ 0 w 1966987"/>
                <a:gd name="connsiteY0" fmla="*/ 0 h 1163994"/>
                <a:gd name="connsiteX1" fmla="*/ 881137 w 1966987"/>
                <a:gd name="connsiteY1" fmla="*/ 71032 h 1163994"/>
                <a:gd name="connsiteX2" fmla="*/ 1881262 w 1966987"/>
                <a:gd name="connsiteY2" fmla="*/ 232957 h 1163994"/>
                <a:gd name="connsiteX3" fmla="*/ 1966987 w 1966987"/>
                <a:gd name="connsiteY3" fmla="*/ 391727 h 1163994"/>
                <a:gd name="connsiteX4" fmla="*/ 1629255 w 1966987"/>
                <a:gd name="connsiteY4" fmla="*/ 1032005 h 1163994"/>
                <a:gd name="connsiteX5" fmla="*/ 1363217 w 1966987"/>
                <a:gd name="connsiteY5" fmla="*/ 1142459 h 1163994"/>
                <a:gd name="connsiteX6" fmla="*/ 708275 w 1966987"/>
                <a:gd name="connsiteY6" fmla="*/ 397496 h 1163994"/>
                <a:gd name="connsiteX7" fmla="*/ 0 w 1966987"/>
                <a:gd name="connsiteY7" fmla="*/ 0 h 1163994"/>
                <a:gd name="connsiteX0" fmla="*/ 0 w 1966987"/>
                <a:gd name="connsiteY0" fmla="*/ 0 h 1171549"/>
                <a:gd name="connsiteX1" fmla="*/ 881137 w 1966987"/>
                <a:gd name="connsiteY1" fmla="*/ 71032 h 1171549"/>
                <a:gd name="connsiteX2" fmla="*/ 1881262 w 1966987"/>
                <a:gd name="connsiteY2" fmla="*/ 232957 h 1171549"/>
                <a:gd name="connsiteX3" fmla="*/ 1966987 w 1966987"/>
                <a:gd name="connsiteY3" fmla="*/ 391727 h 1171549"/>
                <a:gd name="connsiteX4" fmla="*/ 1629255 w 1966987"/>
                <a:gd name="connsiteY4" fmla="*/ 1032005 h 1171549"/>
                <a:gd name="connsiteX5" fmla="*/ 1363217 w 1966987"/>
                <a:gd name="connsiteY5" fmla="*/ 1142459 h 1171549"/>
                <a:gd name="connsiteX6" fmla="*/ 708275 w 1966987"/>
                <a:gd name="connsiteY6" fmla="*/ 397496 h 1171549"/>
                <a:gd name="connsiteX7" fmla="*/ 0 w 1966987"/>
                <a:gd name="connsiteY7" fmla="*/ 0 h 1171549"/>
                <a:gd name="connsiteX0" fmla="*/ 0 w 1961218"/>
                <a:gd name="connsiteY0" fmla="*/ 0 h 1171549"/>
                <a:gd name="connsiteX1" fmla="*/ 881137 w 1961218"/>
                <a:gd name="connsiteY1" fmla="*/ 71032 h 1171549"/>
                <a:gd name="connsiteX2" fmla="*/ 1881262 w 1961218"/>
                <a:gd name="connsiteY2" fmla="*/ 232957 h 1171549"/>
                <a:gd name="connsiteX3" fmla="*/ 1961218 w 1961218"/>
                <a:gd name="connsiteY3" fmla="*/ 380189 h 1171549"/>
                <a:gd name="connsiteX4" fmla="*/ 1629255 w 1961218"/>
                <a:gd name="connsiteY4" fmla="*/ 1032005 h 1171549"/>
                <a:gd name="connsiteX5" fmla="*/ 1363217 w 1961218"/>
                <a:gd name="connsiteY5" fmla="*/ 1142459 h 1171549"/>
                <a:gd name="connsiteX6" fmla="*/ 708275 w 1961218"/>
                <a:gd name="connsiteY6" fmla="*/ 397496 h 1171549"/>
                <a:gd name="connsiteX7" fmla="*/ 0 w 1961218"/>
                <a:gd name="connsiteY7" fmla="*/ 0 h 1171549"/>
                <a:gd name="connsiteX0" fmla="*/ 0 w 1952564"/>
                <a:gd name="connsiteY0" fmla="*/ 0 h 1171549"/>
                <a:gd name="connsiteX1" fmla="*/ 881137 w 1952564"/>
                <a:gd name="connsiteY1" fmla="*/ 71032 h 1171549"/>
                <a:gd name="connsiteX2" fmla="*/ 1881262 w 1952564"/>
                <a:gd name="connsiteY2" fmla="*/ 232957 h 1171549"/>
                <a:gd name="connsiteX3" fmla="*/ 1952564 w 1952564"/>
                <a:gd name="connsiteY3" fmla="*/ 411919 h 1171549"/>
                <a:gd name="connsiteX4" fmla="*/ 1629255 w 1952564"/>
                <a:gd name="connsiteY4" fmla="*/ 1032005 h 1171549"/>
                <a:gd name="connsiteX5" fmla="*/ 1363217 w 1952564"/>
                <a:gd name="connsiteY5" fmla="*/ 1142459 h 1171549"/>
                <a:gd name="connsiteX6" fmla="*/ 708275 w 1952564"/>
                <a:gd name="connsiteY6" fmla="*/ 397496 h 1171549"/>
                <a:gd name="connsiteX7" fmla="*/ 0 w 1952564"/>
                <a:gd name="connsiteY7" fmla="*/ 0 h 1171549"/>
                <a:gd name="connsiteX0" fmla="*/ 0 w 1956074"/>
                <a:gd name="connsiteY0" fmla="*/ 0 h 1171549"/>
                <a:gd name="connsiteX1" fmla="*/ 881137 w 1956074"/>
                <a:gd name="connsiteY1" fmla="*/ 71032 h 1171549"/>
                <a:gd name="connsiteX2" fmla="*/ 1881262 w 1956074"/>
                <a:gd name="connsiteY2" fmla="*/ 232957 h 1171549"/>
                <a:gd name="connsiteX3" fmla="*/ 1952564 w 1956074"/>
                <a:gd name="connsiteY3" fmla="*/ 411919 h 1171549"/>
                <a:gd name="connsiteX4" fmla="*/ 1629255 w 1956074"/>
                <a:gd name="connsiteY4" fmla="*/ 1032005 h 1171549"/>
                <a:gd name="connsiteX5" fmla="*/ 1363217 w 1956074"/>
                <a:gd name="connsiteY5" fmla="*/ 1142459 h 1171549"/>
                <a:gd name="connsiteX6" fmla="*/ 708275 w 1956074"/>
                <a:gd name="connsiteY6" fmla="*/ 397496 h 1171549"/>
                <a:gd name="connsiteX7" fmla="*/ 0 w 1956074"/>
                <a:gd name="connsiteY7" fmla="*/ 0 h 1171549"/>
                <a:gd name="connsiteX0" fmla="*/ 0 w 1954810"/>
                <a:gd name="connsiteY0" fmla="*/ 0 h 1171549"/>
                <a:gd name="connsiteX1" fmla="*/ 881137 w 1954810"/>
                <a:gd name="connsiteY1" fmla="*/ 71032 h 1171549"/>
                <a:gd name="connsiteX2" fmla="*/ 1835110 w 1954810"/>
                <a:gd name="connsiteY2" fmla="*/ 224303 h 1171549"/>
                <a:gd name="connsiteX3" fmla="*/ 1952564 w 1954810"/>
                <a:gd name="connsiteY3" fmla="*/ 411919 h 1171549"/>
                <a:gd name="connsiteX4" fmla="*/ 1629255 w 1954810"/>
                <a:gd name="connsiteY4" fmla="*/ 1032005 h 1171549"/>
                <a:gd name="connsiteX5" fmla="*/ 1363217 w 1954810"/>
                <a:gd name="connsiteY5" fmla="*/ 1142459 h 1171549"/>
                <a:gd name="connsiteX6" fmla="*/ 708275 w 1954810"/>
                <a:gd name="connsiteY6" fmla="*/ 397496 h 1171549"/>
                <a:gd name="connsiteX7" fmla="*/ 0 w 1954810"/>
                <a:gd name="connsiteY7" fmla="*/ 0 h 1171549"/>
                <a:gd name="connsiteX0" fmla="*/ 0 w 1956939"/>
                <a:gd name="connsiteY0" fmla="*/ 0 h 1171549"/>
                <a:gd name="connsiteX1" fmla="*/ 881137 w 1956939"/>
                <a:gd name="connsiteY1" fmla="*/ 71032 h 1171549"/>
                <a:gd name="connsiteX2" fmla="*/ 1835110 w 1956939"/>
                <a:gd name="connsiteY2" fmla="*/ 224303 h 1171549"/>
                <a:gd name="connsiteX3" fmla="*/ 1952564 w 1956939"/>
                <a:gd name="connsiteY3" fmla="*/ 411919 h 1171549"/>
                <a:gd name="connsiteX4" fmla="*/ 1629255 w 1956939"/>
                <a:gd name="connsiteY4" fmla="*/ 1032005 h 1171549"/>
                <a:gd name="connsiteX5" fmla="*/ 1363217 w 1956939"/>
                <a:gd name="connsiteY5" fmla="*/ 1142459 h 1171549"/>
                <a:gd name="connsiteX6" fmla="*/ 708275 w 1956939"/>
                <a:gd name="connsiteY6" fmla="*/ 397496 h 1171549"/>
                <a:gd name="connsiteX7" fmla="*/ 0 w 1956939"/>
                <a:gd name="connsiteY7" fmla="*/ 0 h 1171549"/>
                <a:gd name="connsiteX0" fmla="*/ 0 w 1962378"/>
                <a:gd name="connsiteY0" fmla="*/ 0 h 1171549"/>
                <a:gd name="connsiteX1" fmla="*/ 881137 w 1962378"/>
                <a:gd name="connsiteY1" fmla="*/ 71032 h 1171549"/>
                <a:gd name="connsiteX2" fmla="*/ 1835110 w 1962378"/>
                <a:gd name="connsiteY2" fmla="*/ 224303 h 1171549"/>
                <a:gd name="connsiteX3" fmla="*/ 1958333 w 1962378"/>
                <a:gd name="connsiteY3" fmla="*/ 423457 h 1171549"/>
                <a:gd name="connsiteX4" fmla="*/ 1629255 w 1962378"/>
                <a:gd name="connsiteY4" fmla="*/ 1032005 h 1171549"/>
                <a:gd name="connsiteX5" fmla="*/ 1363217 w 1962378"/>
                <a:gd name="connsiteY5" fmla="*/ 1142459 h 1171549"/>
                <a:gd name="connsiteX6" fmla="*/ 708275 w 1962378"/>
                <a:gd name="connsiteY6" fmla="*/ 397496 h 1171549"/>
                <a:gd name="connsiteX7" fmla="*/ 0 w 1962378"/>
                <a:gd name="connsiteY7" fmla="*/ 0 h 1171549"/>
                <a:gd name="connsiteX0" fmla="*/ 0 w 1959951"/>
                <a:gd name="connsiteY0" fmla="*/ 0 h 1171549"/>
                <a:gd name="connsiteX1" fmla="*/ 881137 w 1959951"/>
                <a:gd name="connsiteY1" fmla="*/ 71032 h 1171549"/>
                <a:gd name="connsiteX2" fmla="*/ 1835110 w 1959951"/>
                <a:gd name="connsiteY2" fmla="*/ 224303 h 1171549"/>
                <a:gd name="connsiteX3" fmla="*/ 1958333 w 1959951"/>
                <a:gd name="connsiteY3" fmla="*/ 423457 h 1171549"/>
                <a:gd name="connsiteX4" fmla="*/ 1629255 w 1959951"/>
                <a:gd name="connsiteY4" fmla="*/ 1032005 h 1171549"/>
                <a:gd name="connsiteX5" fmla="*/ 1363217 w 1959951"/>
                <a:gd name="connsiteY5" fmla="*/ 1142459 h 1171549"/>
                <a:gd name="connsiteX6" fmla="*/ 708275 w 1959951"/>
                <a:gd name="connsiteY6" fmla="*/ 397496 h 1171549"/>
                <a:gd name="connsiteX7" fmla="*/ 0 w 1959951"/>
                <a:gd name="connsiteY7" fmla="*/ 0 h 1171549"/>
                <a:gd name="connsiteX0" fmla="*/ 0 w 1959951"/>
                <a:gd name="connsiteY0" fmla="*/ 0 h 1171549"/>
                <a:gd name="connsiteX1" fmla="*/ 881137 w 1959951"/>
                <a:gd name="connsiteY1" fmla="*/ 71032 h 1171549"/>
                <a:gd name="connsiteX2" fmla="*/ 1835110 w 1959951"/>
                <a:gd name="connsiteY2" fmla="*/ 224303 h 1171549"/>
                <a:gd name="connsiteX3" fmla="*/ 1958333 w 1959951"/>
                <a:gd name="connsiteY3" fmla="*/ 423457 h 1171549"/>
                <a:gd name="connsiteX4" fmla="*/ 1629255 w 1959951"/>
                <a:gd name="connsiteY4" fmla="*/ 1032005 h 1171549"/>
                <a:gd name="connsiteX5" fmla="*/ 1363217 w 1959951"/>
                <a:gd name="connsiteY5" fmla="*/ 1142459 h 1171549"/>
                <a:gd name="connsiteX6" fmla="*/ 708275 w 1959951"/>
                <a:gd name="connsiteY6" fmla="*/ 397496 h 1171549"/>
                <a:gd name="connsiteX7" fmla="*/ 0 w 1959951"/>
                <a:gd name="connsiteY7" fmla="*/ 0 h 1171549"/>
                <a:gd name="connsiteX0" fmla="*/ 0 w 1951298"/>
                <a:gd name="connsiteY0" fmla="*/ 0 h 1168664"/>
                <a:gd name="connsiteX1" fmla="*/ 872484 w 1951298"/>
                <a:gd name="connsiteY1" fmla="*/ 68147 h 1168664"/>
                <a:gd name="connsiteX2" fmla="*/ 1826457 w 1951298"/>
                <a:gd name="connsiteY2" fmla="*/ 221418 h 1168664"/>
                <a:gd name="connsiteX3" fmla="*/ 1949680 w 1951298"/>
                <a:gd name="connsiteY3" fmla="*/ 420572 h 1168664"/>
                <a:gd name="connsiteX4" fmla="*/ 1620602 w 1951298"/>
                <a:gd name="connsiteY4" fmla="*/ 1029120 h 1168664"/>
                <a:gd name="connsiteX5" fmla="*/ 1354564 w 1951298"/>
                <a:gd name="connsiteY5" fmla="*/ 1139574 h 1168664"/>
                <a:gd name="connsiteX6" fmla="*/ 699622 w 1951298"/>
                <a:gd name="connsiteY6" fmla="*/ 394611 h 1168664"/>
                <a:gd name="connsiteX7" fmla="*/ 0 w 1951298"/>
                <a:gd name="connsiteY7" fmla="*/ 0 h 1168664"/>
                <a:gd name="connsiteX0" fmla="*/ 0 w 1954182"/>
                <a:gd name="connsiteY0" fmla="*/ 0 h 1162895"/>
                <a:gd name="connsiteX1" fmla="*/ 875368 w 1954182"/>
                <a:gd name="connsiteY1" fmla="*/ 62378 h 1162895"/>
                <a:gd name="connsiteX2" fmla="*/ 1829341 w 1954182"/>
                <a:gd name="connsiteY2" fmla="*/ 215649 h 1162895"/>
                <a:gd name="connsiteX3" fmla="*/ 1952564 w 1954182"/>
                <a:gd name="connsiteY3" fmla="*/ 414803 h 1162895"/>
                <a:gd name="connsiteX4" fmla="*/ 1623486 w 1954182"/>
                <a:gd name="connsiteY4" fmla="*/ 1023351 h 1162895"/>
                <a:gd name="connsiteX5" fmla="*/ 1357448 w 1954182"/>
                <a:gd name="connsiteY5" fmla="*/ 1133805 h 1162895"/>
                <a:gd name="connsiteX6" fmla="*/ 702506 w 1954182"/>
                <a:gd name="connsiteY6" fmla="*/ 388842 h 1162895"/>
                <a:gd name="connsiteX7" fmla="*/ 0 w 1954182"/>
                <a:gd name="connsiteY7" fmla="*/ 0 h 1162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54182" h="1162895">
                  <a:moveTo>
                    <a:pt x="0" y="0"/>
                  </a:moveTo>
                  <a:cubicBezTo>
                    <a:pt x="293712" y="23677"/>
                    <a:pt x="570478" y="26436"/>
                    <a:pt x="875368" y="62378"/>
                  </a:cubicBezTo>
                  <a:cubicBezTo>
                    <a:pt x="1180258" y="98320"/>
                    <a:pt x="1495966" y="161674"/>
                    <a:pt x="1829341" y="215649"/>
                  </a:cubicBezTo>
                  <a:cubicBezTo>
                    <a:pt x="1919453" y="229151"/>
                    <a:pt x="1963412" y="343611"/>
                    <a:pt x="1952564" y="414803"/>
                  </a:cubicBezTo>
                  <a:cubicBezTo>
                    <a:pt x="1899024" y="547978"/>
                    <a:pt x="1721230" y="857845"/>
                    <a:pt x="1623486" y="1023351"/>
                  </a:cubicBezTo>
                  <a:cubicBezTo>
                    <a:pt x="1534396" y="1185972"/>
                    <a:pt x="1412870" y="1181866"/>
                    <a:pt x="1357448" y="1133805"/>
                  </a:cubicBezTo>
                  <a:lnTo>
                    <a:pt x="702506" y="3888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96E5D86A-AF2A-46C8-BF54-995C20051C15}"/>
                </a:ext>
              </a:extLst>
            </p:cNvPr>
            <p:cNvSpPr/>
            <p:nvPr/>
          </p:nvSpPr>
          <p:spPr>
            <a:xfrm rot="1973302">
              <a:off x="5891306" y="3497511"/>
              <a:ext cx="121089" cy="12108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2C9FE35A-4683-4196-AA95-B152A9088C9C}"/>
                </a:ext>
              </a:extLst>
            </p:cNvPr>
            <p:cNvSpPr/>
            <p:nvPr/>
          </p:nvSpPr>
          <p:spPr>
            <a:xfrm rot="1973302">
              <a:off x="6086673" y="3440794"/>
              <a:ext cx="60544" cy="6054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0E1C4C8B-7854-4EB0-A183-7DB3EB0E07C2}"/>
                </a:ext>
              </a:extLst>
            </p:cNvPr>
            <p:cNvSpPr/>
            <p:nvPr/>
          </p:nvSpPr>
          <p:spPr>
            <a:xfrm rot="1973302">
              <a:off x="5916623" y="3119292"/>
              <a:ext cx="98612" cy="9861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6071445C-AC86-4160-AB42-E7AE856A3156}"/>
                </a:ext>
              </a:extLst>
            </p:cNvPr>
            <p:cNvSpPr/>
            <p:nvPr/>
          </p:nvSpPr>
          <p:spPr>
            <a:xfrm rot="1973302">
              <a:off x="6172372" y="3789354"/>
              <a:ext cx="163508" cy="16350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4463F117-1B1E-4F27-8434-79AEEB8AFC67}"/>
                </a:ext>
              </a:extLst>
            </p:cNvPr>
            <p:cNvSpPr/>
            <p:nvPr/>
          </p:nvSpPr>
          <p:spPr>
            <a:xfrm rot="1973302">
              <a:off x="5526976" y="3152557"/>
              <a:ext cx="98612" cy="9861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723865FA-A6A0-4772-A330-10449769B17D}"/>
                </a:ext>
              </a:extLst>
            </p:cNvPr>
            <p:cNvSpPr/>
            <p:nvPr/>
          </p:nvSpPr>
          <p:spPr>
            <a:xfrm rot="1973302">
              <a:off x="6253503" y="3574518"/>
              <a:ext cx="98612" cy="9861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956F3DE4-0F85-49A7-8F3D-268FFCA8375F}"/>
                </a:ext>
              </a:extLst>
            </p:cNvPr>
            <p:cNvSpPr/>
            <p:nvPr/>
          </p:nvSpPr>
          <p:spPr>
            <a:xfrm rot="1973302">
              <a:off x="5737788" y="3329725"/>
              <a:ext cx="60544" cy="6054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B74E75F8-2A8E-47D0-A962-1EFE6806909B}"/>
                </a:ext>
              </a:extLst>
            </p:cNvPr>
            <p:cNvSpPr/>
            <p:nvPr/>
          </p:nvSpPr>
          <p:spPr>
            <a:xfrm rot="1973302">
              <a:off x="6514160" y="3187471"/>
              <a:ext cx="98612" cy="9861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FAF0DE12-AF2C-436C-9B38-22DD757DB99F}"/>
                </a:ext>
              </a:extLst>
            </p:cNvPr>
            <p:cNvSpPr/>
            <p:nvPr/>
          </p:nvSpPr>
          <p:spPr>
            <a:xfrm rot="1973302">
              <a:off x="6230678" y="3245561"/>
              <a:ext cx="60544" cy="6054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8BBA5317-FA20-45E1-9C72-43CE1906AF98}"/>
                </a:ext>
              </a:extLst>
            </p:cNvPr>
            <p:cNvSpPr/>
            <p:nvPr/>
          </p:nvSpPr>
          <p:spPr>
            <a:xfrm rot="1973302">
              <a:off x="6279821" y="3360896"/>
              <a:ext cx="98612" cy="9861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C0525467-1D3C-4E71-8275-C003D5D77741}"/>
                </a:ext>
              </a:extLst>
            </p:cNvPr>
            <p:cNvSpPr/>
            <p:nvPr/>
          </p:nvSpPr>
          <p:spPr>
            <a:xfrm rot="1973302">
              <a:off x="6571822" y="3343434"/>
              <a:ext cx="98612" cy="9861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22D0CFD4-0AD3-40AA-908B-0BE82E15C4C9}"/>
                </a:ext>
              </a:extLst>
            </p:cNvPr>
            <p:cNvSpPr/>
            <p:nvPr/>
          </p:nvSpPr>
          <p:spPr>
            <a:xfrm rot="1973302">
              <a:off x="5303666" y="3028290"/>
              <a:ext cx="60544" cy="6054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/>
            </a:p>
          </p:txBody>
        </p:sp>
      </p:grpSp>
      <p:grpSp>
        <p:nvGrpSpPr>
          <p:cNvPr id="54" name="그룹 2">
            <a:extLst>
              <a:ext uri="{FF2B5EF4-FFF2-40B4-BE49-F238E27FC236}">
                <a16:creationId xmlns:a16="http://schemas.microsoft.com/office/drawing/2014/main" id="{7751E5C3-F43C-4764-9BB5-5CE6340F7888}"/>
              </a:ext>
            </a:extLst>
          </p:cNvPr>
          <p:cNvGrpSpPr/>
          <p:nvPr/>
        </p:nvGrpSpPr>
        <p:grpSpPr>
          <a:xfrm>
            <a:off x="4435169" y="1376800"/>
            <a:ext cx="281236" cy="2154671"/>
            <a:chOff x="4389556" y="2257766"/>
            <a:chExt cx="374981" cy="2872894"/>
          </a:xfrm>
          <a:solidFill>
            <a:schemeClr val="accent4"/>
          </a:solidFill>
        </p:grpSpPr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64AD72C1-BE0F-4A78-8CCB-C7FCDC891E2B}"/>
                </a:ext>
              </a:extLst>
            </p:cNvPr>
            <p:cNvSpPr/>
            <p:nvPr/>
          </p:nvSpPr>
          <p:spPr>
            <a:xfrm rot="1973302">
              <a:off x="4663470" y="4185105"/>
              <a:ext cx="60544" cy="6054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68747CDE-2642-49FE-80B4-A88A77585E7B}"/>
                </a:ext>
              </a:extLst>
            </p:cNvPr>
            <p:cNvSpPr/>
            <p:nvPr/>
          </p:nvSpPr>
          <p:spPr>
            <a:xfrm rot="1973302">
              <a:off x="4665925" y="4328190"/>
              <a:ext cx="98612" cy="9861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632295C8-184E-4198-AFFF-D8996ACEFF0A}"/>
                </a:ext>
              </a:extLst>
            </p:cNvPr>
            <p:cNvSpPr/>
            <p:nvPr/>
          </p:nvSpPr>
          <p:spPr>
            <a:xfrm rot="1973302">
              <a:off x="4545404" y="3786323"/>
              <a:ext cx="60544" cy="6054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F8111320-9241-4801-9942-A70257F7E4DA}"/>
                </a:ext>
              </a:extLst>
            </p:cNvPr>
            <p:cNvSpPr/>
            <p:nvPr/>
          </p:nvSpPr>
          <p:spPr>
            <a:xfrm rot="1973302">
              <a:off x="4389556" y="2257766"/>
              <a:ext cx="121089" cy="12108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D877A511-9E74-48C4-9653-02878D43406A}"/>
                </a:ext>
              </a:extLst>
            </p:cNvPr>
            <p:cNvSpPr/>
            <p:nvPr/>
          </p:nvSpPr>
          <p:spPr>
            <a:xfrm rot="1973302">
              <a:off x="4396258" y="2635712"/>
              <a:ext cx="60544" cy="6054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1D6AB9AD-DD40-4F64-835D-DA4BA7D47826}"/>
                </a:ext>
              </a:extLst>
            </p:cNvPr>
            <p:cNvSpPr/>
            <p:nvPr/>
          </p:nvSpPr>
          <p:spPr>
            <a:xfrm rot="1973302">
              <a:off x="4468972" y="2460460"/>
              <a:ext cx="98612" cy="9861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9F0A37B4-C594-4A2A-B8D9-6463D11840E9}"/>
                </a:ext>
              </a:extLst>
            </p:cNvPr>
            <p:cNvSpPr/>
            <p:nvPr/>
          </p:nvSpPr>
          <p:spPr>
            <a:xfrm rot="1973302">
              <a:off x="4458193" y="2787346"/>
              <a:ext cx="98612" cy="9861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B0AC22B5-0204-472D-B27A-9AA3F13256FF}"/>
                </a:ext>
              </a:extLst>
            </p:cNvPr>
            <p:cNvSpPr/>
            <p:nvPr/>
          </p:nvSpPr>
          <p:spPr>
            <a:xfrm rot="1973302">
              <a:off x="4467441" y="4888963"/>
              <a:ext cx="60544" cy="6054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7E1B3CA9-60E6-4A79-8374-5AD19FF50CAC}"/>
                </a:ext>
              </a:extLst>
            </p:cNvPr>
            <p:cNvSpPr/>
            <p:nvPr/>
          </p:nvSpPr>
          <p:spPr>
            <a:xfrm rot="1973302">
              <a:off x="4469896" y="5032048"/>
              <a:ext cx="98612" cy="9861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/>
            </a:p>
          </p:txBody>
        </p:sp>
      </p:grpSp>
      <p:grpSp>
        <p:nvGrpSpPr>
          <p:cNvPr id="64" name="그룹 5">
            <a:extLst>
              <a:ext uri="{FF2B5EF4-FFF2-40B4-BE49-F238E27FC236}">
                <a16:creationId xmlns:a16="http://schemas.microsoft.com/office/drawing/2014/main" id="{E85332CF-E0F0-4C6D-A536-5E6FB9432636}"/>
              </a:ext>
            </a:extLst>
          </p:cNvPr>
          <p:cNvGrpSpPr/>
          <p:nvPr/>
        </p:nvGrpSpPr>
        <p:grpSpPr>
          <a:xfrm>
            <a:off x="4435168" y="2045909"/>
            <a:ext cx="222516" cy="1687272"/>
            <a:chOff x="4389556" y="3149911"/>
            <a:chExt cx="296688" cy="2249696"/>
          </a:xfrm>
          <a:solidFill>
            <a:schemeClr val="accent1"/>
          </a:solidFill>
        </p:grpSpPr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BBA85845-F758-4D40-BE06-2E0DACA56EF5}"/>
                </a:ext>
              </a:extLst>
            </p:cNvPr>
            <p:cNvSpPr/>
            <p:nvPr/>
          </p:nvSpPr>
          <p:spPr>
            <a:xfrm rot="1973302">
              <a:off x="4474413" y="4523861"/>
              <a:ext cx="163508" cy="16350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61916BC8-2C4B-446A-9845-33DE1E3E9001}"/>
                </a:ext>
              </a:extLst>
            </p:cNvPr>
            <p:cNvSpPr/>
            <p:nvPr/>
          </p:nvSpPr>
          <p:spPr>
            <a:xfrm rot="1973302">
              <a:off x="4484511" y="3956854"/>
              <a:ext cx="98612" cy="9861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C02A8BBC-EC44-429D-BD77-02C0F95CD33E}"/>
                </a:ext>
              </a:extLst>
            </p:cNvPr>
            <p:cNvSpPr/>
            <p:nvPr/>
          </p:nvSpPr>
          <p:spPr>
            <a:xfrm rot="1973302">
              <a:off x="4389556" y="3149911"/>
              <a:ext cx="121089" cy="1210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60D007CE-0E0C-4315-BA47-F82B4A1812BB}"/>
                </a:ext>
              </a:extLst>
            </p:cNvPr>
            <p:cNvSpPr/>
            <p:nvPr/>
          </p:nvSpPr>
          <p:spPr>
            <a:xfrm rot="1973302">
              <a:off x="4396258" y="3527857"/>
              <a:ext cx="60544" cy="6054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714B067D-C5B9-4403-9E17-1497FCAEB72F}"/>
                </a:ext>
              </a:extLst>
            </p:cNvPr>
            <p:cNvSpPr/>
            <p:nvPr/>
          </p:nvSpPr>
          <p:spPr>
            <a:xfrm rot="1973302">
              <a:off x="4468972" y="3352605"/>
              <a:ext cx="98612" cy="9861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6F21506C-753F-4273-B241-458C0FC3DE7F}"/>
                </a:ext>
              </a:extLst>
            </p:cNvPr>
            <p:cNvSpPr/>
            <p:nvPr/>
          </p:nvSpPr>
          <p:spPr>
            <a:xfrm rot="1973302">
              <a:off x="4514918" y="5339063"/>
              <a:ext cx="60544" cy="6054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FCFA340C-9DE5-47C7-9345-65245D540EFF}"/>
                </a:ext>
              </a:extLst>
            </p:cNvPr>
            <p:cNvSpPr/>
            <p:nvPr/>
          </p:nvSpPr>
          <p:spPr>
            <a:xfrm rot="1973302">
              <a:off x="4587632" y="5163811"/>
              <a:ext cx="98612" cy="9861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/>
            </a:p>
          </p:txBody>
        </p:sp>
      </p:grpSp>
      <p:grpSp>
        <p:nvGrpSpPr>
          <p:cNvPr id="72" name="그룹 3">
            <a:extLst>
              <a:ext uri="{FF2B5EF4-FFF2-40B4-BE49-F238E27FC236}">
                <a16:creationId xmlns:a16="http://schemas.microsoft.com/office/drawing/2014/main" id="{9906F7AF-8C27-45D7-97EA-920E0F2E5BD8}"/>
              </a:ext>
            </a:extLst>
          </p:cNvPr>
          <p:cNvGrpSpPr/>
          <p:nvPr/>
        </p:nvGrpSpPr>
        <p:grpSpPr>
          <a:xfrm>
            <a:off x="4571228" y="1783327"/>
            <a:ext cx="171242" cy="1983196"/>
            <a:chOff x="4570969" y="2799800"/>
            <a:chExt cx="228321" cy="2644260"/>
          </a:xfrm>
          <a:solidFill>
            <a:schemeClr val="accent3"/>
          </a:solidFill>
        </p:grpSpPr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241B018D-F981-4452-A8B5-BF6363822092}"/>
                </a:ext>
              </a:extLst>
            </p:cNvPr>
            <p:cNvSpPr/>
            <p:nvPr/>
          </p:nvSpPr>
          <p:spPr>
            <a:xfrm rot="1973302">
              <a:off x="4570969" y="2958980"/>
              <a:ext cx="121089" cy="1210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2BBE49CD-3081-4D31-BB42-B12682E1ED4E}"/>
                </a:ext>
              </a:extLst>
            </p:cNvPr>
            <p:cNvSpPr/>
            <p:nvPr/>
          </p:nvSpPr>
          <p:spPr>
            <a:xfrm rot="1973302">
              <a:off x="4626042" y="2799800"/>
              <a:ext cx="98612" cy="9861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61162AD4-C963-4AE6-9D3E-3598DA486727}"/>
                </a:ext>
              </a:extLst>
            </p:cNvPr>
            <p:cNvSpPr/>
            <p:nvPr/>
          </p:nvSpPr>
          <p:spPr>
            <a:xfrm rot="1973302">
              <a:off x="4650384" y="3169694"/>
              <a:ext cx="98612" cy="9861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/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83CDE948-9D6C-4193-87CE-0952ACF7426D}"/>
                </a:ext>
              </a:extLst>
            </p:cNvPr>
            <p:cNvSpPr/>
            <p:nvPr/>
          </p:nvSpPr>
          <p:spPr>
            <a:xfrm rot="1973302">
              <a:off x="4670756" y="3421478"/>
              <a:ext cx="98612" cy="9861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269F17D8-282B-4DE8-8911-6A76A0545854}"/>
                </a:ext>
              </a:extLst>
            </p:cNvPr>
            <p:cNvSpPr/>
            <p:nvPr/>
          </p:nvSpPr>
          <p:spPr>
            <a:xfrm rot="1973302">
              <a:off x="4634218" y="4710686"/>
              <a:ext cx="163508" cy="16350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/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3A97779A-2CAE-47C9-B279-3EE618CB6941}"/>
                </a:ext>
              </a:extLst>
            </p:cNvPr>
            <p:cNvSpPr/>
            <p:nvPr/>
          </p:nvSpPr>
          <p:spPr>
            <a:xfrm rot="1973302">
              <a:off x="4623362" y="3646773"/>
              <a:ext cx="163508" cy="16350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/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D7B7F183-F899-49C1-9805-A2729192370F}"/>
                </a:ext>
              </a:extLst>
            </p:cNvPr>
            <p:cNvSpPr/>
            <p:nvPr/>
          </p:nvSpPr>
          <p:spPr>
            <a:xfrm rot="1973302">
              <a:off x="4579340" y="4916125"/>
              <a:ext cx="121089" cy="1210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/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6EFC0284-7A22-4728-A673-7778C94027E2}"/>
                </a:ext>
              </a:extLst>
            </p:cNvPr>
            <p:cNvSpPr/>
            <p:nvPr/>
          </p:nvSpPr>
          <p:spPr>
            <a:xfrm rot="1973302">
              <a:off x="4700678" y="5242217"/>
              <a:ext cx="98612" cy="9861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/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81C7D73F-9D12-42E0-B9CA-EFB49044A24D}"/>
                </a:ext>
              </a:extLst>
            </p:cNvPr>
            <p:cNvSpPr/>
            <p:nvPr/>
          </p:nvSpPr>
          <p:spPr>
            <a:xfrm rot="1973302">
              <a:off x="4621611" y="5383516"/>
              <a:ext cx="60544" cy="6054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/>
            </a:p>
          </p:txBody>
        </p:sp>
      </p:grpSp>
      <p:sp>
        <p:nvSpPr>
          <p:cNvPr id="82" name="Oval 81">
            <a:extLst>
              <a:ext uri="{FF2B5EF4-FFF2-40B4-BE49-F238E27FC236}">
                <a16:creationId xmlns:a16="http://schemas.microsoft.com/office/drawing/2014/main" id="{6AC8E833-E348-4FFE-873D-5E6E0AFC62B9}"/>
              </a:ext>
            </a:extLst>
          </p:cNvPr>
          <p:cNvSpPr/>
          <p:nvPr/>
        </p:nvSpPr>
        <p:spPr>
          <a:xfrm>
            <a:off x="6528590" y="1155934"/>
            <a:ext cx="552510" cy="543185"/>
          </a:xfrm>
          <a:prstGeom prst="ellipse">
            <a:avLst/>
          </a:prstGeom>
          <a:solidFill>
            <a:schemeClr val="accent3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000"/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216720FA-B526-481C-B0CF-16DD09B9B04D}"/>
              </a:ext>
            </a:extLst>
          </p:cNvPr>
          <p:cNvGrpSpPr/>
          <p:nvPr/>
        </p:nvGrpSpPr>
        <p:grpSpPr>
          <a:xfrm>
            <a:off x="7130466" y="1059606"/>
            <a:ext cx="2086395" cy="961684"/>
            <a:chOff x="-475010" y="1042365"/>
            <a:chExt cx="3859356" cy="1282249"/>
          </a:xfrm>
        </p:grpSpPr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A3E01013-103B-4E2A-BE10-DE741D5CE6E3}"/>
                </a:ext>
              </a:extLst>
            </p:cNvPr>
            <p:cNvSpPr txBox="1"/>
            <p:nvPr/>
          </p:nvSpPr>
          <p:spPr>
            <a:xfrm>
              <a:off x="-475010" y="1042365"/>
              <a:ext cx="3859356" cy="45140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ru-RU" altLang="ko-KR" sz="1600" b="1" dirty="0">
                  <a:solidFill>
                    <a:schemeClr val="accent1">
                      <a:lumMod val="5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Arial" pitchFamily="34" charset="0"/>
                </a:rPr>
                <a:t>До перелома:</a:t>
              </a:r>
              <a:endParaRPr lang="ko-KR" altLang="en-US" sz="16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itchFamily="34" charset="0"/>
              </a:endParaRP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F7D1C66F-A3B1-49CB-BD9E-207988EF79C3}"/>
                </a:ext>
              </a:extLst>
            </p:cNvPr>
            <p:cNvSpPr txBox="1"/>
            <p:nvPr/>
          </p:nvSpPr>
          <p:spPr>
            <a:xfrm>
              <a:off x="-460976" y="1339726"/>
              <a:ext cx="3845322" cy="984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Симптомов НЕТ! (Пациент чувствует себя здоровым).</a:t>
              </a:r>
              <a:endPara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86" name="Oval 85">
            <a:extLst>
              <a:ext uri="{FF2B5EF4-FFF2-40B4-BE49-F238E27FC236}">
                <a16:creationId xmlns:a16="http://schemas.microsoft.com/office/drawing/2014/main" id="{B4712324-A748-4A2C-9314-83F89ED77668}"/>
              </a:ext>
            </a:extLst>
          </p:cNvPr>
          <p:cNvSpPr/>
          <p:nvPr/>
        </p:nvSpPr>
        <p:spPr>
          <a:xfrm>
            <a:off x="6542792" y="2257394"/>
            <a:ext cx="559244" cy="520387"/>
          </a:xfrm>
          <a:prstGeom prst="ellipse">
            <a:avLst/>
          </a:prstGeom>
          <a:solidFill>
            <a:schemeClr val="accent2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000"/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0A7558A4-91B5-43AE-B512-8522435465EA}"/>
              </a:ext>
            </a:extLst>
          </p:cNvPr>
          <p:cNvGrpSpPr/>
          <p:nvPr/>
        </p:nvGrpSpPr>
        <p:grpSpPr>
          <a:xfrm>
            <a:off x="7130465" y="2220840"/>
            <a:ext cx="2086395" cy="961684"/>
            <a:chOff x="-475010" y="1042366"/>
            <a:chExt cx="3859356" cy="1282246"/>
          </a:xfrm>
        </p:grpSpPr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B9E6DD97-BC70-4EE5-8EDF-FB433D313654}"/>
                </a:ext>
              </a:extLst>
            </p:cNvPr>
            <p:cNvSpPr txBox="1"/>
            <p:nvPr/>
          </p:nvSpPr>
          <p:spPr>
            <a:xfrm>
              <a:off x="-475010" y="1042366"/>
              <a:ext cx="3859356" cy="45140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ru-RU" altLang="ko-KR" sz="1600" b="1" dirty="0">
                  <a:solidFill>
                    <a:schemeClr val="accent1">
                      <a:lumMod val="5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Arial" pitchFamily="34" charset="0"/>
                </a:rPr>
                <a:t>Острый перелом:</a:t>
              </a:r>
              <a:endParaRPr lang="ko-KR" altLang="en-US" sz="16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itchFamily="34" charset="0"/>
              </a:endParaRP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8F9094B4-301D-4005-991C-249655BF60CB}"/>
                </a:ext>
              </a:extLst>
            </p:cNvPr>
            <p:cNvSpPr txBox="1"/>
            <p:nvPr/>
          </p:nvSpPr>
          <p:spPr>
            <a:xfrm>
              <a:off x="-460976" y="1339726"/>
              <a:ext cx="3845322" cy="984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Боль, нарушение функции, госпитализация.</a:t>
              </a:r>
              <a:endPara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90" name="Oval 89">
            <a:extLst>
              <a:ext uri="{FF2B5EF4-FFF2-40B4-BE49-F238E27FC236}">
                <a16:creationId xmlns:a16="http://schemas.microsoft.com/office/drawing/2014/main" id="{3AA17050-92EE-404B-876F-75D2F0D7C888}"/>
              </a:ext>
            </a:extLst>
          </p:cNvPr>
          <p:cNvSpPr/>
          <p:nvPr/>
        </p:nvSpPr>
        <p:spPr>
          <a:xfrm>
            <a:off x="6545641" y="3362591"/>
            <a:ext cx="559244" cy="520387"/>
          </a:xfrm>
          <a:prstGeom prst="ellipse">
            <a:avLst/>
          </a:prstGeom>
          <a:solidFill>
            <a:schemeClr val="accent1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00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DB2AD22B-860D-43D2-B073-72F06F4D8857}"/>
              </a:ext>
            </a:extLst>
          </p:cNvPr>
          <p:cNvSpPr txBox="1"/>
          <p:nvPr/>
        </p:nvSpPr>
        <p:spPr>
          <a:xfrm>
            <a:off x="7138052" y="3336831"/>
            <a:ext cx="1792080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altLang="ko-KR" sz="16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itchFamily="34" charset="0"/>
              </a:rPr>
              <a:t>Позвонки (хронически):</a:t>
            </a:r>
            <a:endParaRPr lang="ko-KR" altLang="en-US" sz="1600" b="1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Arial" pitchFamily="34" charset="0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5B078C1D-56DF-4C40-82E3-C4AECC145AD3}"/>
              </a:ext>
            </a:extLst>
          </p:cNvPr>
          <p:cNvSpPr txBox="1"/>
          <p:nvPr/>
        </p:nvSpPr>
        <p:spPr>
          <a:xfrm>
            <a:off x="89968" y="873333"/>
            <a:ext cx="2948420" cy="3731791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ru-RU" altLang="ko-KR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Остеопороз до развития патологического перелома не имеет клинических проявлений. В отличие от остеопороза, патологический перелом в остром периоде часто имеет яркую клиническую картину. Перелом сопряжен с болью, нарушением функции, и диагностируется рентгенологически врачом-травматологом-ортопедом, который в зависимости от характера предшествующей травмы может заподозрить остеопороз.</a:t>
            </a:r>
            <a:endParaRPr lang="en-US" altLang="ko-KR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69C2335B-CB30-4BAA-8941-9753AFEC50F4}"/>
              </a:ext>
            </a:extLst>
          </p:cNvPr>
          <p:cNvSpPr/>
          <p:nvPr/>
        </p:nvSpPr>
        <p:spPr>
          <a:xfrm>
            <a:off x="4101053" y="3787621"/>
            <a:ext cx="972000" cy="135016"/>
          </a:xfrm>
          <a:prstGeom prst="ellipse">
            <a:avLst/>
          </a:prstGeom>
          <a:solidFill>
            <a:schemeClr val="accent1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ko-KR" altLang="en-US" sz="200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C2143BA1-B61A-4088-A613-447FE9997151}"/>
              </a:ext>
            </a:extLst>
          </p:cNvPr>
          <p:cNvSpPr txBox="1"/>
          <p:nvPr/>
        </p:nvSpPr>
        <p:spPr>
          <a:xfrm>
            <a:off x="7130465" y="3885782"/>
            <a:ext cx="207880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altLang="ko-KR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Снижение роста, боли в спине, деформация («вдовий горб»).</a:t>
            </a:r>
            <a:endParaRPr lang="en-US" altLang="ko-KR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100" name="Frame 17">
            <a:extLst>
              <a:ext uri="{FF2B5EF4-FFF2-40B4-BE49-F238E27FC236}">
                <a16:creationId xmlns:a16="http://schemas.microsoft.com/office/drawing/2014/main" id="{4EC11B07-FE8F-A2FE-2E2A-7BB0232FBC70}"/>
              </a:ext>
            </a:extLst>
          </p:cNvPr>
          <p:cNvSpPr/>
          <p:nvPr/>
        </p:nvSpPr>
        <p:spPr>
          <a:xfrm>
            <a:off x="6653239" y="1267781"/>
            <a:ext cx="338349" cy="335596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415456" y="380544"/>
                </a:moveTo>
                <a:lnTo>
                  <a:pt x="415456" y="385333"/>
                </a:lnTo>
                <a:lnTo>
                  <a:pt x="385333" y="385333"/>
                </a:lnTo>
                <a:lnTo>
                  <a:pt x="385333" y="2854667"/>
                </a:lnTo>
                <a:lnTo>
                  <a:pt x="1529120" y="2854667"/>
                </a:lnTo>
                <a:cubicBezTo>
                  <a:pt x="1267123" y="2430711"/>
                  <a:pt x="997530" y="1721825"/>
                  <a:pt x="436017" y="1672600"/>
                </a:cubicBezTo>
                <a:lnTo>
                  <a:pt x="600235" y="1185112"/>
                </a:lnTo>
                <a:cubicBezTo>
                  <a:pt x="1132790" y="1359573"/>
                  <a:pt x="1278822" y="1550851"/>
                  <a:pt x="1544730" y="1923929"/>
                </a:cubicBezTo>
                <a:cubicBezTo>
                  <a:pt x="1789452" y="1379400"/>
                  <a:pt x="1927092" y="1088696"/>
                  <a:pt x="2233403" y="596568"/>
                </a:cubicBezTo>
                <a:lnTo>
                  <a:pt x="2770666" y="596568"/>
                </a:lnTo>
                <a:cubicBezTo>
                  <a:pt x="2331495" y="1220469"/>
                  <a:pt x="1907612" y="2113878"/>
                  <a:pt x="1578489" y="2854667"/>
                </a:cubicBezTo>
                <a:lnTo>
                  <a:pt x="2854667" y="2854667"/>
                </a:lnTo>
                <a:lnTo>
                  <a:pt x="2854667" y="596568"/>
                </a:lnTo>
                <a:lnTo>
                  <a:pt x="2858395" y="596568"/>
                </a:lnTo>
                <a:lnTo>
                  <a:pt x="2858395" y="380544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3240000" y="3240000"/>
                </a:lnTo>
                <a:lnTo>
                  <a:pt x="0" y="324000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ko-KR" altLang="en-US" sz="2000">
              <a:solidFill>
                <a:schemeClr val="tx1"/>
              </a:solidFill>
            </a:endParaRPr>
          </a:p>
        </p:txBody>
      </p:sp>
      <p:sp>
        <p:nvSpPr>
          <p:cNvPr id="102" name="Frame 17">
            <a:extLst>
              <a:ext uri="{FF2B5EF4-FFF2-40B4-BE49-F238E27FC236}">
                <a16:creationId xmlns:a16="http://schemas.microsoft.com/office/drawing/2014/main" id="{559CFF41-273A-5FDB-792F-847A97631842}"/>
              </a:ext>
            </a:extLst>
          </p:cNvPr>
          <p:cNvSpPr/>
          <p:nvPr/>
        </p:nvSpPr>
        <p:spPr>
          <a:xfrm>
            <a:off x="6653238" y="2357759"/>
            <a:ext cx="338349" cy="335596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415456" y="380544"/>
                </a:moveTo>
                <a:lnTo>
                  <a:pt x="415456" y="385333"/>
                </a:lnTo>
                <a:lnTo>
                  <a:pt x="385333" y="385333"/>
                </a:lnTo>
                <a:lnTo>
                  <a:pt x="385333" y="2854667"/>
                </a:lnTo>
                <a:lnTo>
                  <a:pt x="1529120" y="2854667"/>
                </a:lnTo>
                <a:cubicBezTo>
                  <a:pt x="1267123" y="2430711"/>
                  <a:pt x="997530" y="1721825"/>
                  <a:pt x="436017" y="1672600"/>
                </a:cubicBezTo>
                <a:lnTo>
                  <a:pt x="600235" y="1185112"/>
                </a:lnTo>
                <a:cubicBezTo>
                  <a:pt x="1132790" y="1359573"/>
                  <a:pt x="1278822" y="1550851"/>
                  <a:pt x="1544730" y="1923929"/>
                </a:cubicBezTo>
                <a:cubicBezTo>
                  <a:pt x="1789452" y="1379400"/>
                  <a:pt x="1927092" y="1088696"/>
                  <a:pt x="2233403" y="596568"/>
                </a:cubicBezTo>
                <a:lnTo>
                  <a:pt x="2770666" y="596568"/>
                </a:lnTo>
                <a:cubicBezTo>
                  <a:pt x="2331495" y="1220469"/>
                  <a:pt x="1907612" y="2113878"/>
                  <a:pt x="1578489" y="2854667"/>
                </a:cubicBezTo>
                <a:lnTo>
                  <a:pt x="2854667" y="2854667"/>
                </a:lnTo>
                <a:lnTo>
                  <a:pt x="2854667" y="596568"/>
                </a:lnTo>
                <a:lnTo>
                  <a:pt x="2858395" y="596568"/>
                </a:lnTo>
                <a:lnTo>
                  <a:pt x="2858395" y="380544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3240000" y="3240000"/>
                </a:lnTo>
                <a:lnTo>
                  <a:pt x="0" y="324000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ko-KR" altLang="en-US" sz="2000">
              <a:solidFill>
                <a:schemeClr val="tx1"/>
              </a:solidFill>
            </a:endParaRPr>
          </a:p>
        </p:txBody>
      </p:sp>
      <p:sp>
        <p:nvSpPr>
          <p:cNvPr id="103" name="Frame 17">
            <a:extLst>
              <a:ext uri="{FF2B5EF4-FFF2-40B4-BE49-F238E27FC236}">
                <a16:creationId xmlns:a16="http://schemas.microsoft.com/office/drawing/2014/main" id="{E8EB2CDB-F9B6-3636-F8CD-E0424688D9E5}"/>
              </a:ext>
            </a:extLst>
          </p:cNvPr>
          <p:cNvSpPr/>
          <p:nvPr/>
        </p:nvSpPr>
        <p:spPr>
          <a:xfrm>
            <a:off x="6653238" y="3461420"/>
            <a:ext cx="338349" cy="335596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415456" y="380544"/>
                </a:moveTo>
                <a:lnTo>
                  <a:pt x="415456" y="385333"/>
                </a:lnTo>
                <a:lnTo>
                  <a:pt x="385333" y="385333"/>
                </a:lnTo>
                <a:lnTo>
                  <a:pt x="385333" y="2854667"/>
                </a:lnTo>
                <a:lnTo>
                  <a:pt x="1529120" y="2854667"/>
                </a:lnTo>
                <a:cubicBezTo>
                  <a:pt x="1267123" y="2430711"/>
                  <a:pt x="997530" y="1721825"/>
                  <a:pt x="436017" y="1672600"/>
                </a:cubicBezTo>
                <a:lnTo>
                  <a:pt x="600235" y="1185112"/>
                </a:lnTo>
                <a:cubicBezTo>
                  <a:pt x="1132790" y="1359573"/>
                  <a:pt x="1278822" y="1550851"/>
                  <a:pt x="1544730" y="1923929"/>
                </a:cubicBezTo>
                <a:cubicBezTo>
                  <a:pt x="1789452" y="1379400"/>
                  <a:pt x="1927092" y="1088696"/>
                  <a:pt x="2233403" y="596568"/>
                </a:cubicBezTo>
                <a:lnTo>
                  <a:pt x="2770666" y="596568"/>
                </a:lnTo>
                <a:cubicBezTo>
                  <a:pt x="2331495" y="1220469"/>
                  <a:pt x="1907612" y="2113878"/>
                  <a:pt x="1578489" y="2854667"/>
                </a:cubicBezTo>
                <a:lnTo>
                  <a:pt x="2854667" y="2854667"/>
                </a:lnTo>
                <a:lnTo>
                  <a:pt x="2854667" y="596568"/>
                </a:lnTo>
                <a:lnTo>
                  <a:pt x="2858395" y="596568"/>
                </a:lnTo>
                <a:lnTo>
                  <a:pt x="2858395" y="380544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3240000" y="3240000"/>
                </a:lnTo>
                <a:lnTo>
                  <a:pt x="0" y="324000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ko-KR" altLang="en-US" sz="2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28512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240069" y="169168"/>
            <a:ext cx="8679898" cy="543185"/>
          </a:xfrm>
        </p:spPr>
        <p:txBody>
          <a:bodyPr>
            <a:normAutofit fontScale="70000" lnSpcReduction="20000"/>
          </a:bodyPr>
          <a:lstStyle/>
          <a:p>
            <a:r>
              <a:rPr lang="ru-RU" b="1" dirty="0">
                <a:ln>
                  <a:solidFill>
                    <a:schemeClr val="accent1">
                      <a:lumMod val="50000"/>
                    </a:schemeClr>
                  </a:solidFill>
                </a:ln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Критерии установления диагноза остеопороз: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F3733D-8974-4DF9-8B83-116ADB5F6DAC}"/>
              </a:ext>
            </a:extLst>
          </p:cNvPr>
          <p:cNvSpPr txBox="1"/>
          <p:nvPr/>
        </p:nvSpPr>
        <p:spPr>
          <a:xfrm>
            <a:off x="1758241" y="2562344"/>
            <a:ext cx="807043" cy="3462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  <a:cs typeface="Arial" pitchFamily="34" charset="0"/>
              </a:rPr>
              <a:t>PowerPoint  </a:t>
            </a:r>
          </a:p>
          <a:p>
            <a:pPr algn="ctr"/>
            <a:r>
              <a:rPr lang="en-US" altLang="ko-KR" sz="900" dirty="0">
                <a:solidFill>
                  <a:schemeClr val="bg1"/>
                </a:solidFill>
                <a:cs typeface="Arial" pitchFamily="34" charset="0"/>
              </a:rPr>
              <a:t>Presentation </a:t>
            </a:r>
            <a:endParaRPr lang="ko-KR" altLang="en-US" sz="900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F1DF48-58B2-4989-8595-0D3797E1E46C}"/>
              </a:ext>
            </a:extLst>
          </p:cNvPr>
          <p:cNvSpPr txBox="1"/>
          <p:nvPr/>
        </p:nvSpPr>
        <p:spPr>
          <a:xfrm>
            <a:off x="6215785" y="2562344"/>
            <a:ext cx="826936" cy="3462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  <a:cs typeface="Arial" pitchFamily="34" charset="0"/>
              </a:rPr>
              <a:t>PowerPoint  </a:t>
            </a:r>
          </a:p>
          <a:p>
            <a:pPr algn="ctr"/>
            <a:r>
              <a:rPr lang="en-US" altLang="ko-KR" sz="900" dirty="0">
                <a:solidFill>
                  <a:schemeClr val="bg1"/>
                </a:solidFill>
                <a:cs typeface="Arial" pitchFamily="34" charset="0"/>
              </a:rPr>
              <a:t>Presentation </a:t>
            </a:r>
            <a:endParaRPr lang="ko-KR" altLang="en-US" sz="900" dirty="0">
              <a:solidFill>
                <a:schemeClr val="bg1"/>
              </a:solidFill>
              <a:cs typeface="Arial" pitchFamily="34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1F59EBB-3036-4EC0-9FE2-730ED57F8118}"/>
              </a:ext>
            </a:extLst>
          </p:cNvPr>
          <p:cNvGrpSpPr/>
          <p:nvPr/>
        </p:nvGrpSpPr>
        <p:grpSpPr>
          <a:xfrm>
            <a:off x="3235981" y="1395728"/>
            <a:ext cx="2672037" cy="2679481"/>
            <a:chOff x="2175982" y="2022748"/>
            <a:chExt cx="3462252" cy="3471894"/>
          </a:xfrm>
        </p:grpSpPr>
        <p:sp>
          <p:nvSpPr>
            <p:cNvPr id="11" name="Block Arc 10">
              <a:extLst>
                <a:ext uri="{FF2B5EF4-FFF2-40B4-BE49-F238E27FC236}">
                  <a16:creationId xmlns:a16="http://schemas.microsoft.com/office/drawing/2014/main" id="{D2233F2F-F38D-4124-A5E4-B1732FFBBB42}"/>
                </a:ext>
              </a:extLst>
            </p:cNvPr>
            <p:cNvSpPr/>
            <p:nvPr/>
          </p:nvSpPr>
          <p:spPr>
            <a:xfrm>
              <a:off x="2460500" y="2326681"/>
              <a:ext cx="2906073" cy="2906073"/>
            </a:xfrm>
            <a:prstGeom prst="blockArc">
              <a:avLst>
                <a:gd name="adj1" fmla="val 12835057"/>
                <a:gd name="adj2" fmla="val 9708188"/>
                <a:gd name="adj3" fmla="val 6968"/>
              </a:avLst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850D94E5-EF11-4BDC-B5CC-D75ACB38AF6F}"/>
                </a:ext>
              </a:extLst>
            </p:cNvPr>
            <p:cNvSpPr/>
            <p:nvPr/>
          </p:nvSpPr>
          <p:spPr>
            <a:xfrm>
              <a:off x="2175982" y="3352711"/>
              <a:ext cx="854012" cy="854012"/>
            </a:xfrm>
            <a:prstGeom prst="ellipse">
              <a:avLst/>
            </a:prstGeom>
            <a:solidFill>
              <a:schemeClr val="accent4"/>
            </a:solidFill>
            <a:ln w="635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B1E988A1-4B4F-4CF1-AC9C-45CB9DB73EA7}"/>
                </a:ext>
              </a:extLst>
            </p:cNvPr>
            <p:cNvSpPr/>
            <p:nvPr/>
          </p:nvSpPr>
          <p:spPr>
            <a:xfrm>
              <a:off x="3486530" y="4640630"/>
              <a:ext cx="854012" cy="854012"/>
            </a:xfrm>
            <a:prstGeom prst="ellipse">
              <a:avLst/>
            </a:prstGeom>
            <a:solidFill>
              <a:schemeClr val="accent3"/>
            </a:solidFill>
            <a:ln w="635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2A8C99FC-84D4-48D5-BF03-FEB22A83F813}"/>
                </a:ext>
              </a:extLst>
            </p:cNvPr>
            <p:cNvSpPr/>
            <p:nvPr/>
          </p:nvSpPr>
          <p:spPr>
            <a:xfrm>
              <a:off x="4784222" y="3352711"/>
              <a:ext cx="854012" cy="854012"/>
            </a:xfrm>
            <a:prstGeom prst="ellipse">
              <a:avLst/>
            </a:prstGeom>
            <a:solidFill>
              <a:schemeClr val="accent4"/>
            </a:solidFill>
            <a:ln w="635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AF91618E-6F5D-4F7A-BC68-E7E6BDC2E984}"/>
                </a:ext>
              </a:extLst>
            </p:cNvPr>
            <p:cNvSpPr/>
            <p:nvPr/>
          </p:nvSpPr>
          <p:spPr>
            <a:xfrm>
              <a:off x="3486530" y="2022748"/>
              <a:ext cx="854012" cy="854012"/>
            </a:xfrm>
            <a:prstGeom prst="ellipse">
              <a:avLst/>
            </a:prstGeom>
            <a:solidFill>
              <a:schemeClr val="accent3"/>
            </a:solidFill>
            <a:ln w="635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AA3E8147-700A-4C88-8162-5D1840C50A8E}"/>
                </a:ext>
              </a:extLst>
            </p:cNvPr>
            <p:cNvSpPr/>
            <p:nvPr/>
          </p:nvSpPr>
          <p:spPr>
            <a:xfrm>
              <a:off x="3337956" y="3188977"/>
              <a:ext cx="1138305" cy="1138303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635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7A854163-9C3F-4CAF-B83C-2AEF2A4F68C8}"/>
                </a:ext>
              </a:extLst>
            </p:cNvPr>
            <p:cNvSpPr/>
            <p:nvPr/>
          </p:nvSpPr>
          <p:spPr>
            <a:xfrm rot="12600000">
              <a:off x="2504961" y="2977587"/>
              <a:ext cx="422993" cy="364649"/>
            </a:xfrm>
            <a:prstGeom prst="triangle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00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E598398-7794-4EB6-8A84-BF905EEFAF8D}"/>
              </a:ext>
            </a:extLst>
          </p:cNvPr>
          <p:cNvGrpSpPr/>
          <p:nvPr/>
        </p:nvGrpSpPr>
        <p:grpSpPr>
          <a:xfrm>
            <a:off x="2720427" y="575202"/>
            <a:ext cx="3719181" cy="1214179"/>
            <a:chOff x="4964215" y="2172755"/>
            <a:chExt cx="1454627" cy="1358736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4F4D36E-8DAE-40C9-B0B1-710721D610C8}"/>
                </a:ext>
              </a:extLst>
            </p:cNvPr>
            <p:cNvSpPr txBox="1"/>
            <p:nvPr/>
          </p:nvSpPr>
          <p:spPr>
            <a:xfrm>
              <a:off x="4964215" y="2423495"/>
              <a:ext cx="1454627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600" dirty="0"/>
                <a:t>Низкоэнергетические переломы в прошлом + Факторы риска</a:t>
              </a:r>
              <a:endParaRPr lang="ko-KR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1ECD3FB-7BC0-44CF-9296-67F7452F4BDB}"/>
                </a:ext>
              </a:extLst>
            </p:cNvPr>
            <p:cNvSpPr txBox="1"/>
            <p:nvPr/>
          </p:nvSpPr>
          <p:spPr>
            <a:xfrm>
              <a:off x="4964215" y="2172755"/>
              <a:ext cx="1452339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altLang="ko-KR" sz="1800" b="1" dirty="0">
                  <a:ln>
                    <a:solidFill>
                      <a:schemeClr val="accent1">
                        <a:lumMod val="50000"/>
                      </a:schemeClr>
                    </a:solidFill>
                  </a:ln>
                  <a:solidFill>
                    <a:schemeClr val="accent1">
                      <a:lumMod val="5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Arial" pitchFamily="34" charset="0"/>
                </a:rPr>
                <a:t>Анамнез</a:t>
              </a:r>
              <a:endParaRPr lang="ko-KR" altLang="en-US" sz="1800" b="1" dirty="0">
                <a:ln>
                  <a:solidFill>
                    <a:schemeClr val="accent1">
                      <a:lumMod val="50000"/>
                    </a:schemeClr>
                  </a:solidFill>
                </a:ln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itchFamily="34" charset="0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286E1E3-3F3E-4A48-80AD-687F71042AC4}"/>
              </a:ext>
            </a:extLst>
          </p:cNvPr>
          <p:cNvGrpSpPr/>
          <p:nvPr/>
        </p:nvGrpSpPr>
        <p:grpSpPr>
          <a:xfrm>
            <a:off x="6145691" y="2295780"/>
            <a:ext cx="2774276" cy="1450719"/>
            <a:chOff x="4964215" y="2172755"/>
            <a:chExt cx="1454627" cy="1358736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F93D7F1-E5BD-495E-B418-0451AF1B8346}"/>
                </a:ext>
              </a:extLst>
            </p:cNvPr>
            <p:cNvSpPr txBox="1"/>
            <p:nvPr/>
          </p:nvSpPr>
          <p:spPr>
            <a:xfrm>
              <a:off x="4964215" y="2423495"/>
              <a:ext cx="1454627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600" dirty="0"/>
                <a:t>Только при переломах или потере массы &gt;30%</a:t>
              </a:r>
              <a:endParaRPr lang="ko-KR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793D60A-6969-4CA2-BA1B-502731D751EE}"/>
                </a:ext>
              </a:extLst>
            </p:cNvPr>
            <p:cNvSpPr txBox="1"/>
            <p:nvPr/>
          </p:nvSpPr>
          <p:spPr>
            <a:xfrm>
              <a:off x="4964215" y="2172755"/>
              <a:ext cx="1452339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800" b="1" dirty="0" err="1">
                  <a:ln>
                    <a:solidFill>
                      <a:schemeClr val="accent1">
                        <a:lumMod val="50000"/>
                      </a:schemeClr>
                    </a:solidFill>
                  </a:ln>
                  <a:solidFill>
                    <a:schemeClr val="accent1">
                      <a:lumMod val="5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Arial" pitchFamily="34" charset="0"/>
                </a:rPr>
                <a:t>Rg</a:t>
              </a:r>
              <a:r>
                <a:rPr lang="en-US" altLang="ko-KR" sz="1800" b="1" dirty="0">
                  <a:ln>
                    <a:solidFill>
                      <a:schemeClr val="accent1">
                        <a:lumMod val="50000"/>
                      </a:schemeClr>
                    </a:solidFill>
                  </a:ln>
                  <a:solidFill>
                    <a:schemeClr val="accent1">
                      <a:lumMod val="5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Arial" pitchFamily="34" charset="0"/>
                </a:rPr>
                <a:t>-</a:t>
              </a:r>
              <a:r>
                <a:rPr lang="ru-RU" altLang="ko-KR" sz="1800" b="1" dirty="0">
                  <a:ln>
                    <a:solidFill>
                      <a:schemeClr val="accent1">
                        <a:lumMod val="50000"/>
                      </a:schemeClr>
                    </a:solidFill>
                  </a:ln>
                  <a:solidFill>
                    <a:schemeClr val="accent1">
                      <a:lumMod val="5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Arial" pitchFamily="34" charset="0"/>
                </a:rPr>
                <a:t>графия</a:t>
              </a:r>
              <a:endParaRPr lang="ko-KR" altLang="en-US" sz="1800" b="1" dirty="0">
                <a:ln>
                  <a:solidFill>
                    <a:schemeClr val="accent1">
                      <a:lumMod val="50000"/>
                    </a:schemeClr>
                  </a:solidFill>
                </a:ln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itchFamily="34" charset="0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285345E-1532-4423-8C6B-A5BBD2137B21}"/>
              </a:ext>
            </a:extLst>
          </p:cNvPr>
          <p:cNvGrpSpPr/>
          <p:nvPr/>
        </p:nvGrpSpPr>
        <p:grpSpPr>
          <a:xfrm>
            <a:off x="2565284" y="4086868"/>
            <a:ext cx="4213086" cy="1029448"/>
            <a:chOff x="4964215" y="2172755"/>
            <a:chExt cx="1454627" cy="1030440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19B5F77-C4D3-4966-9879-E92540298CF8}"/>
                </a:ext>
              </a:extLst>
            </p:cNvPr>
            <p:cNvSpPr txBox="1"/>
            <p:nvPr/>
          </p:nvSpPr>
          <p:spPr>
            <a:xfrm>
              <a:off x="4964215" y="2423495"/>
              <a:ext cx="1454627" cy="7797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600" dirty="0"/>
                <a:t>«Золотой стандарт» (Т-критерий ≤ -2.5)</a:t>
              </a:r>
              <a:endParaRPr lang="ko-KR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7536E14-3D28-4094-9C30-DA221CFCACF2}"/>
                </a:ext>
              </a:extLst>
            </p:cNvPr>
            <p:cNvSpPr txBox="1"/>
            <p:nvPr/>
          </p:nvSpPr>
          <p:spPr>
            <a:xfrm>
              <a:off x="4964215" y="2172755"/>
              <a:ext cx="1452339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altLang="ko-KR" sz="1800" b="1" dirty="0">
                  <a:ln>
                    <a:solidFill>
                      <a:schemeClr val="accent1">
                        <a:lumMod val="50000"/>
                      </a:schemeClr>
                    </a:solidFill>
                  </a:ln>
                  <a:solidFill>
                    <a:schemeClr val="accent1">
                      <a:lumMod val="5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Arial" pitchFamily="34" charset="0"/>
                </a:rPr>
                <a:t>Денситометрия (</a:t>
              </a:r>
              <a:r>
                <a:rPr lang="en-US" altLang="ko-KR" sz="1800" b="1" dirty="0">
                  <a:ln>
                    <a:solidFill>
                      <a:schemeClr val="accent1">
                        <a:lumMod val="50000"/>
                      </a:schemeClr>
                    </a:solidFill>
                  </a:ln>
                  <a:solidFill>
                    <a:schemeClr val="accent1">
                      <a:lumMod val="5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Arial" pitchFamily="34" charset="0"/>
                </a:rPr>
                <a:t>DXA)</a:t>
              </a:r>
              <a:endParaRPr lang="ko-KR" altLang="en-US" sz="1800" b="1" dirty="0">
                <a:ln>
                  <a:solidFill>
                    <a:schemeClr val="accent1">
                      <a:lumMod val="50000"/>
                    </a:schemeClr>
                  </a:solidFill>
                </a:ln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itchFamily="34" charset="0"/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4F6F3B20-6C80-4647-903B-F9352F257FA6}"/>
              </a:ext>
            </a:extLst>
          </p:cNvPr>
          <p:cNvGrpSpPr/>
          <p:nvPr/>
        </p:nvGrpSpPr>
        <p:grpSpPr>
          <a:xfrm>
            <a:off x="59416" y="2298588"/>
            <a:ext cx="2908062" cy="1216187"/>
            <a:chOff x="4929575" y="2115226"/>
            <a:chExt cx="1490554" cy="841915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73D40AF1-12D3-455B-944B-3EFB7FB9AC27}"/>
                </a:ext>
              </a:extLst>
            </p:cNvPr>
            <p:cNvSpPr txBox="1"/>
            <p:nvPr/>
          </p:nvSpPr>
          <p:spPr>
            <a:xfrm>
              <a:off x="4929575" y="2330914"/>
              <a:ext cx="1454627" cy="4048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ru-RU" sz="1600" dirty="0"/>
                <a:t>Измерение роста, проба с «ребрами-тазом»</a:t>
              </a:r>
              <a:endParaRPr lang="ko-KR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F9E3A951-3D8F-4EE2-A6AD-1C7C9191A9BD}"/>
                </a:ext>
              </a:extLst>
            </p:cNvPr>
            <p:cNvSpPr txBox="1"/>
            <p:nvPr/>
          </p:nvSpPr>
          <p:spPr>
            <a:xfrm>
              <a:off x="4967790" y="2115226"/>
              <a:ext cx="1452339" cy="8419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ru-RU" altLang="ko-KR" sz="1800" b="1" dirty="0" err="1">
                  <a:ln>
                    <a:solidFill>
                      <a:schemeClr val="accent1">
                        <a:lumMod val="50000"/>
                      </a:schemeClr>
                    </a:solidFill>
                  </a:ln>
                  <a:solidFill>
                    <a:schemeClr val="accent1">
                      <a:lumMod val="5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Arial" pitchFamily="34" charset="0"/>
                </a:rPr>
                <a:t>Физикальный</a:t>
              </a:r>
              <a:r>
                <a:rPr lang="ru-RU" altLang="ko-KR" sz="1800" b="1" dirty="0">
                  <a:ln>
                    <a:solidFill>
                      <a:schemeClr val="accent1">
                        <a:lumMod val="50000"/>
                      </a:schemeClr>
                    </a:solidFill>
                  </a:ln>
                  <a:solidFill>
                    <a:schemeClr val="accent1">
                      <a:lumMod val="5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Arial" pitchFamily="34" charset="0"/>
                </a:rPr>
                <a:t> осмотр</a:t>
              </a:r>
              <a:endParaRPr lang="ko-KR" altLang="en-US" sz="1800" b="1" dirty="0">
                <a:ln>
                  <a:solidFill>
                    <a:schemeClr val="accent1">
                      <a:lumMod val="50000"/>
                    </a:schemeClr>
                  </a:solidFill>
                </a:ln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itchFamily="34" charset="0"/>
              </a:endParaRPr>
            </a:p>
          </p:txBody>
        </p:sp>
      </p:grpSp>
      <p:pic>
        <p:nvPicPr>
          <p:cNvPr id="18" name="Рисунок 17" descr="Вопросительный знак">
            <a:extLst>
              <a:ext uri="{FF2B5EF4-FFF2-40B4-BE49-F238E27FC236}">
                <a16:creationId xmlns:a16="http://schemas.microsoft.com/office/drawing/2014/main" id="{5DBCA8E4-D6BB-3B2A-2679-66C73F318B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47413" y="1416517"/>
            <a:ext cx="637432" cy="637432"/>
          </a:xfrm>
          <a:prstGeom prst="rect">
            <a:avLst/>
          </a:prstGeom>
        </p:spPr>
      </p:pic>
      <p:pic>
        <p:nvPicPr>
          <p:cNvPr id="20" name="Рисунок 19" descr="Глаз">
            <a:extLst>
              <a:ext uri="{FF2B5EF4-FFF2-40B4-BE49-F238E27FC236}">
                <a16:creationId xmlns:a16="http://schemas.microsoft.com/office/drawing/2014/main" id="{F11CA0D2-32A2-A568-A1C8-E7EA197044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81338" y="2453947"/>
            <a:ext cx="607370" cy="607370"/>
          </a:xfrm>
          <a:prstGeom prst="rect">
            <a:avLst/>
          </a:prstGeom>
        </p:spPr>
      </p:pic>
      <p:pic>
        <p:nvPicPr>
          <p:cNvPr id="22" name="Рисунок 21" descr="Знак радиоактивности">
            <a:extLst>
              <a:ext uri="{FF2B5EF4-FFF2-40B4-BE49-F238E27FC236}">
                <a16:creationId xmlns:a16="http://schemas.microsoft.com/office/drawing/2014/main" id="{F0F214A8-D271-D813-5988-8F7719ADD74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21974" y="2463092"/>
            <a:ext cx="525780" cy="525780"/>
          </a:xfrm>
          <a:prstGeom prst="rect">
            <a:avLst/>
          </a:prstGeom>
        </p:spPr>
      </p:pic>
      <p:pic>
        <p:nvPicPr>
          <p:cNvPr id="41" name="Рисунок 40" descr="Лампочка">
            <a:extLst>
              <a:ext uri="{FF2B5EF4-FFF2-40B4-BE49-F238E27FC236}">
                <a16:creationId xmlns:a16="http://schemas.microsoft.com/office/drawing/2014/main" id="{028A06A6-1013-74A1-2881-3E247070840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320523" y="3521551"/>
            <a:ext cx="539767" cy="539767"/>
          </a:xfrm>
          <a:prstGeom prst="rect">
            <a:avLst/>
          </a:prstGeom>
        </p:spPr>
      </p:pic>
      <p:pic>
        <p:nvPicPr>
          <p:cNvPr id="43" name="Рисунок 42" descr="Кость">
            <a:extLst>
              <a:ext uri="{FF2B5EF4-FFF2-40B4-BE49-F238E27FC236}">
                <a16:creationId xmlns:a16="http://schemas.microsoft.com/office/drawing/2014/main" id="{C254304E-11BE-F0BF-E63A-BF6226856E7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114656" y="228053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56881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232051" y="192228"/>
            <a:ext cx="8679898" cy="543185"/>
          </a:xfrm>
        </p:spPr>
        <p:txBody>
          <a:bodyPr>
            <a:normAutofit fontScale="77500" lnSpcReduction="20000"/>
          </a:bodyPr>
          <a:lstStyle/>
          <a:p>
            <a:r>
              <a:rPr lang="ru-RU" b="1" dirty="0">
                <a:ln>
                  <a:solidFill>
                    <a:schemeClr val="accent1">
                      <a:lumMod val="50000"/>
                    </a:schemeClr>
                  </a:solidFill>
                </a:ln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Какие анализы крови/мочи нужно сдать?</a:t>
            </a:r>
            <a:endParaRPr lang="en-US" b="1" dirty="0">
              <a:ln>
                <a:solidFill>
                  <a:schemeClr val="accent1">
                    <a:lumMod val="50000"/>
                  </a:schemeClr>
                </a:solidFill>
              </a:ln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rapezoid 2">
            <a:extLst>
              <a:ext uri="{FF2B5EF4-FFF2-40B4-BE49-F238E27FC236}">
                <a16:creationId xmlns:a16="http://schemas.microsoft.com/office/drawing/2014/main" id="{9170EB5B-D975-4207-B7D7-0DD75BB9424A}"/>
              </a:ext>
            </a:extLst>
          </p:cNvPr>
          <p:cNvSpPr/>
          <p:nvPr/>
        </p:nvSpPr>
        <p:spPr>
          <a:xfrm rot="10800000">
            <a:off x="1492505" y="1422866"/>
            <a:ext cx="1435893" cy="762992"/>
          </a:xfrm>
          <a:prstGeom prst="trapezoid">
            <a:avLst>
              <a:gd name="adj" fmla="val 54961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/>
          </a:p>
        </p:txBody>
      </p:sp>
      <p:sp>
        <p:nvSpPr>
          <p:cNvPr id="4" name="Trapezoid 3">
            <a:extLst>
              <a:ext uri="{FF2B5EF4-FFF2-40B4-BE49-F238E27FC236}">
                <a16:creationId xmlns:a16="http://schemas.microsoft.com/office/drawing/2014/main" id="{590E57C1-C349-4860-8FF6-C20CEEC97FC5}"/>
              </a:ext>
            </a:extLst>
          </p:cNvPr>
          <p:cNvSpPr/>
          <p:nvPr/>
        </p:nvSpPr>
        <p:spPr>
          <a:xfrm rot="3656186">
            <a:off x="638776" y="2916097"/>
            <a:ext cx="1435893" cy="762992"/>
          </a:xfrm>
          <a:prstGeom prst="trapezoid">
            <a:avLst>
              <a:gd name="adj" fmla="val 54961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/>
          </a:p>
        </p:txBody>
      </p:sp>
      <p:sp>
        <p:nvSpPr>
          <p:cNvPr id="5" name="Trapezoid 4">
            <a:extLst>
              <a:ext uri="{FF2B5EF4-FFF2-40B4-BE49-F238E27FC236}">
                <a16:creationId xmlns:a16="http://schemas.microsoft.com/office/drawing/2014/main" id="{9F51DC64-22EC-4BD5-AD5E-31EE6C0EF61B}"/>
              </a:ext>
            </a:extLst>
          </p:cNvPr>
          <p:cNvSpPr/>
          <p:nvPr/>
        </p:nvSpPr>
        <p:spPr>
          <a:xfrm rot="7231376">
            <a:off x="649817" y="1936788"/>
            <a:ext cx="1435893" cy="762992"/>
          </a:xfrm>
          <a:prstGeom prst="trapezoid">
            <a:avLst>
              <a:gd name="adj" fmla="val 56815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/>
          </a:p>
        </p:txBody>
      </p:sp>
      <p:sp>
        <p:nvSpPr>
          <p:cNvPr id="6" name="Trapezoid 5">
            <a:extLst>
              <a:ext uri="{FF2B5EF4-FFF2-40B4-BE49-F238E27FC236}">
                <a16:creationId xmlns:a16="http://schemas.microsoft.com/office/drawing/2014/main" id="{E7BC00C6-EB81-4EE1-92E0-510335E8D690}"/>
              </a:ext>
            </a:extLst>
          </p:cNvPr>
          <p:cNvSpPr/>
          <p:nvPr/>
        </p:nvSpPr>
        <p:spPr>
          <a:xfrm>
            <a:off x="1481464" y="3448004"/>
            <a:ext cx="1435893" cy="762992"/>
          </a:xfrm>
          <a:prstGeom prst="trapezoid">
            <a:avLst>
              <a:gd name="adj" fmla="val 54961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/>
          </a:p>
        </p:txBody>
      </p:sp>
      <p:sp>
        <p:nvSpPr>
          <p:cNvPr id="7" name="Trapezoid 6">
            <a:extLst>
              <a:ext uri="{FF2B5EF4-FFF2-40B4-BE49-F238E27FC236}">
                <a16:creationId xmlns:a16="http://schemas.microsoft.com/office/drawing/2014/main" id="{C1837A35-3882-43EF-8211-690E58967F42}"/>
              </a:ext>
            </a:extLst>
          </p:cNvPr>
          <p:cNvSpPr/>
          <p:nvPr/>
        </p:nvSpPr>
        <p:spPr>
          <a:xfrm rot="14456186">
            <a:off x="2335194" y="1937441"/>
            <a:ext cx="1435893" cy="762992"/>
          </a:xfrm>
          <a:prstGeom prst="trapezoid">
            <a:avLst>
              <a:gd name="adj" fmla="val 54961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/>
          </a:p>
        </p:txBody>
      </p:sp>
      <p:sp>
        <p:nvSpPr>
          <p:cNvPr id="8" name="Trapezoid 7">
            <a:extLst>
              <a:ext uri="{FF2B5EF4-FFF2-40B4-BE49-F238E27FC236}">
                <a16:creationId xmlns:a16="http://schemas.microsoft.com/office/drawing/2014/main" id="{6DC5A1EA-8498-4C41-A6B0-EFBF164A751B}"/>
              </a:ext>
            </a:extLst>
          </p:cNvPr>
          <p:cNvSpPr/>
          <p:nvPr/>
        </p:nvSpPr>
        <p:spPr>
          <a:xfrm rot="18031376">
            <a:off x="2324153" y="2934082"/>
            <a:ext cx="1435893" cy="762992"/>
          </a:xfrm>
          <a:prstGeom prst="trapezoid">
            <a:avLst>
              <a:gd name="adj" fmla="val 56815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/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97A0FDE7-4A3A-4991-A345-9134C047B827}"/>
              </a:ext>
            </a:extLst>
          </p:cNvPr>
          <p:cNvSpPr/>
          <p:nvPr/>
        </p:nvSpPr>
        <p:spPr>
          <a:xfrm>
            <a:off x="1641521" y="2290302"/>
            <a:ext cx="1126821" cy="1044285"/>
          </a:xfrm>
          <a:prstGeom prst="hexagon">
            <a:avLst>
              <a:gd name="adj" fmla="val 26443"/>
              <a:gd name="vf" fmla="val 115470"/>
            </a:avLst>
          </a:prstGeom>
          <a:solidFill>
            <a:schemeClr val="bg1"/>
          </a:solidFill>
          <a:ln w="254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B957D06-98A8-475A-9E91-C4A7C4595988}"/>
              </a:ext>
            </a:extLst>
          </p:cNvPr>
          <p:cNvSpPr txBox="1"/>
          <p:nvPr/>
        </p:nvSpPr>
        <p:spPr>
          <a:xfrm>
            <a:off x="1673075" y="1623207"/>
            <a:ext cx="1054671" cy="377026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ru-RU" altLang="ko-KR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itchFamily="34" charset="0"/>
              </a:rPr>
              <a:t>Са</a:t>
            </a:r>
            <a:endParaRPr lang="ko-KR" altLang="en-US" sz="2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Arial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A9036C1-CFC1-44C5-8A46-710D4D848551}"/>
              </a:ext>
            </a:extLst>
          </p:cNvPr>
          <p:cNvSpPr txBox="1"/>
          <p:nvPr/>
        </p:nvSpPr>
        <p:spPr>
          <a:xfrm rot="3662438">
            <a:off x="2587224" y="2069853"/>
            <a:ext cx="1054671" cy="377026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ru-RU" altLang="ko-KR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itchFamily="34" charset="0"/>
              </a:rPr>
              <a:t>Р</a:t>
            </a:r>
            <a:endParaRPr lang="ko-KR" altLang="en-US" sz="2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Arial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3AA02E3-D8D4-4A6A-BA5D-55BF94F42126}"/>
              </a:ext>
            </a:extLst>
          </p:cNvPr>
          <p:cNvSpPr txBox="1"/>
          <p:nvPr/>
        </p:nvSpPr>
        <p:spPr>
          <a:xfrm rot="7181322">
            <a:off x="2551832" y="3182905"/>
            <a:ext cx="1054671" cy="377026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ru-RU" altLang="ko-KR" sz="2000" b="1" dirty="0">
                <a:solidFill>
                  <a:schemeClr val="bg1"/>
                </a:solidFill>
                <a:cs typeface="Arial" pitchFamily="34" charset="0"/>
              </a:rPr>
              <a:t>ПТГ</a:t>
            </a:r>
            <a:endParaRPr lang="ko-KR" altLang="en-US" sz="20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78DBE9E-9998-48A0-9F2B-99FAE29AAB49}"/>
              </a:ext>
            </a:extLst>
          </p:cNvPr>
          <p:cNvSpPr txBox="1"/>
          <p:nvPr/>
        </p:nvSpPr>
        <p:spPr>
          <a:xfrm rot="10800000">
            <a:off x="1618339" y="3563416"/>
            <a:ext cx="1204388" cy="623248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ru-RU" altLang="ko-KR" sz="1800" b="1" dirty="0">
                <a:solidFill>
                  <a:schemeClr val="bg1"/>
                </a:solidFill>
                <a:cs typeface="Arial" pitchFamily="34" charset="0"/>
              </a:rPr>
              <a:t>Витамин </a:t>
            </a:r>
            <a:r>
              <a:rPr lang="en-US" altLang="ko-KR" sz="1800" b="1" dirty="0">
                <a:solidFill>
                  <a:schemeClr val="bg1"/>
                </a:solidFill>
                <a:cs typeface="Arial" pitchFamily="34" charset="0"/>
              </a:rPr>
              <a:t>D</a:t>
            </a:r>
            <a:endParaRPr lang="ko-KR" altLang="en-US" sz="18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1AFC288-C477-491C-A17C-560D58135CD2}"/>
              </a:ext>
            </a:extLst>
          </p:cNvPr>
          <p:cNvSpPr txBox="1"/>
          <p:nvPr/>
        </p:nvSpPr>
        <p:spPr>
          <a:xfrm rot="14422724">
            <a:off x="794797" y="3131227"/>
            <a:ext cx="1054671" cy="377026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BGP</a:t>
            </a:r>
            <a:endParaRPr lang="ko-KR" altLang="en-US" sz="2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Arial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2156506-FFA3-475A-8244-6A659EFA430A}"/>
              </a:ext>
            </a:extLst>
          </p:cNvPr>
          <p:cNvSpPr txBox="1"/>
          <p:nvPr/>
        </p:nvSpPr>
        <p:spPr>
          <a:xfrm rot="17992780">
            <a:off x="805412" y="2084342"/>
            <a:ext cx="1054671" cy="377026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el-GR" altLang="ko-KR" sz="2000" b="1" dirty="0">
                <a:solidFill>
                  <a:schemeClr val="bg1"/>
                </a:solidFill>
                <a:cs typeface="Arial" pitchFamily="34" charset="0"/>
              </a:rPr>
              <a:t>β-</a:t>
            </a:r>
            <a:r>
              <a:rPr lang="en-US" altLang="ko-KR" sz="2000" b="1" dirty="0">
                <a:solidFill>
                  <a:schemeClr val="bg1"/>
                </a:solidFill>
                <a:cs typeface="Arial" pitchFamily="34" charset="0"/>
              </a:rPr>
              <a:t>CTX</a:t>
            </a:r>
            <a:endParaRPr lang="ko-KR" altLang="en-US" sz="20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31" name="Rectangle 26">
            <a:extLst>
              <a:ext uri="{FF2B5EF4-FFF2-40B4-BE49-F238E27FC236}">
                <a16:creationId xmlns:a16="http://schemas.microsoft.com/office/drawing/2014/main" id="{E48D49C5-1D3E-4D94-ABF1-A5B8FFF8177C}"/>
              </a:ext>
            </a:extLst>
          </p:cNvPr>
          <p:cNvSpPr/>
          <p:nvPr/>
        </p:nvSpPr>
        <p:spPr>
          <a:xfrm>
            <a:off x="4404223" y="1440361"/>
            <a:ext cx="45077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1. </a:t>
            </a:r>
            <a:r>
              <a:rPr lang="ru-RU" altLang="ko-KR" sz="1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Кальций общий и ионизированный</a:t>
            </a:r>
            <a:endParaRPr lang="ko-KR" altLang="en-US" sz="18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4" name="Rectangle 28">
            <a:extLst>
              <a:ext uri="{FF2B5EF4-FFF2-40B4-BE49-F238E27FC236}">
                <a16:creationId xmlns:a16="http://schemas.microsoft.com/office/drawing/2014/main" id="{AEAEAB06-4715-4CE6-92D3-7D6D7F7725BB}"/>
              </a:ext>
            </a:extLst>
          </p:cNvPr>
          <p:cNvSpPr/>
          <p:nvPr/>
        </p:nvSpPr>
        <p:spPr>
          <a:xfrm>
            <a:off x="4404223" y="1869052"/>
            <a:ext cx="406527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2. </a:t>
            </a:r>
            <a:r>
              <a:rPr lang="ru-RU" altLang="ko-KR" sz="1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Фосфор</a:t>
            </a:r>
            <a:endParaRPr lang="ko-KR" altLang="en-US" sz="18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7" name="Rectangle 30">
            <a:extLst>
              <a:ext uri="{FF2B5EF4-FFF2-40B4-BE49-F238E27FC236}">
                <a16:creationId xmlns:a16="http://schemas.microsoft.com/office/drawing/2014/main" id="{07CCFFD5-442E-4769-A33C-49085BD3F2A8}"/>
              </a:ext>
            </a:extLst>
          </p:cNvPr>
          <p:cNvSpPr/>
          <p:nvPr/>
        </p:nvSpPr>
        <p:spPr>
          <a:xfrm>
            <a:off x="4404222" y="2297743"/>
            <a:ext cx="406527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3. </a:t>
            </a:r>
            <a:r>
              <a:rPr lang="ru-RU" sz="1800" b="1" dirty="0"/>
              <a:t>Витамин 25(</a:t>
            </a:r>
            <a:r>
              <a:rPr lang="en-US" sz="1800" b="1" dirty="0"/>
              <a:t>OH)D</a:t>
            </a:r>
            <a:endParaRPr lang="ko-KR" altLang="en-US" sz="18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55F46D5-5F21-451D-BABF-3CF95D2E50F0}"/>
              </a:ext>
            </a:extLst>
          </p:cNvPr>
          <p:cNvSpPr txBox="1"/>
          <p:nvPr/>
        </p:nvSpPr>
        <p:spPr>
          <a:xfrm>
            <a:off x="4151155" y="942420"/>
            <a:ext cx="4417944" cy="392415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ru-RU" altLang="ko-KR" sz="2100" b="1" dirty="0">
                <a:ln>
                  <a:solidFill>
                    <a:schemeClr val="accent6">
                      <a:lumMod val="50000"/>
                    </a:schemeClr>
                  </a:solidFill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itchFamily="34" charset="0"/>
              </a:rPr>
              <a:t>Базовый минимум:</a:t>
            </a:r>
            <a:endParaRPr lang="ko-KR" altLang="en-US" sz="2100" b="1" dirty="0">
              <a:ln>
                <a:solidFill>
                  <a:schemeClr val="accent6">
                    <a:lumMod val="50000"/>
                  </a:schemeClr>
                </a:solidFill>
              </a:ln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Arial" pitchFamily="34" charset="0"/>
            </a:endParaRPr>
          </a:p>
        </p:txBody>
      </p:sp>
      <p:pic>
        <p:nvPicPr>
          <p:cNvPr id="11" name="Рисунок 10" descr="Вода">
            <a:extLst>
              <a:ext uri="{FF2B5EF4-FFF2-40B4-BE49-F238E27FC236}">
                <a16:creationId xmlns:a16="http://schemas.microsoft.com/office/drawing/2014/main" id="{4D6C4284-61CC-0DFB-1DB2-D8E02D83AB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0759" y="2350149"/>
            <a:ext cx="914400" cy="914400"/>
          </a:xfrm>
          <a:prstGeom prst="rect">
            <a:avLst/>
          </a:prstGeom>
        </p:spPr>
      </p:pic>
      <p:sp>
        <p:nvSpPr>
          <p:cNvPr id="13" name="Rectangle 26">
            <a:extLst>
              <a:ext uri="{FF2B5EF4-FFF2-40B4-BE49-F238E27FC236}">
                <a16:creationId xmlns:a16="http://schemas.microsoft.com/office/drawing/2014/main" id="{0D684D37-B506-A08A-2A5A-20EB33F65847}"/>
              </a:ext>
            </a:extLst>
          </p:cNvPr>
          <p:cNvSpPr/>
          <p:nvPr/>
        </p:nvSpPr>
        <p:spPr>
          <a:xfrm>
            <a:off x="4404222" y="2731142"/>
            <a:ext cx="406527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altLang="ko-KR" sz="1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4</a:t>
            </a:r>
            <a:r>
              <a:rPr lang="en-US" altLang="ko-KR" sz="1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 </a:t>
            </a:r>
            <a:r>
              <a:rPr lang="ru-RU" sz="1800" b="1" dirty="0"/>
              <a:t>Паратгормон (ПТГ)</a:t>
            </a:r>
            <a:endParaRPr lang="ko-KR" altLang="en-US" sz="18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0E51570-92DE-40D7-1850-6C47F3BFA57D}"/>
              </a:ext>
            </a:extLst>
          </p:cNvPr>
          <p:cNvSpPr txBox="1"/>
          <p:nvPr/>
        </p:nvSpPr>
        <p:spPr>
          <a:xfrm>
            <a:off x="4151155" y="3223668"/>
            <a:ext cx="4417944" cy="392415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ru-RU" altLang="ko-KR" sz="2100" b="1" dirty="0">
                <a:ln>
                  <a:solidFill>
                    <a:schemeClr val="accent6">
                      <a:lumMod val="50000"/>
                    </a:schemeClr>
                  </a:solidFill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itchFamily="34" charset="0"/>
              </a:rPr>
              <a:t>Маркеры костного обмена:</a:t>
            </a:r>
            <a:endParaRPr lang="ko-KR" altLang="en-US" sz="2100" b="1" dirty="0">
              <a:ln>
                <a:solidFill>
                  <a:schemeClr val="accent6">
                    <a:lumMod val="50000"/>
                  </a:schemeClr>
                </a:solidFill>
              </a:ln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Arial" pitchFamily="34" charset="0"/>
            </a:endParaRPr>
          </a:p>
        </p:txBody>
      </p:sp>
      <p:sp>
        <p:nvSpPr>
          <p:cNvPr id="17" name="Rectangle 26">
            <a:extLst>
              <a:ext uri="{FF2B5EF4-FFF2-40B4-BE49-F238E27FC236}">
                <a16:creationId xmlns:a16="http://schemas.microsoft.com/office/drawing/2014/main" id="{74E8A52C-60D1-68F9-7BF7-86DB68C93392}"/>
              </a:ext>
            </a:extLst>
          </p:cNvPr>
          <p:cNvSpPr/>
          <p:nvPr/>
        </p:nvSpPr>
        <p:spPr>
          <a:xfrm>
            <a:off x="4404222" y="3679010"/>
            <a:ext cx="406527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1. </a:t>
            </a:r>
            <a:r>
              <a:rPr lang="el-GR" altLang="ko-KR" sz="1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β-</a:t>
            </a:r>
            <a:r>
              <a:rPr lang="en-US" altLang="ko-KR" sz="18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CrossLaps</a:t>
            </a:r>
            <a:endParaRPr lang="ko-KR" altLang="en-US" sz="18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9" name="Rectangle 28">
            <a:extLst>
              <a:ext uri="{FF2B5EF4-FFF2-40B4-BE49-F238E27FC236}">
                <a16:creationId xmlns:a16="http://schemas.microsoft.com/office/drawing/2014/main" id="{6FDFBB96-0859-C092-9A08-129E203EBD6E}"/>
              </a:ext>
            </a:extLst>
          </p:cNvPr>
          <p:cNvSpPr/>
          <p:nvPr/>
        </p:nvSpPr>
        <p:spPr>
          <a:xfrm>
            <a:off x="4404222" y="4026209"/>
            <a:ext cx="406527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2. </a:t>
            </a:r>
            <a:r>
              <a:rPr lang="ru-RU" altLang="ko-KR" sz="18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Остеокальцин</a:t>
            </a:r>
            <a:r>
              <a:rPr lang="ru-RU" altLang="ko-KR" sz="1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(ПИДП)</a:t>
            </a:r>
            <a:endParaRPr lang="ko-KR" altLang="en-US" sz="18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8652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9" name="Google Shape;779;p51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10481" b="10473"/>
          <a:stretch/>
        </p:blipFill>
        <p:spPr>
          <a:xfrm>
            <a:off x="0" y="924751"/>
            <a:ext cx="9144000" cy="4218748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pic>
      <p:sp>
        <p:nvSpPr>
          <p:cNvPr id="780" name="Google Shape;780;p51"/>
          <p:cNvSpPr/>
          <p:nvPr/>
        </p:nvSpPr>
        <p:spPr>
          <a:xfrm>
            <a:off x="4572000" y="924752"/>
            <a:ext cx="4572000" cy="4218748"/>
          </a:xfrm>
          <a:prstGeom prst="rect">
            <a:avLst/>
          </a:prstGeom>
          <a:solidFill>
            <a:srgbClr val="4BACC6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Google Shape;781;p51"/>
          <p:cNvSpPr txBox="1">
            <a:spLocks noGrp="1"/>
          </p:cNvSpPr>
          <p:nvPr>
            <p:ph type="title"/>
          </p:nvPr>
        </p:nvSpPr>
        <p:spPr>
          <a:xfrm>
            <a:off x="4648706" y="952396"/>
            <a:ext cx="4572000" cy="987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ru-RU" sz="36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Виды терапии:</a:t>
            </a:r>
            <a:endParaRPr sz="36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3" name="Google Shape;783;p51"/>
          <p:cNvSpPr/>
          <p:nvPr/>
        </p:nvSpPr>
        <p:spPr>
          <a:xfrm>
            <a:off x="4868089" y="1729956"/>
            <a:ext cx="1775543" cy="1683577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4" name="Google Shape;784;p51"/>
          <p:cNvSpPr/>
          <p:nvPr/>
        </p:nvSpPr>
        <p:spPr>
          <a:xfrm>
            <a:off x="5727701" y="3283709"/>
            <a:ext cx="1960112" cy="1764684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p51"/>
          <p:cNvSpPr/>
          <p:nvPr/>
        </p:nvSpPr>
        <p:spPr>
          <a:xfrm>
            <a:off x="7273697" y="2090412"/>
            <a:ext cx="1575272" cy="1544221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p51"/>
          <p:cNvSpPr txBox="1"/>
          <p:nvPr/>
        </p:nvSpPr>
        <p:spPr>
          <a:xfrm>
            <a:off x="4815973" y="2576655"/>
            <a:ext cx="1827659" cy="612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Медикаментозная терапия</a:t>
            </a:r>
            <a:endParaRPr sz="1400" b="1"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3" name="Google Shape;793;p51"/>
          <p:cNvSpPr txBox="1"/>
          <p:nvPr/>
        </p:nvSpPr>
        <p:spPr>
          <a:xfrm>
            <a:off x="7304608" y="2937054"/>
            <a:ext cx="1575272" cy="666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Хирургическое лечение</a:t>
            </a:r>
            <a:endParaRPr sz="1400" b="1"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E658CA2-4A3F-E4AA-E09E-3F8E61F29BA1}"/>
              </a:ext>
            </a:extLst>
          </p:cNvPr>
          <p:cNvSpPr txBox="1">
            <a:spLocks/>
          </p:cNvSpPr>
          <p:nvPr/>
        </p:nvSpPr>
        <p:spPr>
          <a:xfrm>
            <a:off x="232051" y="192227"/>
            <a:ext cx="8679898" cy="543185"/>
          </a:xfrm>
          <a:prstGeom prst="rect">
            <a:avLst/>
          </a:prstGeom>
        </p:spPr>
        <p:txBody>
          <a:bodyPr>
            <a:noAutofit/>
          </a:bodyPr>
          <a:lstStyle>
            <a:lvl1pPr marL="171454" indent="-171454" algn="l" defTabSz="685817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64" indent="-171454" algn="l" defTabSz="685817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71" indent="-171454" algn="l" defTabSz="685817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80" indent="-171454" algn="l" defTabSz="685817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89" indent="-171454" algn="l" defTabSz="685817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97" indent="-171454" algn="l" defTabSz="685817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906" indent="-171454" algn="l" defTabSz="685817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814" indent="-171454" algn="l" defTabSz="685817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724" indent="-171454" algn="l" defTabSz="685817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sz="4000" b="1" dirty="0">
                <a:ln>
                  <a:solidFill>
                    <a:schemeClr val="accent1">
                      <a:lumMod val="50000"/>
                    </a:schemeClr>
                  </a:solidFill>
                </a:ln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Стратегия терапии</a:t>
            </a:r>
            <a:endParaRPr lang="en-US" sz="4000" b="1" dirty="0">
              <a:ln>
                <a:solidFill>
                  <a:schemeClr val="accent1">
                    <a:lumMod val="50000"/>
                  </a:schemeClr>
                </a:solidFill>
              </a:ln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30185BFC-0E93-60A2-22BD-73BF042EDE2C}"/>
              </a:ext>
            </a:extLst>
          </p:cNvPr>
          <p:cNvSpPr/>
          <p:nvPr/>
        </p:nvSpPr>
        <p:spPr>
          <a:xfrm>
            <a:off x="-24214" y="919569"/>
            <a:ext cx="4583719" cy="421874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F16B99A-A869-BCF7-EC90-02F28986AC24}"/>
              </a:ext>
            </a:extLst>
          </p:cNvPr>
          <p:cNvSpPr txBox="1"/>
          <p:nvPr/>
        </p:nvSpPr>
        <p:spPr>
          <a:xfrm>
            <a:off x="1892773" y="1203202"/>
            <a:ext cx="2612979" cy="3116238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just"/>
            <a:r>
              <a:rPr lang="ru-RU" sz="18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Лечение остеопороза </a:t>
            </a:r>
            <a:r>
              <a:rPr lang="ru-RU" sz="1800" dirty="0"/>
              <a:t>— сложная задача вследствие поздней диагностики. Целью лечения является замедление или временное прекращение потери костной ткани, предотвращение переломов костей. </a:t>
            </a:r>
          </a:p>
        </p:txBody>
      </p:sp>
      <p:sp>
        <p:nvSpPr>
          <p:cNvPr id="774" name="Google Shape;787;p51">
            <a:extLst>
              <a:ext uri="{FF2B5EF4-FFF2-40B4-BE49-F238E27FC236}">
                <a16:creationId xmlns:a16="http://schemas.microsoft.com/office/drawing/2014/main" id="{1761EA74-76D3-EF17-AA8C-4ACEB36876C7}"/>
              </a:ext>
            </a:extLst>
          </p:cNvPr>
          <p:cNvSpPr txBox="1"/>
          <p:nvPr/>
        </p:nvSpPr>
        <p:spPr>
          <a:xfrm>
            <a:off x="5689348" y="4115655"/>
            <a:ext cx="2036818" cy="612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Немедикаментозная терапия</a:t>
            </a:r>
            <a:endParaRPr sz="1400" b="1"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5" name="Google Shape;1020;p59">
            <a:extLst>
              <a:ext uri="{FF2B5EF4-FFF2-40B4-BE49-F238E27FC236}">
                <a16:creationId xmlns:a16="http://schemas.microsoft.com/office/drawing/2014/main" id="{F1A17849-B47C-BCE4-821F-11D401CE8848}"/>
              </a:ext>
            </a:extLst>
          </p:cNvPr>
          <p:cNvSpPr/>
          <p:nvPr/>
        </p:nvSpPr>
        <p:spPr>
          <a:xfrm rot="2942052">
            <a:off x="5431296" y="1947222"/>
            <a:ext cx="649126" cy="68738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96911" y="37900"/>
                </a:moveTo>
                <a:cubicBezTo>
                  <a:pt x="96567" y="38182"/>
                  <a:pt x="96276" y="38533"/>
                  <a:pt x="96063" y="38943"/>
                </a:cubicBezTo>
                <a:lnTo>
                  <a:pt x="78487" y="72869"/>
                </a:lnTo>
                <a:cubicBezTo>
                  <a:pt x="77636" y="74511"/>
                  <a:pt x="78362" y="76490"/>
                  <a:pt x="80109" y="77290"/>
                </a:cubicBezTo>
                <a:cubicBezTo>
                  <a:pt x="81856" y="78089"/>
                  <a:pt x="83961" y="77406"/>
                  <a:pt x="84812" y="75765"/>
                </a:cubicBezTo>
                <a:lnTo>
                  <a:pt x="102388" y="41839"/>
                </a:lnTo>
                <a:cubicBezTo>
                  <a:pt x="103239" y="40197"/>
                  <a:pt x="102513" y="38218"/>
                  <a:pt x="100766" y="37418"/>
                </a:cubicBezTo>
                <a:cubicBezTo>
                  <a:pt x="99456" y="36819"/>
                  <a:pt x="97944" y="37053"/>
                  <a:pt x="96911" y="37900"/>
                </a:cubicBezTo>
                <a:close/>
                <a:moveTo>
                  <a:pt x="68116" y="39136"/>
                </a:moveTo>
                <a:cubicBezTo>
                  <a:pt x="78819" y="27548"/>
                  <a:pt x="97490" y="26310"/>
                  <a:pt x="109818" y="36372"/>
                </a:cubicBezTo>
                <a:cubicBezTo>
                  <a:pt x="122146" y="46433"/>
                  <a:pt x="123463" y="63983"/>
                  <a:pt x="112760" y="75572"/>
                </a:cubicBezTo>
                <a:cubicBezTo>
                  <a:pt x="102056" y="87160"/>
                  <a:pt x="83385" y="88397"/>
                  <a:pt x="71057" y="78336"/>
                </a:cubicBezTo>
                <a:cubicBezTo>
                  <a:pt x="58729" y="68275"/>
                  <a:pt x="57412" y="50725"/>
                  <a:pt x="68116" y="39136"/>
                </a:cubicBezTo>
                <a:close/>
                <a:moveTo>
                  <a:pt x="8295" y="70121"/>
                </a:moveTo>
                <a:cubicBezTo>
                  <a:pt x="7776" y="70609"/>
                  <a:pt x="7455" y="71283"/>
                  <a:pt x="7455" y="72028"/>
                </a:cubicBezTo>
                <a:lnTo>
                  <a:pt x="7455" y="101691"/>
                </a:lnTo>
                <a:cubicBezTo>
                  <a:pt x="7455" y="103180"/>
                  <a:pt x="8739" y="104387"/>
                  <a:pt x="10324" y="104387"/>
                </a:cubicBezTo>
                <a:cubicBezTo>
                  <a:pt x="11908" y="104387"/>
                  <a:pt x="13192" y="103180"/>
                  <a:pt x="13192" y="101691"/>
                </a:cubicBezTo>
                <a:lnTo>
                  <a:pt x="13192" y="72028"/>
                </a:lnTo>
                <a:cubicBezTo>
                  <a:pt x="13192" y="70538"/>
                  <a:pt x="11908" y="69331"/>
                  <a:pt x="10324" y="69331"/>
                </a:cubicBezTo>
                <a:cubicBezTo>
                  <a:pt x="9531" y="69331"/>
                  <a:pt x="8814" y="69633"/>
                  <a:pt x="8295" y="70121"/>
                </a:cubicBezTo>
                <a:close/>
                <a:moveTo>
                  <a:pt x="0" y="60868"/>
                </a:moveTo>
                <a:cubicBezTo>
                  <a:pt x="16657" y="65064"/>
                  <a:pt x="34226" y="65070"/>
                  <a:pt x="50905" y="60873"/>
                </a:cubicBezTo>
                <a:cubicBezTo>
                  <a:pt x="50905" y="72607"/>
                  <a:pt x="50905" y="84341"/>
                  <a:pt x="50905" y="96074"/>
                </a:cubicBezTo>
                <a:cubicBezTo>
                  <a:pt x="50905" y="109288"/>
                  <a:pt x="39509" y="120000"/>
                  <a:pt x="25452" y="120000"/>
                </a:cubicBezTo>
                <a:lnTo>
                  <a:pt x="25452" y="119999"/>
                </a:lnTo>
                <a:cubicBezTo>
                  <a:pt x="11395" y="119999"/>
                  <a:pt x="0" y="109288"/>
                  <a:pt x="0" y="96074"/>
                </a:cubicBezTo>
                <a:close/>
                <a:moveTo>
                  <a:pt x="8295" y="17224"/>
                </a:moveTo>
                <a:cubicBezTo>
                  <a:pt x="7776" y="17712"/>
                  <a:pt x="7455" y="18386"/>
                  <a:pt x="7455" y="19131"/>
                </a:cubicBezTo>
                <a:lnTo>
                  <a:pt x="7455" y="48794"/>
                </a:lnTo>
                <a:cubicBezTo>
                  <a:pt x="7455" y="50283"/>
                  <a:pt x="8739" y="51490"/>
                  <a:pt x="10324" y="51490"/>
                </a:cubicBezTo>
                <a:cubicBezTo>
                  <a:pt x="11908" y="51490"/>
                  <a:pt x="13192" y="50283"/>
                  <a:pt x="13192" y="48794"/>
                </a:cubicBezTo>
                <a:lnTo>
                  <a:pt x="13192" y="19131"/>
                </a:lnTo>
                <a:cubicBezTo>
                  <a:pt x="13192" y="17642"/>
                  <a:pt x="11908" y="16434"/>
                  <a:pt x="10324" y="16434"/>
                </a:cubicBezTo>
                <a:cubicBezTo>
                  <a:pt x="9531" y="16434"/>
                  <a:pt x="8814" y="16736"/>
                  <a:pt x="8295" y="17224"/>
                </a:cubicBezTo>
                <a:close/>
                <a:moveTo>
                  <a:pt x="7454" y="7007"/>
                </a:moveTo>
                <a:cubicBezTo>
                  <a:pt x="12060" y="2677"/>
                  <a:pt x="18424" y="0"/>
                  <a:pt x="25452" y="0"/>
                </a:cubicBezTo>
                <a:cubicBezTo>
                  <a:pt x="39509" y="0"/>
                  <a:pt x="50905" y="10711"/>
                  <a:pt x="50905" y="23925"/>
                </a:cubicBezTo>
                <a:lnTo>
                  <a:pt x="50905" y="56096"/>
                </a:lnTo>
                <a:cubicBezTo>
                  <a:pt x="34264" y="60537"/>
                  <a:pt x="16630" y="60532"/>
                  <a:pt x="0" y="56133"/>
                </a:cubicBezTo>
                <a:lnTo>
                  <a:pt x="0" y="23925"/>
                </a:lnTo>
                <a:cubicBezTo>
                  <a:pt x="0" y="17318"/>
                  <a:pt x="2848" y="11337"/>
                  <a:pt x="7454" y="700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77" name="Рисунок 776" descr="Доктор">
            <a:extLst>
              <a:ext uri="{FF2B5EF4-FFF2-40B4-BE49-F238E27FC236}">
                <a16:creationId xmlns:a16="http://schemas.microsoft.com/office/drawing/2014/main" id="{AF6C198F-6ACD-2B55-6FDF-91A39D4D0D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35044" y="2114544"/>
            <a:ext cx="914400" cy="914400"/>
          </a:xfrm>
          <a:prstGeom prst="rect">
            <a:avLst/>
          </a:prstGeom>
        </p:spPr>
      </p:pic>
      <p:pic>
        <p:nvPicPr>
          <p:cNvPr id="798" name="Рисунок 797" descr="Яблоко">
            <a:extLst>
              <a:ext uri="{FF2B5EF4-FFF2-40B4-BE49-F238E27FC236}">
                <a16:creationId xmlns:a16="http://schemas.microsoft.com/office/drawing/2014/main" id="{D7956F35-5FB9-4117-81CF-A87EFB6F831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84770" y="3270438"/>
            <a:ext cx="845973" cy="845973"/>
          </a:xfrm>
          <a:prstGeom prst="rect">
            <a:avLst/>
          </a:prstGeom>
        </p:spPr>
      </p:pic>
      <p:sp>
        <p:nvSpPr>
          <p:cNvPr id="799" name="Freeform 54">
            <a:extLst>
              <a:ext uri="{FF2B5EF4-FFF2-40B4-BE49-F238E27FC236}">
                <a16:creationId xmlns:a16="http://schemas.microsoft.com/office/drawing/2014/main" id="{ED1490D4-BCFB-7D49-1435-D663EE39F76E}"/>
              </a:ext>
            </a:extLst>
          </p:cNvPr>
          <p:cNvSpPr/>
          <p:nvPr/>
        </p:nvSpPr>
        <p:spPr>
          <a:xfrm>
            <a:off x="47964" y="4227452"/>
            <a:ext cx="1677875" cy="892970"/>
          </a:xfrm>
          <a:custGeom>
            <a:avLst/>
            <a:gdLst>
              <a:gd name="connsiteX0" fmla="*/ 1562100 w 1619250"/>
              <a:gd name="connsiteY0" fmla="*/ 590550 h 1200150"/>
              <a:gd name="connsiteX1" fmla="*/ 0 w 1619250"/>
              <a:gd name="connsiteY1" fmla="*/ 1200150 h 1200150"/>
              <a:gd name="connsiteX2" fmla="*/ 76200 w 1619250"/>
              <a:gd name="connsiteY2" fmla="*/ 590550 h 1200150"/>
              <a:gd name="connsiteX3" fmla="*/ 1619250 w 1619250"/>
              <a:gd name="connsiteY3" fmla="*/ 0 h 1200150"/>
              <a:gd name="connsiteX4" fmla="*/ 1562100 w 1619250"/>
              <a:gd name="connsiteY4" fmla="*/ 590550 h 1200150"/>
              <a:gd name="connsiteX0" fmla="*/ 1619250 w 1619250"/>
              <a:gd name="connsiteY0" fmla="*/ 590550 h 1200150"/>
              <a:gd name="connsiteX1" fmla="*/ 0 w 1619250"/>
              <a:gd name="connsiteY1" fmla="*/ 1200150 h 1200150"/>
              <a:gd name="connsiteX2" fmla="*/ 76200 w 1619250"/>
              <a:gd name="connsiteY2" fmla="*/ 590550 h 1200150"/>
              <a:gd name="connsiteX3" fmla="*/ 1619250 w 1619250"/>
              <a:gd name="connsiteY3" fmla="*/ 0 h 1200150"/>
              <a:gd name="connsiteX4" fmla="*/ 1619250 w 1619250"/>
              <a:gd name="connsiteY4" fmla="*/ 590550 h 1200150"/>
              <a:gd name="connsiteX0" fmla="*/ 1609725 w 1619250"/>
              <a:gd name="connsiteY0" fmla="*/ 542925 h 1200150"/>
              <a:gd name="connsiteX1" fmla="*/ 0 w 1619250"/>
              <a:gd name="connsiteY1" fmla="*/ 1200150 h 1200150"/>
              <a:gd name="connsiteX2" fmla="*/ 76200 w 1619250"/>
              <a:gd name="connsiteY2" fmla="*/ 590550 h 1200150"/>
              <a:gd name="connsiteX3" fmla="*/ 1619250 w 1619250"/>
              <a:gd name="connsiteY3" fmla="*/ 0 h 1200150"/>
              <a:gd name="connsiteX4" fmla="*/ 1609725 w 1619250"/>
              <a:gd name="connsiteY4" fmla="*/ 542925 h 1200150"/>
              <a:gd name="connsiteX0" fmla="*/ 1609725 w 1619250"/>
              <a:gd name="connsiteY0" fmla="*/ 581025 h 1200150"/>
              <a:gd name="connsiteX1" fmla="*/ 0 w 1619250"/>
              <a:gd name="connsiteY1" fmla="*/ 1200150 h 1200150"/>
              <a:gd name="connsiteX2" fmla="*/ 76200 w 1619250"/>
              <a:gd name="connsiteY2" fmla="*/ 590550 h 1200150"/>
              <a:gd name="connsiteX3" fmla="*/ 1619250 w 1619250"/>
              <a:gd name="connsiteY3" fmla="*/ 0 h 1200150"/>
              <a:gd name="connsiteX4" fmla="*/ 1609725 w 1619250"/>
              <a:gd name="connsiteY4" fmla="*/ 581025 h 1200150"/>
              <a:gd name="connsiteX0" fmla="*/ 1562100 w 1571625"/>
              <a:gd name="connsiteY0" fmla="*/ 581025 h 1238250"/>
              <a:gd name="connsiteX1" fmla="*/ 0 w 1571625"/>
              <a:gd name="connsiteY1" fmla="*/ 1238250 h 1238250"/>
              <a:gd name="connsiteX2" fmla="*/ 28575 w 1571625"/>
              <a:gd name="connsiteY2" fmla="*/ 590550 h 1238250"/>
              <a:gd name="connsiteX3" fmla="*/ 1571625 w 1571625"/>
              <a:gd name="connsiteY3" fmla="*/ 0 h 1238250"/>
              <a:gd name="connsiteX4" fmla="*/ 1562100 w 1571625"/>
              <a:gd name="connsiteY4" fmla="*/ 581025 h 1238250"/>
              <a:gd name="connsiteX0" fmla="*/ 1562100 w 1571625"/>
              <a:gd name="connsiteY0" fmla="*/ 581025 h 1238250"/>
              <a:gd name="connsiteX1" fmla="*/ 0 w 1571625"/>
              <a:gd name="connsiteY1" fmla="*/ 1238250 h 1238250"/>
              <a:gd name="connsiteX2" fmla="*/ 0 w 1571625"/>
              <a:gd name="connsiteY2" fmla="*/ 619125 h 1238250"/>
              <a:gd name="connsiteX3" fmla="*/ 1571625 w 1571625"/>
              <a:gd name="connsiteY3" fmla="*/ 0 h 1238250"/>
              <a:gd name="connsiteX4" fmla="*/ 1562100 w 1571625"/>
              <a:gd name="connsiteY4" fmla="*/ 581025 h 1238250"/>
              <a:gd name="connsiteX0" fmla="*/ 1562100 w 1571625"/>
              <a:gd name="connsiteY0" fmla="*/ 619125 h 1276350"/>
              <a:gd name="connsiteX1" fmla="*/ 0 w 1571625"/>
              <a:gd name="connsiteY1" fmla="*/ 1276350 h 1276350"/>
              <a:gd name="connsiteX2" fmla="*/ 0 w 1571625"/>
              <a:gd name="connsiteY2" fmla="*/ 657225 h 1276350"/>
              <a:gd name="connsiteX3" fmla="*/ 1571625 w 1571625"/>
              <a:gd name="connsiteY3" fmla="*/ 0 h 1276350"/>
              <a:gd name="connsiteX4" fmla="*/ 1562100 w 1571625"/>
              <a:gd name="connsiteY4" fmla="*/ 619125 h 1276350"/>
              <a:gd name="connsiteX0" fmla="*/ 1562100 w 1571625"/>
              <a:gd name="connsiteY0" fmla="*/ 619125 h 1276350"/>
              <a:gd name="connsiteX1" fmla="*/ 0 w 1571625"/>
              <a:gd name="connsiteY1" fmla="*/ 1276350 h 1276350"/>
              <a:gd name="connsiteX2" fmla="*/ 0 w 1571625"/>
              <a:gd name="connsiteY2" fmla="*/ 638175 h 1276350"/>
              <a:gd name="connsiteX3" fmla="*/ 1571625 w 1571625"/>
              <a:gd name="connsiteY3" fmla="*/ 0 h 1276350"/>
              <a:gd name="connsiteX4" fmla="*/ 1562100 w 1571625"/>
              <a:gd name="connsiteY4" fmla="*/ 619125 h 1276350"/>
              <a:gd name="connsiteX0" fmla="*/ 1562100 w 1562100"/>
              <a:gd name="connsiteY0" fmla="*/ 600075 h 1257300"/>
              <a:gd name="connsiteX1" fmla="*/ 0 w 1562100"/>
              <a:gd name="connsiteY1" fmla="*/ 1257300 h 1257300"/>
              <a:gd name="connsiteX2" fmla="*/ 0 w 1562100"/>
              <a:gd name="connsiteY2" fmla="*/ 619125 h 1257300"/>
              <a:gd name="connsiteX3" fmla="*/ 1533525 w 1562100"/>
              <a:gd name="connsiteY3" fmla="*/ 0 h 1257300"/>
              <a:gd name="connsiteX4" fmla="*/ 1562100 w 1562100"/>
              <a:gd name="connsiteY4" fmla="*/ 600075 h 1257300"/>
              <a:gd name="connsiteX0" fmla="*/ 1562100 w 1562100"/>
              <a:gd name="connsiteY0" fmla="*/ 600075 h 1257300"/>
              <a:gd name="connsiteX1" fmla="*/ 0 w 1562100"/>
              <a:gd name="connsiteY1" fmla="*/ 1257300 h 1257300"/>
              <a:gd name="connsiteX2" fmla="*/ 0 w 1562100"/>
              <a:gd name="connsiteY2" fmla="*/ 619125 h 1257300"/>
              <a:gd name="connsiteX3" fmla="*/ 1533525 w 1562100"/>
              <a:gd name="connsiteY3" fmla="*/ 0 h 1257300"/>
              <a:gd name="connsiteX4" fmla="*/ 1562100 w 1562100"/>
              <a:gd name="connsiteY4" fmla="*/ 600075 h 1257300"/>
              <a:gd name="connsiteX0" fmla="*/ 1562100 w 1562100"/>
              <a:gd name="connsiteY0" fmla="*/ 600075 h 1257300"/>
              <a:gd name="connsiteX1" fmla="*/ 0 w 1562100"/>
              <a:gd name="connsiteY1" fmla="*/ 1257300 h 1257300"/>
              <a:gd name="connsiteX2" fmla="*/ 0 w 1562100"/>
              <a:gd name="connsiteY2" fmla="*/ 619125 h 1257300"/>
              <a:gd name="connsiteX3" fmla="*/ 1533525 w 1562100"/>
              <a:gd name="connsiteY3" fmla="*/ 0 h 1257300"/>
              <a:gd name="connsiteX4" fmla="*/ 1562100 w 1562100"/>
              <a:gd name="connsiteY4" fmla="*/ 600075 h 1257300"/>
              <a:gd name="connsiteX0" fmla="*/ 1562100 w 1562100"/>
              <a:gd name="connsiteY0" fmla="*/ 600075 h 1257300"/>
              <a:gd name="connsiteX1" fmla="*/ 0 w 1562100"/>
              <a:gd name="connsiteY1" fmla="*/ 1257300 h 1257300"/>
              <a:gd name="connsiteX2" fmla="*/ 0 w 1562100"/>
              <a:gd name="connsiteY2" fmla="*/ 619125 h 1257300"/>
              <a:gd name="connsiteX3" fmla="*/ 1533525 w 1562100"/>
              <a:gd name="connsiteY3" fmla="*/ 0 h 1257300"/>
              <a:gd name="connsiteX4" fmla="*/ 1562100 w 1562100"/>
              <a:gd name="connsiteY4" fmla="*/ 600075 h 1257300"/>
              <a:gd name="connsiteX0" fmla="*/ 1562100 w 1562100"/>
              <a:gd name="connsiteY0" fmla="*/ 600075 h 1257300"/>
              <a:gd name="connsiteX1" fmla="*/ 0 w 1562100"/>
              <a:gd name="connsiteY1" fmla="*/ 1257300 h 1257300"/>
              <a:gd name="connsiteX2" fmla="*/ 0 w 1562100"/>
              <a:gd name="connsiteY2" fmla="*/ 619125 h 1257300"/>
              <a:gd name="connsiteX3" fmla="*/ 1533525 w 1562100"/>
              <a:gd name="connsiteY3" fmla="*/ 0 h 1257300"/>
              <a:gd name="connsiteX4" fmla="*/ 1562100 w 1562100"/>
              <a:gd name="connsiteY4" fmla="*/ 600075 h 1257300"/>
              <a:gd name="connsiteX0" fmla="*/ 1562100 w 1562100"/>
              <a:gd name="connsiteY0" fmla="*/ 571500 h 1228725"/>
              <a:gd name="connsiteX1" fmla="*/ 0 w 1562100"/>
              <a:gd name="connsiteY1" fmla="*/ 1228725 h 1228725"/>
              <a:gd name="connsiteX2" fmla="*/ 0 w 1562100"/>
              <a:gd name="connsiteY2" fmla="*/ 590550 h 1228725"/>
              <a:gd name="connsiteX3" fmla="*/ 1543050 w 1562100"/>
              <a:gd name="connsiteY3" fmla="*/ 0 h 1228725"/>
              <a:gd name="connsiteX4" fmla="*/ 1562100 w 1562100"/>
              <a:gd name="connsiteY4" fmla="*/ 571500 h 1228725"/>
              <a:gd name="connsiteX0" fmla="*/ 1562100 w 1562100"/>
              <a:gd name="connsiteY0" fmla="*/ 571500 h 1228725"/>
              <a:gd name="connsiteX1" fmla="*/ 0 w 1562100"/>
              <a:gd name="connsiteY1" fmla="*/ 1228725 h 1228725"/>
              <a:gd name="connsiteX2" fmla="*/ 0 w 1562100"/>
              <a:gd name="connsiteY2" fmla="*/ 590550 h 1228725"/>
              <a:gd name="connsiteX3" fmla="*/ 1543050 w 1562100"/>
              <a:gd name="connsiteY3" fmla="*/ 0 h 1228725"/>
              <a:gd name="connsiteX4" fmla="*/ 1562100 w 1562100"/>
              <a:gd name="connsiteY4" fmla="*/ 571500 h 1228725"/>
              <a:gd name="connsiteX0" fmla="*/ 1562100 w 1562100"/>
              <a:gd name="connsiteY0" fmla="*/ 571500 h 1228725"/>
              <a:gd name="connsiteX1" fmla="*/ 0 w 1562100"/>
              <a:gd name="connsiteY1" fmla="*/ 1228725 h 1228725"/>
              <a:gd name="connsiteX2" fmla="*/ 0 w 1562100"/>
              <a:gd name="connsiteY2" fmla="*/ 590550 h 1228725"/>
              <a:gd name="connsiteX3" fmla="*/ 1543050 w 1562100"/>
              <a:gd name="connsiteY3" fmla="*/ 0 h 1228725"/>
              <a:gd name="connsiteX4" fmla="*/ 1562100 w 1562100"/>
              <a:gd name="connsiteY4" fmla="*/ 571500 h 1228725"/>
              <a:gd name="connsiteX0" fmla="*/ 1562100 w 1562100"/>
              <a:gd name="connsiteY0" fmla="*/ 571500 h 1190625"/>
              <a:gd name="connsiteX1" fmla="*/ 0 w 1562100"/>
              <a:gd name="connsiteY1" fmla="*/ 1190625 h 1190625"/>
              <a:gd name="connsiteX2" fmla="*/ 0 w 1562100"/>
              <a:gd name="connsiteY2" fmla="*/ 590550 h 1190625"/>
              <a:gd name="connsiteX3" fmla="*/ 1543050 w 1562100"/>
              <a:gd name="connsiteY3" fmla="*/ 0 h 1190625"/>
              <a:gd name="connsiteX4" fmla="*/ 1562100 w 1562100"/>
              <a:gd name="connsiteY4" fmla="*/ 571500 h 1190625"/>
              <a:gd name="connsiteX0" fmla="*/ 1562100 w 1562100"/>
              <a:gd name="connsiteY0" fmla="*/ 571500 h 1190625"/>
              <a:gd name="connsiteX1" fmla="*/ 0 w 1562100"/>
              <a:gd name="connsiteY1" fmla="*/ 1190625 h 1190625"/>
              <a:gd name="connsiteX2" fmla="*/ 0 w 1562100"/>
              <a:gd name="connsiteY2" fmla="*/ 590550 h 1190625"/>
              <a:gd name="connsiteX3" fmla="*/ 1543050 w 1562100"/>
              <a:gd name="connsiteY3" fmla="*/ 0 h 1190625"/>
              <a:gd name="connsiteX4" fmla="*/ 1562100 w 1562100"/>
              <a:gd name="connsiteY4" fmla="*/ 571500 h 1190625"/>
              <a:gd name="connsiteX0" fmla="*/ 1562100 w 1562100"/>
              <a:gd name="connsiteY0" fmla="*/ 571500 h 1190625"/>
              <a:gd name="connsiteX1" fmla="*/ 0 w 1562100"/>
              <a:gd name="connsiteY1" fmla="*/ 1190625 h 1190625"/>
              <a:gd name="connsiteX2" fmla="*/ 0 w 1562100"/>
              <a:gd name="connsiteY2" fmla="*/ 590550 h 1190625"/>
              <a:gd name="connsiteX3" fmla="*/ 1543050 w 1562100"/>
              <a:gd name="connsiteY3" fmla="*/ 0 h 1190625"/>
              <a:gd name="connsiteX4" fmla="*/ 1562100 w 1562100"/>
              <a:gd name="connsiteY4" fmla="*/ 571500 h 1190625"/>
              <a:gd name="connsiteX0" fmla="*/ 1562100 w 1562100"/>
              <a:gd name="connsiteY0" fmla="*/ 571500 h 1190625"/>
              <a:gd name="connsiteX1" fmla="*/ 0 w 1562100"/>
              <a:gd name="connsiteY1" fmla="*/ 1190625 h 1190625"/>
              <a:gd name="connsiteX2" fmla="*/ 0 w 1562100"/>
              <a:gd name="connsiteY2" fmla="*/ 590550 h 1190625"/>
              <a:gd name="connsiteX3" fmla="*/ 1543050 w 1562100"/>
              <a:gd name="connsiteY3" fmla="*/ 0 h 1190625"/>
              <a:gd name="connsiteX4" fmla="*/ 1562100 w 1562100"/>
              <a:gd name="connsiteY4" fmla="*/ 571500 h 1190625"/>
              <a:gd name="connsiteX0" fmla="*/ 1562100 w 1562100"/>
              <a:gd name="connsiteY0" fmla="*/ 571500 h 1190625"/>
              <a:gd name="connsiteX1" fmla="*/ 0 w 1562100"/>
              <a:gd name="connsiteY1" fmla="*/ 1190625 h 1190625"/>
              <a:gd name="connsiteX2" fmla="*/ 0 w 1562100"/>
              <a:gd name="connsiteY2" fmla="*/ 590550 h 1190625"/>
              <a:gd name="connsiteX3" fmla="*/ 1543050 w 1562100"/>
              <a:gd name="connsiteY3" fmla="*/ 0 h 1190625"/>
              <a:gd name="connsiteX4" fmla="*/ 1562100 w 1562100"/>
              <a:gd name="connsiteY4" fmla="*/ 571500 h 1190625"/>
              <a:gd name="connsiteX0" fmla="*/ 1562100 w 1562100"/>
              <a:gd name="connsiteY0" fmla="*/ 571500 h 1190625"/>
              <a:gd name="connsiteX1" fmla="*/ 0 w 1562100"/>
              <a:gd name="connsiteY1" fmla="*/ 1190625 h 1190625"/>
              <a:gd name="connsiteX2" fmla="*/ 0 w 1562100"/>
              <a:gd name="connsiteY2" fmla="*/ 590550 h 1190625"/>
              <a:gd name="connsiteX3" fmla="*/ 1543050 w 1562100"/>
              <a:gd name="connsiteY3" fmla="*/ 0 h 1190625"/>
              <a:gd name="connsiteX4" fmla="*/ 1562100 w 1562100"/>
              <a:gd name="connsiteY4" fmla="*/ 571500 h 1190625"/>
              <a:gd name="connsiteX0" fmla="*/ 1562100 w 1562100"/>
              <a:gd name="connsiteY0" fmla="*/ 571500 h 1190625"/>
              <a:gd name="connsiteX1" fmla="*/ 0 w 1562100"/>
              <a:gd name="connsiteY1" fmla="*/ 1190625 h 1190625"/>
              <a:gd name="connsiteX2" fmla="*/ 0 w 1562100"/>
              <a:gd name="connsiteY2" fmla="*/ 590550 h 1190625"/>
              <a:gd name="connsiteX3" fmla="*/ 1543050 w 1562100"/>
              <a:gd name="connsiteY3" fmla="*/ 0 h 1190625"/>
              <a:gd name="connsiteX4" fmla="*/ 1562100 w 1562100"/>
              <a:gd name="connsiteY4" fmla="*/ 571500 h 1190625"/>
              <a:gd name="connsiteX0" fmla="*/ 1562100 w 1562100"/>
              <a:gd name="connsiteY0" fmla="*/ 571500 h 1190625"/>
              <a:gd name="connsiteX1" fmla="*/ 0 w 1562100"/>
              <a:gd name="connsiteY1" fmla="*/ 1190625 h 1190625"/>
              <a:gd name="connsiteX2" fmla="*/ 0 w 1562100"/>
              <a:gd name="connsiteY2" fmla="*/ 590550 h 1190625"/>
              <a:gd name="connsiteX3" fmla="*/ 1543050 w 1562100"/>
              <a:gd name="connsiteY3" fmla="*/ 0 h 1190625"/>
              <a:gd name="connsiteX4" fmla="*/ 1562100 w 1562100"/>
              <a:gd name="connsiteY4" fmla="*/ 571500 h 1190625"/>
              <a:gd name="connsiteX0" fmla="*/ 1562100 w 1562100"/>
              <a:gd name="connsiteY0" fmla="*/ 571500 h 1190625"/>
              <a:gd name="connsiteX1" fmla="*/ 0 w 1562100"/>
              <a:gd name="connsiteY1" fmla="*/ 1190625 h 1190625"/>
              <a:gd name="connsiteX2" fmla="*/ 0 w 1562100"/>
              <a:gd name="connsiteY2" fmla="*/ 590550 h 1190625"/>
              <a:gd name="connsiteX3" fmla="*/ 1543050 w 1562100"/>
              <a:gd name="connsiteY3" fmla="*/ 0 h 1190625"/>
              <a:gd name="connsiteX4" fmla="*/ 1562100 w 1562100"/>
              <a:gd name="connsiteY4" fmla="*/ 571500 h 1190625"/>
              <a:gd name="connsiteX0" fmla="*/ 1562100 w 1562100"/>
              <a:gd name="connsiteY0" fmla="*/ 571500 h 1190625"/>
              <a:gd name="connsiteX1" fmla="*/ 0 w 1562100"/>
              <a:gd name="connsiteY1" fmla="*/ 1190625 h 1190625"/>
              <a:gd name="connsiteX2" fmla="*/ 0 w 1562100"/>
              <a:gd name="connsiteY2" fmla="*/ 590550 h 1190625"/>
              <a:gd name="connsiteX3" fmla="*/ 1543050 w 1562100"/>
              <a:gd name="connsiteY3" fmla="*/ 0 h 1190625"/>
              <a:gd name="connsiteX4" fmla="*/ 1562100 w 1562100"/>
              <a:gd name="connsiteY4" fmla="*/ 571500 h 1190625"/>
              <a:gd name="connsiteX0" fmla="*/ 1562100 w 1562100"/>
              <a:gd name="connsiteY0" fmla="*/ 571500 h 1190625"/>
              <a:gd name="connsiteX1" fmla="*/ 0 w 1562100"/>
              <a:gd name="connsiteY1" fmla="*/ 1190625 h 1190625"/>
              <a:gd name="connsiteX2" fmla="*/ 0 w 1562100"/>
              <a:gd name="connsiteY2" fmla="*/ 590550 h 1190625"/>
              <a:gd name="connsiteX3" fmla="*/ 1543050 w 1562100"/>
              <a:gd name="connsiteY3" fmla="*/ 0 h 1190625"/>
              <a:gd name="connsiteX4" fmla="*/ 1562100 w 1562100"/>
              <a:gd name="connsiteY4" fmla="*/ 571500 h 1190625"/>
              <a:gd name="connsiteX0" fmla="*/ 1562100 w 1562100"/>
              <a:gd name="connsiteY0" fmla="*/ 571500 h 1190625"/>
              <a:gd name="connsiteX1" fmla="*/ 0 w 1562100"/>
              <a:gd name="connsiteY1" fmla="*/ 1190625 h 1190625"/>
              <a:gd name="connsiteX2" fmla="*/ 0 w 1562100"/>
              <a:gd name="connsiteY2" fmla="*/ 590550 h 1190625"/>
              <a:gd name="connsiteX3" fmla="*/ 1543050 w 1562100"/>
              <a:gd name="connsiteY3" fmla="*/ 0 h 1190625"/>
              <a:gd name="connsiteX4" fmla="*/ 1562100 w 1562100"/>
              <a:gd name="connsiteY4" fmla="*/ 571500 h 1190625"/>
              <a:gd name="connsiteX0" fmla="*/ 1562100 w 1562100"/>
              <a:gd name="connsiteY0" fmla="*/ 571500 h 1190625"/>
              <a:gd name="connsiteX1" fmla="*/ 0 w 1562100"/>
              <a:gd name="connsiteY1" fmla="*/ 1190625 h 1190625"/>
              <a:gd name="connsiteX2" fmla="*/ 0 w 1562100"/>
              <a:gd name="connsiteY2" fmla="*/ 590550 h 1190625"/>
              <a:gd name="connsiteX3" fmla="*/ 1543050 w 1562100"/>
              <a:gd name="connsiteY3" fmla="*/ 0 h 1190625"/>
              <a:gd name="connsiteX4" fmla="*/ 1562100 w 1562100"/>
              <a:gd name="connsiteY4" fmla="*/ 571500 h 1190625"/>
              <a:gd name="connsiteX0" fmla="*/ 1562100 w 1562100"/>
              <a:gd name="connsiteY0" fmla="*/ 571500 h 1190625"/>
              <a:gd name="connsiteX1" fmla="*/ 0 w 1562100"/>
              <a:gd name="connsiteY1" fmla="*/ 1190625 h 1190625"/>
              <a:gd name="connsiteX2" fmla="*/ 0 w 1562100"/>
              <a:gd name="connsiteY2" fmla="*/ 590550 h 1190625"/>
              <a:gd name="connsiteX3" fmla="*/ 1543050 w 1562100"/>
              <a:gd name="connsiteY3" fmla="*/ 0 h 1190625"/>
              <a:gd name="connsiteX4" fmla="*/ 1562100 w 1562100"/>
              <a:gd name="connsiteY4" fmla="*/ 571500 h 1190625"/>
              <a:gd name="connsiteX0" fmla="*/ 1562100 w 1562100"/>
              <a:gd name="connsiteY0" fmla="*/ 571500 h 1190625"/>
              <a:gd name="connsiteX1" fmla="*/ 0 w 1562100"/>
              <a:gd name="connsiteY1" fmla="*/ 1190625 h 1190625"/>
              <a:gd name="connsiteX2" fmla="*/ 0 w 1562100"/>
              <a:gd name="connsiteY2" fmla="*/ 590550 h 1190625"/>
              <a:gd name="connsiteX3" fmla="*/ 1543050 w 1562100"/>
              <a:gd name="connsiteY3" fmla="*/ 0 h 1190625"/>
              <a:gd name="connsiteX4" fmla="*/ 1562100 w 1562100"/>
              <a:gd name="connsiteY4" fmla="*/ 571500 h 1190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62100" h="1190625">
                <a:moveTo>
                  <a:pt x="1562100" y="571500"/>
                </a:moveTo>
                <a:cubicBezTo>
                  <a:pt x="1117600" y="838200"/>
                  <a:pt x="501650" y="952500"/>
                  <a:pt x="0" y="1190625"/>
                </a:cubicBezTo>
                <a:lnTo>
                  <a:pt x="0" y="590550"/>
                </a:lnTo>
                <a:cubicBezTo>
                  <a:pt x="349250" y="393700"/>
                  <a:pt x="1079500" y="130175"/>
                  <a:pt x="1543050" y="0"/>
                </a:cubicBezTo>
                <a:lnTo>
                  <a:pt x="1562100" y="5715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50000"/>
                </a:schemeClr>
              </a:gs>
              <a:gs pos="50418">
                <a:schemeClr val="accent1"/>
              </a:gs>
              <a:gs pos="100000">
                <a:schemeClr val="accent1">
                  <a:lumMod val="3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ko-KR" altLang="en-US" sz="2000" dirty="0"/>
          </a:p>
        </p:txBody>
      </p:sp>
      <p:sp>
        <p:nvSpPr>
          <p:cNvPr id="800" name="Freeform 53">
            <a:extLst>
              <a:ext uri="{FF2B5EF4-FFF2-40B4-BE49-F238E27FC236}">
                <a16:creationId xmlns:a16="http://schemas.microsoft.com/office/drawing/2014/main" id="{910BC518-6F52-9B83-6F25-E3EB341E95B0}"/>
              </a:ext>
            </a:extLst>
          </p:cNvPr>
          <p:cNvSpPr/>
          <p:nvPr/>
        </p:nvSpPr>
        <p:spPr>
          <a:xfrm>
            <a:off x="80933" y="961159"/>
            <a:ext cx="1759724" cy="978694"/>
          </a:xfrm>
          <a:custGeom>
            <a:avLst/>
            <a:gdLst>
              <a:gd name="connsiteX0" fmla="*/ 1562100 w 1619250"/>
              <a:gd name="connsiteY0" fmla="*/ 590550 h 1200150"/>
              <a:gd name="connsiteX1" fmla="*/ 0 w 1619250"/>
              <a:gd name="connsiteY1" fmla="*/ 1200150 h 1200150"/>
              <a:gd name="connsiteX2" fmla="*/ 76200 w 1619250"/>
              <a:gd name="connsiteY2" fmla="*/ 590550 h 1200150"/>
              <a:gd name="connsiteX3" fmla="*/ 1619250 w 1619250"/>
              <a:gd name="connsiteY3" fmla="*/ 0 h 1200150"/>
              <a:gd name="connsiteX4" fmla="*/ 1562100 w 1619250"/>
              <a:gd name="connsiteY4" fmla="*/ 590550 h 1200150"/>
              <a:gd name="connsiteX0" fmla="*/ 1619250 w 1619250"/>
              <a:gd name="connsiteY0" fmla="*/ 590550 h 1200150"/>
              <a:gd name="connsiteX1" fmla="*/ 0 w 1619250"/>
              <a:gd name="connsiteY1" fmla="*/ 1200150 h 1200150"/>
              <a:gd name="connsiteX2" fmla="*/ 76200 w 1619250"/>
              <a:gd name="connsiteY2" fmla="*/ 590550 h 1200150"/>
              <a:gd name="connsiteX3" fmla="*/ 1619250 w 1619250"/>
              <a:gd name="connsiteY3" fmla="*/ 0 h 1200150"/>
              <a:gd name="connsiteX4" fmla="*/ 1619250 w 1619250"/>
              <a:gd name="connsiteY4" fmla="*/ 590550 h 1200150"/>
              <a:gd name="connsiteX0" fmla="*/ 1609725 w 1619250"/>
              <a:gd name="connsiteY0" fmla="*/ 542925 h 1200150"/>
              <a:gd name="connsiteX1" fmla="*/ 0 w 1619250"/>
              <a:gd name="connsiteY1" fmla="*/ 1200150 h 1200150"/>
              <a:gd name="connsiteX2" fmla="*/ 76200 w 1619250"/>
              <a:gd name="connsiteY2" fmla="*/ 590550 h 1200150"/>
              <a:gd name="connsiteX3" fmla="*/ 1619250 w 1619250"/>
              <a:gd name="connsiteY3" fmla="*/ 0 h 1200150"/>
              <a:gd name="connsiteX4" fmla="*/ 1609725 w 1619250"/>
              <a:gd name="connsiteY4" fmla="*/ 542925 h 1200150"/>
              <a:gd name="connsiteX0" fmla="*/ 1609725 w 1619250"/>
              <a:gd name="connsiteY0" fmla="*/ 581025 h 1200150"/>
              <a:gd name="connsiteX1" fmla="*/ 0 w 1619250"/>
              <a:gd name="connsiteY1" fmla="*/ 1200150 h 1200150"/>
              <a:gd name="connsiteX2" fmla="*/ 76200 w 1619250"/>
              <a:gd name="connsiteY2" fmla="*/ 590550 h 1200150"/>
              <a:gd name="connsiteX3" fmla="*/ 1619250 w 1619250"/>
              <a:gd name="connsiteY3" fmla="*/ 0 h 1200150"/>
              <a:gd name="connsiteX4" fmla="*/ 1609725 w 1619250"/>
              <a:gd name="connsiteY4" fmla="*/ 581025 h 1200150"/>
              <a:gd name="connsiteX0" fmla="*/ 1562100 w 1571625"/>
              <a:gd name="connsiteY0" fmla="*/ 581025 h 1238250"/>
              <a:gd name="connsiteX1" fmla="*/ 0 w 1571625"/>
              <a:gd name="connsiteY1" fmla="*/ 1238250 h 1238250"/>
              <a:gd name="connsiteX2" fmla="*/ 28575 w 1571625"/>
              <a:gd name="connsiteY2" fmla="*/ 590550 h 1238250"/>
              <a:gd name="connsiteX3" fmla="*/ 1571625 w 1571625"/>
              <a:gd name="connsiteY3" fmla="*/ 0 h 1238250"/>
              <a:gd name="connsiteX4" fmla="*/ 1562100 w 1571625"/>
              <a:gd name="connsiteY4" fmla="*/ 581025 h 1238250"/>
              <a:gd name="connsiteX0" fmla="*/ 1562100 w 1571625"/>
              <a:gd name="connsiteY0" fmla="*/ 581025 h 1238250"/>
              <a:gd name="connsiteX1" fmla="*/ 0 w 1571625"/>
              <a:gd name="connsiteY1" fmla="*/ 1238250 h 1238250"/>
              <a:gd name="connsiteX2" fmla="*/ 0 w 1571625"/>
              <a:gd name="connsiteY2" fmla="*/ 619125 h 1238250"/>
              <a:gd name="connsiteX3" fmla="*/ 1571625 w 1571625"/>
              <a:gd name="connsiteY3" fmla="*/ 0 h 1238250"/>
              <a:gd name="connsiteX4" fmla="*/ 1562100 w 1571625"/>
              <a:gd name="connsiteY4" fmla="*/ 581025 h 1238250"/>
              <a:gd name="connsiteX0" fmla="*/ 1562100 w 1571625"/>
              <a:gd name="connsiteY0" fmla="*/ 619125 h 1276350"/>
              <a:gd name="connsiteX1" fmla="*/ 0 w 1571625"/>
              <a:gd name="connsiteY1" fmla="*/ 1276350 h 1276350"/>
              <a:gd name="connsiteX2" fmla="*/ 0 w 1571625"/>
              <a:gd name="connsiteY2" fmla="*/ 657225 h 1276350"/>
              <a:gd name="connsiteX3" fmla="*/ 1571625 w 1571625"/>
              <a:gd name="connsiteY3" fmla="*/ 0 h 1276350"/>
              <a:gd name="connsiteX4" fmla="*/ 1562100 w 1571625"/>
              <a:gd name="connsiteY4" fmla="*/ 619125 h 1276350"/>
              <a:gd name="connsiteX0" fmla="*/ 1562100 w 1571625"/>
              <a:gd name="connsiteY0" fmla="*/ 619125 h 1276350"/>
              <a:gd name="connsiteX1" fmla="*/ 0 w 1571625"/>
              <a:gd name="connsiteY1" fmla="*/ 1276350 h 1276350"/>
              <a:gd name="connsiteX2" fmla="*/ 0 w 1571625"/>
              <a:gd name="connsiteY2" fmla="*/ 638175 h 1276350"/>
              <a:gd name="connsiteX3" fmla="*/ 1571625 w 1571625"/>
              <a:gd name="connsiteY3" fmla="*/ 0 h 1276350"/>
              <a:gd name="connsiteX4" fmla="*/ 1562100 w 1571625"/>
              <a:gd name="connsiteY4" fmla="*/ 619125 h 1276350"/>
              <a:gd name="connsiteX0" fmla="*/ 1562100 w 1562100"/>
              <a:gd name="connsiteY0" fmla="*/ 600075 h 1257300"/>
              <a:gd name="connsiteX1" fmla="*/ 0 w 1562100"/>
              <a:gd name="connsiteY1" fmla="*/ 1257300 h 1257300"/>
              <a:gd name="connsiteX2" fmla="*/ 0 w 1562100"/>
              <a:gd name="connsiteY2" fmla="*/ 619125 h 1257300"/>
              <a:gd name="connsiteX3" fmla="*/ 1533525 w 1562100"/>
              <a:gd name="connsiteY3" fmla="*/ 0 h 1257300"/>
              <a:gd name="connsiteX4" fmla="*/ 1562100 w 1562100"/>
              <a:gd name="connsiteY4" fmla="*/ 600075 h 1257300"/>
              <a:gd name="connsiteX0" fmla="*/ 1562100 w 1562100"/>
              <a:gd name="connsiteY0" fmla="*/ 600075 h 1257300"/>
              <a:gd name="connsiteX1" fmla="*/ 0 w 1562100"/>
              <a:gd name="connsiteY1" fmla="*/ 1257300 h 1257300"/>
              <a:gd name="connsiteX2" fmla="*/ 0 w 1562100"/>
              <a:gd name="connsiteY2" fmla="*/ 619125 h 1257300"/>
              <a:gd name="connsiteX3" fmla="*/ 1533525 w 1562100"/>
              <a:gd name="connsiteY3" fmla="*/ 0 h 1257300"/>
              <a:gd name="connsiteX4" fmla="*/ 1562100 w 1562100"/>
              <a:gd name="connsiteY4" fmla="*/ 600075 h 1257300"/>
              <a:gd name="connsiteX0" fmla="*/ 1562100 w 1562100"/>
              <a:gd name="connsiteY0" fmla="*/ 600075 h 1257300"/>
              <a:gd name="connsiteX1" fmla="*/ 0 w 1562100"/>
              <a:gd name="connsiteY1" fmla="*/ 1257300 h 1257300"/>
              <a:gd name="connsiteX2" fmla="*/ 0 w 1562100"/>
              <a:gd name="connsiteY2" fmla="*/ 619125 h 1257300"/>
              <a:gd name="connsiteX3" fmla="*/ 1533525 w 1562100"/>
              <a:gd name="connsiteY3" fmla="*/ 0 h 1257300"/>
              <a:gd name="connsiteX4" fmla="*/ 1562100 w 1562100"/>
              <a:gd name="connsiteY4" fmla="*/ 600075 h 1257300"/>
              <a:gd name="connsiteX0" fmla="*/ 1562100 w 1562100"/>
              <a:gd name="connsiteY0" fmla="*/ 600075 h 1257300"/>
              <a:gd name="connsiteX1" fmla="*/ 0 w 1562100"/>
              <a:gd name="connsiteY1" fmla="*/ 1257300 h 1257300"/>
              <a:gd name="connsiteX2" fmla="*/ 0 w 1562100"/>
              <a:gd name="connsiteY2" fmla="*/ 619125 h 1257300"/>
              <a:gd name="connsiteX3" fmla="*/ 1533525 w 1562100"/>
              <a:gd name="connsiteY3" fmla="*/ 0 h 1257300"/>
              <a:gd name="connsiteX4" fmla="*/ 1562100 w 1562100"/>
              <a:gd name="connsiteY4" fmla="*/ 600075 h 1257300"/>
              <a:gd name="connsiteX0" fmla="*/ 1562100 w 1562100"/>
              <a:gd name="connsiteY0" fmla="*/ 600075 h 1257300"/>
              <a:gd name="connsiteX1" fmla="*/ 0 w 1562100"/>
              <a:gd name="connsiteY1" fmla="*/ 1257300 h 1257300"/>
              <a:gd name="connsiteX2" fmla="*/ 0 w 1562100"/>
              <a:gd name="connsiteY2" fmla="*/ 619125 h 1257300"/>
              <a:gd name="connsiteX3" fmla="*/ 1533525 w 1562100"/>
              <a:gd name="connsiteY3" fmla="*/ 0 h 1257300"/>
              <a:gd name="connsiteX4" fmla="*/ 1562100 w 1562100"/>
              <a:gd name="connsiteY4" fmla="*/ 600075 h 1257300"/>
              <a:gd name="connsiteX0" fmla="*/ 1562100 w 1562100"/>
              <a:gd name="connsiteY0" fmla="*/ 571500 h 1228725"/>
              <a:gd name="connsiteX1" fmla="*/ 0 w 1562100"/>
              <a:gd name="connsiteY1" fmla="*/ 1228725 h 1228725"/>
              <a:gd name="connsiteX2" fmla="*/ 0 w 1562100"/>
              <a:gd name="connsiteY2" fmla="*/ 590550 h 1228725"/>
              <a:gd name="connsiteX3" fmla="*/ 1543050 w 1562100"/>
              <a:gd name="connsiteY3" fmla="*/ 0 h 1228725"/>
              <a:gd name="connsiteX4" fmla="*/ 1562100 w 1562100"/>
              <a:gd name="connsiteY4" fmla="*/ 571500 h 1228725"/>
              <a:gd name="connsiteX0" fmla="*/ 1562100 w 1562100"/>
              <a:gd name="connsiteY0" fmla="*/ 571500 h 1228725"/>
              <a:gd name="connsiteX1" fmla="*/ 0 w 1562100"/>
              <a:gd name="connsiteY1" fmla="*/ 1228725 h 1228725"/>
              <a:gd name="connsiteX2" fmla="*/ 0 w 1562100"/>
              <a:gd name="connsiteY2" fmla="*/ 590550 h 1228725"/>
              <a:gd name="connsiteX3" fmla="*/ 1543050 w 1562100"/>
              <a:gd name="connsiteY3" fmla="*/ 0 h 1228725"/>
              <a:gd name="connsiteX4" fmla="*/ 1562100 w 1562100"/>
              <a:gd name="connsiteY4" fmla="*/ 571500 h 1228725"/>
              <a:gd name="connsiteX0" fmla="*/ 1562100 w 1562100"/>
              <a:gd name="connsiteY0" fmla="*/ 571500 h 1228725"/>
              <a:gd name="connsiteX1" fmla="*/ 0 w 1562100"/>
              <a:gd name="connsiteY1" fmla="*/ 1228725 h 1228725"/>
              <a:gd name="connsiteX2" fmla="*/ 0 w 1562100"/>
              <a:gd name="connsiteY2" fmla="*/ 590550 h 1228725"/>
              <a:gd name="connsiteX3" fmla="*/ 1543050 w 1562100"/>
              <a:gd name="connsiteY3" fmla="*/ 0 h 1228725"/>
              <a:gd name="connsiteX4" fmla="*/ 1562100 w 1562100"/>
              <a:gd name="connsiteY4" fmla="*/ 571500 h 1228725"/>
              <a:gd name="connsiteX0" fmla="*/ 1562100 w 1562100"/>
              <a:gd name="connsiteY0" fmla="*/ 571500 h 1190625"/>
              <a:gd name="connsiteX1" fmla="*/ 0 w 1562100"/>
              <a:gd name="connsiteY1" fmla="*/ 1190625 h 1190625"/>
              <a:gd name="connsiteX2" fmla="*/ 0 w 1562100"/>
              <a:gd name="connsiteY2" fmla="*/ 590550 h 1190625"/>
              <a:gd name="connsiteX3" fmla="*/ 1543050 w 1562100"/>
              <a:gd name="connsiteY3" fmla="*/ 0 h 1190625"/>
              <a:gd name="connsiteX4" fmla="*/ 1562100 w 1562100"/>
              <a:gd name="connsiteY4" fmla="*/ 571500 h 1190625"/>
              <a:gd name="connsiteX0" fmla="*/ 1562100 w 1562100"/>
              <a:gd name="connsiteY0" fmla="*/ 571500 h 1190625"/>
              <a:gd name="connsiteX1" fmla="*/ 0 w 1562100"/>
              <a:gd name="connsiteY1" fmla="*/ 1190625 h 1190625"/>
              <a:gd name="connsiteX2" fmla="*/ 0 w 1562100"/>
              <a:gd name="connsiteY2" fmla="*/ 590550 h 1190625"/>
              <a:gd name="connsiteX3" fmla="*/ 1543050 w 1562100"/>
              <a:gd name="connsiteY3" fmla="*/ 0 h 1190625"/>
              <a:gd name="connsiteX4" fmla="*/ 1562100 w 1562100"/>
              <a:gd name="connsiteY4" fmla="*/ 571500 h 1190625"/>
              <a:gd name="connsiteX0" fmla="*/ 1562100 w 1562100"/>
              <a:gd name="connsiteY0" fmla="*/ 571500 h 1190625"/>
              <a:gd name="connsiteX1" fmla="*/ 0 w 1562100"/>
              <a:gd name="connsiteY1" fmla="*/ 1190625 h 1190625"/>
              <a:gd name="connsiteX2" fmla="*/ 0 w 1562100"/>
              <a:gd name="connsiteY2" fmla="*/ 590550 h 1190625"/>
              <a:gd name="connsiteX3" fmla="*/ 1543050 w 1562100"/>
              <a:gd name="connsiteY3" fmla="*/ 0 h 1190625"/>
              <a:gd name="connsiteX4" fmla="*/ 1562100 w 1562100"/>
              <a:gd name="connsiteY4" fmla="*/ 571500 h 1190625"/>
              <a:gd name="connsiteX0" fmla="*/ 1562100 w 1562100"/>
              <a:gd name="connsiteY0" fmla="*/ 571500 h 1190625"/>
              <a:gd name="connsiteX1" fmla="*/ 0 w 1562100"/>
              <a:gd name="connsiteY1" fmla="*/ 1190625 h 1190625"/>
              <a:gd name="connsiteX2" fmla="*/ 0 w 1562100"/>
              <a:gd name="connsiteY2" fmla="*/ 590550 h 1190625"/>
              <a:gd name="connsiteX3" fmla="*/ 1543050 w 1562100"/>
              <a:gd name="connsiteY3" fmla="*/ 0 h 1190625"/>
              <a:gd name="connsiteX4" fmla="*/ 1562100 w 1562100"/>
              <a:gd name="connsiteY4" fmla="*/ 571500 h 1190625"/>
              <a:gd name="connsiteX0" fmla="*/ 1562100 w 1562100"/>
              <a:gd name="connsiteY0" fmla="*/ 571500 h 1190625"/>
              <a:gd name="connsiteX1" fmla="*/ 0 w 1562100"/>
              <a:gd name="connsiteY1" fmla="*/ 1190625 h 1190625"/>
              <a:gd name="connsiteX2" fmla="*/ 0 w 1562100"/>
              <a:gd name="connsiteY2" fmla="*/ 590550 h 1190625"/>
              <a:gd name="connsiteX3" fmla="*/ 1543050 w 1562100"/>
              <a:gd name="connsiteY3" fmla="*/ 0 h 1190625"/>
              <a:gd name="connsiteX4" fmla="*/ 1562100 w 1562100"/>
              <a:gd name="connsiteY4" fmla="*/ 571500 h 1190625"/>
              <a:gd name="connsiteX0" fmla="*/ 1562100 w 1562100"/>
              <a:gd name="connsiteY0" fmla="*/ 571500 h 1190625"/>
              <a:gd name="connsiteX1" fmla="*/ 0 w 1562100"/>
              <a:gd name="connsiteY1" fmla="*/ 1190625 h 1190625"/>
              <a:gd name="connsiteX2" fmla="*/ 0 w 1562100"/>
              <a:gd name="connsiteY2" fmla="*/ 590550 h 1190625"/>
              <a:gd name="connsiteX3" fmla="*/ 1543050 w 1562100"/>
              <a:gd name="connsiteY3" fmla="*/ 0 h 1190625"/>
              <a:gd name="connsiteX4" fmla="*/ 1562100 w 1562100"/>
              <a:gd name="connsiteY4" fmla="*/ 571500 h 1190625"/>
              <a:gd name="connsiteX0" fmla="*/ 1562100 w 1562100"/>
              <a:gd name="connsiteY0" fmla="*/ 571500 h 1190625"/>
              <a:gd name="connsiteX1" fmla="*/ 0 w 1562100"/>
              <a:gd name="connsiteY1" fmla="*/ 1190625 h 1190625"/>
              <a:gd name="connsiteX2" fmla="*/ 0 w 1562100"/>
              <a:gd name="connsiteY2" fmla="*/ 590550 h 1190625"/>
              <a:gd name="connsiteX3" fmla="*/ 1543050 w 1562100"/>
              <a:gd name="connsiteY3" fmla="*/ 0 h 1190625"/>
              <a:gd name="connsiteX4" fmla="*/ 1562100 w 1562100"/>
              <a:gd name="connsiteY4" fmla="*/ 571500 h 1190625"/>
              <a:gd name="connsiteX0" fmla="*/ 1562100 w 1562100"/>
              <a:gd name="connsiteY0" fmla="*/ 571500 h 1190625"/>
              <a:gd name="connsiteX1" fmla="*/ 0 w 1562100"/>
              <a:gd name="connsiteY1" fmla="*/ 1190625 h 1190625"/>
              <a:gd name="connsiteX2" fmla="*/ 0 w 1562100"/>
              <a:gd name="connsiteY2" fmla="*/ 590550 h 1190625"/>
              <a:gd name="connsiteX3" fmla="*/ 1543050 w 1562100"/>
              <a:gd name="connsiteY3" fmla="*/ 0 h 1190625"/>
              <a:gd name="connsiteX4" fmla="*/ 1562100 w 1562100"/>
              <a:gd name="connsiteY4" fmla="*/ 571500 h 1190625"/>
              <a:gd name="connsiteX0" fmla="*/ 1562100 w 1562100"/>
              <a:gd name="connsiteY0" fmla="*/ 571500 h 1190625"/>
              <a:gd name="connsiteX1" fmla="*/ 0 w 1562100"/>
              <a:gd name="connsiteY1" fmla="*/ 1190625 h 1190625"/>
              <a:gd name="connsiteX2" fmla="*/ 0 w 1562100"/>
              <a:gd name="connsiteY2" fmla="*/ 590550 h 1190625"/>
              <a:gd name="connsiteX3" fmla="*/ 1543050 w 1562100"/>
              <a:gd name="connsiteY3" fmla="*/ 0 h 1190625"/>
              <a:gd name="connsiteX4" fmla="*/ 1562100 w 1562100"/>
              <a:gd name="connsiteY4" fmla="*/ 571500 h 1190625"/>
              <a:gd name="connsiteX0" fmla="*/ 1562100 w 1562100"/>
              <a:gd name="connsiteY0" fmla="*/ 571500 h 1190625"/>
              <a:gd name="connsiteX1" fmla="*/ 0 w 1562100"/>
              <a:gd name="connsiteY1" fmla="*/ 1190625 h 1190625"/>
              <a:gd name="connsiteX2" fmla="*/ 0 w 1562100"/>
              <a:gd name="connsiteY2" fmla="*/ 590550 h 1190625"/>
              <a:gd name="connsiteX3" fmla="*/ 1543050 w 1562100"/>
              <a:gd name="connsiteY3" fmla="*/ 0 h 1190625"/>
              <a:gd name="connsiteX4" fmla="*/ 1562100 w 1562100"/>
              <a:gd name="connsiteY4" fmla="*/ 571500 h 1190625"/>
              <a:gd name="connsiteX0" fmla="*/ 1562100 w 1562100"/>
              <a:gd name="connsiteY0" fmla="*/ 571500 h 1190625"/>
              <a:gd name="connsiteX1" fmla="*/ 0 w 1562100"/>
              <a:gd name="connsiteY1" fmla="*/ 1190625 h 1190625"/>
              <a:gd name="connsiteX2" fmla="*/ 0 w 1562100"/>
              <a:gd name="connsiteY2" fmla="*/ 590550 h 1190625"/>
              <a:gd name="connsiteX3" fmla="*/ 1543050 w 1562100"/>
              <a:gd name="connsiteY3" fmla="*/ 0 h 1190625"/>
              <a:gd name="connsiteX4" fmla="*/ 1562100 w 1562100"/>
              <a:gd name="connsiteY4" fmla="*/ 571500 h 1190625"/>
              <a:gd name="connsiteX0" fmla="*/ 1562100 w 1562100"/>
              <a:gd name="connsiteY0" fmla="*/ 571500 h 1190625"/>
              <a:gd name="connsiteX1" fmla="*/ 0 w 1562100"/>
              <a:gd name="connsiteY1" fmla="*/ 1190625 h 1190625"/>
              <a:gd name="connsiteX2" fmla="*/ 0 w 1562100"/>
              <a:gd name="connsiteY2" fmla="*/ 590550 h 1190625"/>
              <a:gd name="connsiteX3" fmla="*/ 1543050 w 1562100"/>
              <a:gd name="connsiteY3" fmla="*/ 0 h 1190625"/>
              <a:gd name="connsiteX4" fmla="*/ 1562100 w 1562100"/>
              <a:gd name="connsiteY4" fmla="*/ 571500 h 1190625"/>
              <a:gd name="connsiteX0" fmla="*/ 1562100 w 1562100"/>
              <a:gd name="connsiteY0" fmla="*/ 571500 h 1190625"/>
              <a:gd name="connsiteX1" fmla="*/ 0 w 1562100"/>
              <a:gd name="connsiteY1" fmla="*/ 1190625 h 1190625"/>
              <a:gd name="connsiteX2" fmla="*/ 0 w 1562100"/>
              <a:gd name="connsiteY2" fmla="*/ 590550 h 1190625"/>
              <a:gd name="connsiteX3" fmla="*/ 1543050 w 1562100"/>
              <a:gd name="connsiteY3" fmla="*/ 0 h 1190625"/>
              <a:gd name="connsiteX4" fmla="*/ 1562100 w 1562100"/>
              <a:gd name="connsiteY4" fmla="*/ 571500 h 1190625"/>
              <a:gd name="connsiteX0" fmla="*/ 1562100 w 1562100"/>
              <a:gd name="connsiteY0" fmla="*/ 571500 h 1190625"/>
              <a:gd name="connsiteX1" fmla="*/ 0 w 1562100"/>
              <a:gd name="connsiteY1" fmla="*/ 1190625 h 1190625"/>
              <a:gd name="connsiteX2" fmla="*/ 0 w 1562100"/>
              <a:gd name="connsiteY2" fmla="*/ 590550 h 1190625"/>
              <a:gd name="connsiteX3" fmla="*/ 1543050 w 1562100"/>
              <a:gd name="connsiteY3" fmla="*/ 0 h 1190625"/>
              <a:gd name="connsiteX4" fmla="*/ 1562100 w 1562100"/>
              <a:gd name="connsiteY4" fmla="*/ 571500 h 1190625"/>
              <a:gd name="connsiteX0" fmla="*/ 1562100 w 1562100"/>
              <a:gd name="connsiteY0" fmla="*/ 571500 h 1190625"/>
              <a:gd name="connsiteX1" fmla="*/ 0 w 1562100"/>
              <a:gd name="connsiteY1" fmla="*/ 1190625 h 1190625"/>
              <a:gd name="connsiteX2" fmla="*/ 0 w 1562100"/>
              <a:gd name="connsiteY2" fmla="*/ 590550 h 1190625"/>
              <a:gd name="connsiteX3" fmla="*/ 1543050 w 1562100"/>
              <a:gd name="connsiteY3" fmla="*/ 0 h 1190625"/>
              <a:gd name="connsiteX4" fmla="*/ 1562100 w 1562100"/>
              <a:gd name="connsiteY4" fmla="*/ 571500 h 1190625"/>
              <a:gd name="connsiteX0" fmla="*/ 1562100 w 1638300"/>
              <a:gd name="connsiteY0" fmla="*/ 685800 h 1304925"/>
              <a:gd name="connsiteX1" fmla="*/ 0 w 1638300"/>
              <a:gd name="connsiteY1" fmla="*/ 1304925 h 1304925"/>
              <a:gd name="connsiteX2" fmla="*/ 0 w 1638300"/>
              <a:gd name="connsiteY2" fmla="*/ 704850 h 1304925"/>
              <a:gd name="connsiteX3" fmla="*/ 1638300 w 1638300"/>
              <a:gd name="connsiteY3" fmla="*/ 0 h 1304925"/>
              <a:gd name="connsiteX4" fmla="*/ 1562100 w 1638300"/>
              <a:gd name="connsiteY4" fmla="*/ 685800 h 1304925"/>
              <a:gd name="connsiteX0" fmla="*/ 1562100 w 1638300"/>
              <a:gd name="connsiteY0" fmla="*/ 685800 h 1304925"/>
              <a:gd name="connsiteX1" fmla="*/ 0 w 1638300"/>
              <a:gd name="connsiteY1" fmla="*/ 1304925 h 1304925"/>
              <a:gd name="connsiteX2" fmla="*/ 0 w 1638300"/>
              <a:gd name="connsiteY2" fmla="*/ 704850 h 1304925"/>
              <a:gd name="connsiteX3" fmla="*/ 1638300 w 1638300"/>
              <a:gd name="connsiteY3" fmla="*/ 0 h 1304925"/>
              <a:gd name="connsiteX4" fmla="*/ 1562100 w 1638300"/>
              <a:gd name="connsiteY4" fmla="*/ 685800 h 1304925"/>
              <a:gd name="connsiteX0" fmla="*/ 1609725 w 1638300"/>
              <a:gd name="connsiteY0" fmla="*/ 666750 h 1304925"/>
              <a:gd name="connsiteX1" fmla="*/ 0 w 1638300"/>
              <a:gd name="connsiteY1" fmla="*/ 1304925 h 1304925"/>
              <a:gd name="connsiteX2" fmla="*/ 0 w 1638300"/>
              <a:gd name="connsiteY2" fmla="*/ 704850 h 1304925"/>
              <a:gd name="connsiteX3" fmla="*/ 1638300 w 1638300"/>
              <a:gd name="connsiteY3" fmla="*/ 0 h 1304925"/>
              <a:gd name="connsiteX4" fmla="*/ 1609725 w 1638300"/>
              <a:gd name="connsiteY4" fmla="*/ 666750 h 1304925"/>
              <a:gd name="connsiteX0" fmla="*/ 1609725 w 1638300"/>
              <a:gd name="connsiteY0" fmla="*/ 666750 h 1304925"/>
              <a:gd name="connsiteX1" fmla="*/ 0 w 1638300"/>
              <a:gd name="connsiteY1" fmla="*/ 1304925 h 1304925"/>
              <a:gd name="connsiteX2" fmla="*/ 0 w 1638300"/>
              <a:gd name="connsiteY2" fmla="*/ 704850 h 1304925"/>
              <a:gd name="connsiteX3" fmla="*/ 1638300 w 1638300"/>
              <a:gd name="connsiteY3" fmla="*/ 0 h 1304925"/>
              <a:gd name="connsiteX4" fmla="*/ 1609725 w 1638300"/>
              <a:gd name="connsiteY4" fmla="*/ 666750 h 1304925"/>
              <a:gd name="connsiteX0" fmla="*/ 1609725 w 1638300"/>
              <a:gd name="connsiteY0" fmla="*/ 666750 h 1304925"/>
              <a:gd name="connsiteX1" fmla="*/ 0 w 1638300"/>
              <a:gd name="connsiteY1" fmla="*/ 1304925 h 1304925"/>
              <a:gd name="connsiteX2" fmla="*/ 0 w 1638300"/>
              <a:gd name="connsiteY2" fmla="*/ 704850 h 1304925"/>
              <a:gd name="connsiteX3" fmla="*/ 1638300 w 1638300"/>
              <a:gd name="connsiteY3" fmla="*/ 0 h 1304925"/>
              <a:gd name="connsiteX4" fmla="*/ 1609725 w 1638300"/>
              <a:gd name="connsiteY4" fmla="*/ 666750 h 1304925"/>
              <a:gd name="connsiteX0" fmla="*/ 1609725 w 1638300"/>
              <a:gd name="connsiteY0" fmla="*/ 723900 h 1304925"/>
              <a:gd name="connsiteX1" fmla="*/ 0 w 1638300"/>
              <a:gd name="connsiteY1" fmla="*/ 1304925 h 1304925"/>
              <a:gd name="connsiteX2" fmla="*/ 0 w 1638300"/>
              <a:gd name="connsiteY2" fmla="*/ 704850 h 1304925"/>
              <a:gd name="connsiteX3" fmla="*/ 1638300 w 1638300"/>
              <a:gd name="connsiteY3" fmla="*/ 0 h 1304925"/>
              <a:gd name="connsiteX4" fmla="*/ 1609725 w 1638300"/>
              <a:gd name="connsiteY4" fmla="*/ 723900 h 1304925"/>
              <a:gd name="connsiteX0" fmla="*/ 1609725 w 1638300"/>
              <a:gd name="connsiteY0" fmla="*/ 723900 h 1304925"/>
              <a:gd name="connsiteX1" fmla="*/ 0 w 1638300"/>
              <a:gd name="connsiteY1" fmla="*/ 1304925 h 1304925"/>
              <a:gd name="connsiteX2" fmla="*/ 0 w 1638300"/>
              <a:gd name="connsiteY2" fmla="*/ 704850 h 1304925"/>
              <a:gd name="connsiteX3" fmla="*/ 1638300 w 1638300"/>
              <a:gd name="connsiteY3" fmla="*/ 0 h 1304925"/>
              <a:gd name="connsiteX4" fmla="*/ 1609725 w 1638300"/>
              <a:gd name="connsiteY4" fmla="*/ 723900 h 1304925"/>
              <a:gd name="connsiteX0" fmla="*/ 1609725 w 1638300"/>
              <a:gd name="connsiteY0" fmla="*/ 723900 h 1304925"/>
              <a:gd name="connsiteX1" fmla="*/ 0 w 1638300"/>
              <a:gd name="connsiteY1" fmla="*/ 1304925 h 1304925"/>
              <a:gd name="connsiteX2" fmla="*/ 0 w 1638300"/>
              <a:gd name="connsiteY2" fmla="*/ 704850 h 1304925"/>
              <a:gd name="connsiteX3" fmla="*/ 1638300 w 1638300"/>
              <a:gd name="connsiteY3" fmla="*/ 0 h 1304925"/>
              <a:gd name="connsiteX4" fmla="*/ 1609725 w 1638300"/>
              <a:gd name="connsiteY4" fmla="*/ 723900 h 1304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38300" h="1304925">
                <a:moveTo>
                  <a:pt x="1609725" y="723900"/>
                </a:moveTo>
                <a:cubicBezTo>
                  <a:pt x="1089025" y="990600"/>
                  <a:pt x="539750" y="1095375"/>
                  <a:pt x="0" y="1304925"/>
                </a:cubicBezTo>
                <a:lnTo>
                  <a:pt x="0" y="704850"/>
                </a:lnTo>
                <a:cubicBezTo>
                  <a:pt x="349250" y="508000"/>
                  <a:pt x="1498600" y="225425"/>
                  <a:pt x="1638300" y="0"/>
                </a:cubicBezTo>
                <a:cubicBezTo>
                  <a:pt x="1628775" y="222250"/>
                  <a:pt x="1619250" y="406400"/>
                  <a:pt x="1609725" y="72390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30000"/>
                </a:schemeClr>
              </a:gs>
              <a:gs pos="50418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ko-KR" altLang="en-US" sz="2000"/>
          </a:p>
        </p:txBody>
      </p:sp>
      <p:sp>
        <p:nvSpPr>
          <p:cNvPr id="801" name="Freeform 55">
            <a:extLst>
              <a:ext uri="{FF2B5EF4-FFF2-40B4-BE49-F238E27FC236}">
                <a16:creationId xmlns:a16="http://schemas.microsoft.com/office/drawing/2014/main" id="{507227D4-2C18-66EB-1254-BAC0B3BAA7A3}"/>
              </a:ext>
            </a:extLst>
          </p:cNvPr>
          <p:cNvSpPr/>
          <p:nvPr/>
        </p:nvSpPr>
        <p:spPr>
          <a:xfrm>
            <a:off x="66947" y="3173089"/>
            <a:ext cx="1677875" cy="892970"/>
          </a:xfrm>
          <a:custGeom>
            <a:avLst/>
            <a:gdLst>
              <a:gd name="connsiteX0" fmla="*/ 1562100 w 1619250"/>
              <a:gd name="connsiteY0" fmla="*/ 590550 h 1200150"/>
              <a:gd name="connsiteX1" fmla="*/ 0 w 1619250"/>
              <a:gd name="connsiteY1" fmla="*/ 1200150 h 1200150"/>
              <a:gd name="connsiteX2" fmla="*/ 76200 w 1619250"/>
              <a:gd name="connsiteY2" fmla="*/ 590550 h 1200150"/>
              <a:gd name="connsiteX3" fmla="*/ 1619250 w 1619250"/>
              <a:gd name="connsiteY3" fmla="*/ 0 h 1200150"/>
              <a:gd name="connsiteX4" fmla="*/ 1562100 w 1619250"/>
              <a:gd name="connsiteY4" fmla="*/ 590550 h 1200150"/>
              <a:gd name="connsiteX0" fmla="*/ 1619250 w 1619250"/>
              <a:gd name="connsiteY0" fmla="*/ 590550 h 1200150"/>
              <a:gd name="connsiteX1" fmla="*/ 0 w 1619250"/>
              <a:gd name="connsiteY1" fmla="*/ 1200150 h 1200150"/>
              <a:gd name="connsiteX2" fmla="*/ 76200 w 1619250"/>
              <a:gd name="connsiteY2" fmla="*/ 590550 h 1200150"/>
              <a:gd name="connsiteX3" fmla="*/ 1619250 w 1619250"/>
              <a:gd name="connsiteY3" fmla="*/ 0 h 1200150"/>
              <a:gd name="connsiteX4" fmla="*/ 1619250 w 1619250"/>
              <a:gd name="connsiteY4" fmla="*/ 590550 h 1200150"/>
              <a:gd name="connsiteX0" fmla="*/ 1609725 w 1619250"/>
              <a:gd name="connsiteY0" fmla="*/ 542925 h 1200150"/>
              <a:gd name="connsiteX1" fmla="*/ 0 w 1619250"/>
              <a:gd name="connsiteY1" fmla="*/ 1200150 h 1200150"/>
              <a:gd name="connsiteX2" fmla="*/ 76200 w 1619250"/>
              <a:gd name="connsiteY2" fmla="*/ 590550 h 1200150"/>
              <a:gd name="connsiteX3" fmla="*/ 1619250 w 1619250"/>
              <a:gd name="connsiteY3" fmla="*/ 0 h 1200150"/>
              <a:gd name="connsiteX4" fmla="*/ 1609725 w 1619250"/>
              <a:gd name="connsiteY4" fmla="*/ 542925 h 1200150"/>
              <a:gd name="connsiteX0" fmla="*/ 1609725 w 1619250"/>
              <a:gd name="connsiteY0" fmla="*/ 581025 h 1200150"/>
              <a:gd name="connsiteX1" fmla="*/ 0 w 1619250"/>
              <a:gd name="connsiteY1" fmla="*/ 1200150 h 1200150"/>
              <a:gd name="connsiteX2" fmla="*/ 76200 w 1619250"/>
              <a:gd name="connsiteY2" fmla="*/ 590550 h 1200150"/>
              <a:gd name="connsiteX3" fmla="*/ 1619250 w 1619250"/>
              <a:gd name="connsiteY3" fmla="*/ 0 h 1200150"/>
              <a:gd name="connsiteX4" fmla="*/ 1609725 w 1619250"/>
              <a:gd name="connsiteY4" fmla="*/ 581025 h 1200150"/>
              <a:gd name="connsiteX0" fmla="*/ 1562100 w 1571625"/>
              <a:gd name="connsiteY0" fmla="*/ 581025 h 1238250"/>
              <a:gd name="connsiteX1" fmla="*/ 0 w 1571625"/>
              <a:gd name="connsiteY1" fmla="*/ 1238250 h 1238250"/>
              <a:gd name="connsiteX2" fmla="*/ 28575 w 1571625"/>
              <a:gd name="connsiteY2" fmla="*/ 590550 h 1238250"/>
              <a:gd name="connsiteX3" fmla="*/ 1571625 w 1571625"/>
              <a:gd name="connsiteY3" fmla="*/ 0 h 1238250"/>
              <a:gd name="connsiteX4" fmla="*/ 1562100 w 1571625"/>
              <a:gd name="connsiteY4" fmla="*/ 581025 h 1238250"/>
              <a:gd name="connsiteX0" fmla="*/ 1562100 w 1571625"/>
              <a:gd name="connsiteY0" fmla="*/ 581025 h 1238250"/>
              <a:gd name="connsiteX1" fmla="*/ 0 w 1571625"/>
              <a:gd name="connsiteY1" fmla="*/ 1238250 h 1238250"/>
              <a:gd name="connsiteX2" fmla="*/ 0 w 1571625"/>
              <a:gd name="connsiteY2" fmla="*/ 619125 h 1238250"/>
              <a:gd name="connsiteX3" fmla="*/ 1571625 w 1571625"/>
              <a:gd name="connsiteY3" fmla="*/ 0 h 1238250"/>
              <a:gd name="connsiteX4" fmla="*/ 1562100 w 1571625"/>
              <a:gd name="connsiteY4" fmla="*/ 581025 h 1238250"/>
              <a:gd name="connsiteX0" fmla="*/ 1562100 w 1571625"/>
              <a:gd name="connsiteY0" fmla="*/ 619125 h 1276350"/>
              <a:gd name="connsiteX1" fmla="*/ 0 w 1571625"/>
              <a:gd name="connsiteY1" fmla="*/ 1276350 h 1276350"/>
              <a:gd name="connsiteX2" fmla="*/ 0 w 1571625"/>
              <a:gd name="connsiteY2" fmla="*/ 657225 h 1276350"/>
              <a:gd name="connsiteX3" fmla="*/ 1571625 w 1571625"/>
              <a:gd name="connsiteY3" fmla="*/ 0 h 1276350"/>
              <a:gd name="connsiteX4" fmla="*/ 1562100 w 1571625"/>
              <a:gd name="connsiteY4" fmla="*/ 619125 h 1276350"/>
              <a:gd name="connsiteX0" fmla="*/ 1562100 w 1571625"/>
              <a:gd name="connsiteY0" fmla="*/ 619125 h 1276350"/>
              <a:gd name="connsiteX1" fmla="*/ 0 w 1571625"/>
              <a:gd name="connsiteY1" fmla="*/ 1276350 h 1276350"/>
              <a:gd name="connsiteX2" fmla="*/ 0 w 1571625"/>
              <a:gd name="connsiteY2" fmla="*/ 638175 h 1276350"/>
              <a:gd name="connsiteX3" fmla="*/ 1571625 w 1571625"/>
              <a:gd name="connsiteY3" fmla="*/ 0 h 1276350"/>
              <a:gd name="connsiteX4" fmla="*/ 1562100 w 1571625"/>
              <a:gd name="connsiteY4" fmla="*/ 619125 h 1276350"/>
              <a:gd name="connsiteX0" fmla="*/ 1562100 w 1562100"/>
              <a:gd name="connsiteY0" fmla="*/ 600075 h 1257300"/>
              <a:gd name="connsiteX1" fmla="*/ 0 w 1562100"/>
              <a:gd name="connsiteY1" fmla="*/ 1257300 h 1257300"/>
              <a:gd name="connsiteX2" fmla="*/ 0 w 1562100"/>
              <a:gd name="connsiteY2" fmla="*/ 619125 h 1257300"/>
              <a:gd name="connsiteX3" fmla="*/ 1533525 w 1562100"/>
              <a:gd name="connsiteY3" fmla="*/ 0 h 1257300"/>
              <a:gd name="connsiteX4" fmla="*/ 1562100 w 1562100"/>
              <a:gd name="connsiteY4" fmla="*/ 600075 h 1257300"/>
              <a:gd name="connsiteX0" fmla="*/ 1562100 w 1562100"/>
              <a:gd name="connsiteY0" fmla="*/ 600075 h 1257300"/>
              <a:gd name="connsiteX1" fmla="*/ 0 w 1562100"/>
              <a:gd name="connsiteY1" fmla="*/ 1257300 h 1257300"/>
              <a:gd name="connsiteX2" fmla="*/ 0 w 1562100"/>
              <a:gd name="connsiteY2" fmla="*/ 619125 h 1257300"/>
              <a:gd name="connsiteX3" fmla="*/ 1533525 w 1562100"/>
              <a:gd name="connsiteY3" fmla="*/ 0 h 1257300"/>
              <a:gd name="connsiteX4" fmla="*/ 1562100 w 1562100"/>
              <a:gd name="connsiteY4" fmla="*/ 600075 h 1257300"/>
              <a:gd name="connsiteX0" fmla="*/ 1562100 w 1562100"/>
              <a:gd name="connsiteY0" fmla="*/ 600075 h 1257300"/>
              <a:gd name="connsiteX1" fmla="*/ 0 w 1562100"/>
              <a:gd name="connsiteY1" fmla="*/ 1257300 h 1257300"/>
              <a:gd name="connsiteX2" fmla="*/ 0 w 1562100"/>
              <a:gd name="connsiteY2" fmla="*/ 619125 h 1257300"/>
              <a:gd name="connsiteX3" fmla="*/ 1533525 w 1562100"/>
              <a:gd name="connsiteY3" fmla="*/ 0 h 1257300"/>
              <a:gd name="connsiteX4" fmla="*/ 1562100 w 1562100"/>
              <a:gd name="connsiteY4" fmla="*/ 600075 h 1257300"/>
              <a:gd name="connsiteX0" fmla="*/ 1562100 w 1562100"/>
              <a:gd name="connsiteY0" fmla="*/ 600075 h 1257300"/>
              <a:gd name="connsiteX1" fmla="*/ 0 w 1562100"/>
              <a:gd name="connsiteY1" fmla="*/ 1257300 h 1257300"/>
              <a:gd name="connsiteX2" fmla="*/ 0 w 1562100"/>
              <a:gd name="connsiteY2" fmla="*/ 619125 h 1257300"/>
              <a:gd name="connsiteX3" fmla="*/ 1533525 w 1562100"/>
              <a:gd name="connsiteY3" fmla="*/ 0 h 1257300"/>
              <a:gd name="connsiteX4" fmla="*/ 1562100 w 1562100"/>
              <a:gd name="connsiteY4" fmla="*/ 600075 h 1257300"/>
              <a:gd name="connsiteX0" fmla="*/ 1562100 w 1562100"/>
              <a:gd name="connsiteY0" fmla="*/ 600075 h 1257300"/>
              <a:gd name="connsiteX1" fmla="*/ 0 w 1562100"/>
              <a:gd name="connsiteY1" fmla="*/ 1257300 h 1257300"/>
              <a:gd name="connsiteX2" fmla="*/ 0 w 1562100"/>
              <a:gd name="connsiteY2" fmla="*/ 619125 h 1257300"/>
              <a:gd name="connsiteX3" fmla="*/ 1533525 w 1562100"/>
              <a:gd name="connsiteY3" fmla="*/ 0 h 1257300"/>
              <a:gd name="connsiteX4" fmla="*/ 1562100 w 1562100"/>
              <a:gd name="connsiteY4" fmla="*/ 600075 h 1257300"/>
              <a:gd name="connsiteX0" fmla="*/ 1562100 w 1562100"/>
              <a:gd name="connsiteY0" fmla="*/ 571500 h 1228725"/>
              <a:gd name="connsiteX1" fmla="*/ 0 w 1562100"/>
              <a:gd name="connsiteY1" fmla="*/ 1228725 h 1228725"/>
              <a:gd name="connsiteX2" fmla="*/ 0 w 1562100"/>
              <a:gd name="connsiteY2" fmla="*/ 590550 h 1228725"/>
              <a:gd name="connsiteX3" fmla="*/ 1543050 w 1562100"/>
              <a:gd name="connsiteY3" fmla="*/ 0 h 1228725"/>
              <a:gd name="connsiteX4" fmla="*/ 1562100 w 1562100"/>
              <a:gd name="connsiteY4" fmla="*/ 571500 h 1228725"/>
              <a:gd name="connsiteX0" fmla="*/ 1562100 w 1562100"/>
              <a:gd name="connsiteY0" fmla="*/ 571500 h 1228725"/>
              <a:gd name="connsiteX1" fmla="*/ 0 w 1562100"/>
              <a:gd name="connsiteY1" fmla="*/ 1228725 h 1228725"/>
              <a:gd name="connsiteX2" fmla="*/ 0 w 1562100"/>
              <a:gd name="connsiteY2" fmla="*/ 590550 h 1228725"/>
              <a:gd name="connsiteX3" fmla="*/ 1543050 w 1562100"/>
              <a:gd name="connsiteY3" fmla="*/ 0 h 1228725"/>
              <a:gd name="connsiteX4" fmla="*/ 1562100 w 1562100"/>
              <a:gd name="connsiteY4" fmla="*/ 571500 h 1228725"/>
              <a:gd name="connsiteX0" fmla="*/ 1562100 w 1562100"/>
              <a:gd name="connsiteY0" fmla="*/ 571500 h 1228725"/>
              <a:gd name="connsiteX1" fmla="*/ 0 w 1562100"/>
              <a:gd name="connsiteY1" fmla="*/ 1228725 h 1228725"/>
              <a:gd name="connsiteX2" fmla="*/ 0 w 1562100"/>
              <a:gd name="connsiteY2" fmla="*/ 590550 h 1228725"/>
              <a:gd name="connsiteX3" fmla="*/ 1543050 w 1562100"/>
              <a:gd name="connsiteY3" fmla="*/ 0 h 1228725"/>
              <a:gd name="connsiteX4" fmla="*/ 1562100 w 1562100"/>
              <a:gd name="connsiteY4" fmla="*/ 571500 h 1228725"/>
              <a:gd name="connsiteX0" fmla="*/ 1562100 w 1562100"/>
              <a:gd name="connsiteY0" fmla="*/ 571500 h 1190625"/>
              <a:gd name="connsiteX1" fmla="*/ 0 w 1562100"/>
              <a:gd name="connsiteY1" fmla="*/ 1190625 h 1190625"/>
              <a:gd name="connsiteX2" fmla="*/ 0 w 1562100"/>
              <a:gd name="connsiteY2" fmla="*/ 590550 h 1190625"/>
              <a:gd name="connsiteX3" fmla="*/ 1543050 w 1562100"/>
              <a:gd name="connsiteY3" fmla="*/ 0 h 1190625"/>
              <a:gd name="connsiteX4" fmla="*/ 1562100 w 1562100"/>
              <a:gd name="connsiteY4" fmla="*/ 571500 h 1190625"/>
              <a:gd name="connsiteX0" fmla="*/ 1562100 w 1562100"/>
              <a:gd name="connsiteY0" fmla="*/ 571500 h 1190625"/>
              <a:gd name="connsiteX1" fmla="*/ 0 w 1562100"/>
              <a:gd name="connsiteY1" fmla="*/ 1190625 h 1190625"/>
              <a:gd name="connsiteX2" fmla="*/ 0 w 1562100"/>
              <a:gd name="connsiteY2" fmla="*/ 590550 h 1190625"/>
              <a:gd name="connsiteX3" fmla="*/ 1543050 w 1562100"/>
              <a:gd name="connsiteY3" fmla="*/ 0 h 1190625"/>
              <a:gd name="connsiteX4" fmla="*/ 1562100 w 1562100"/>
              <a:gd name="connsiteY4" fmla="*/ 571500 h 1190625"/>
              <a:gd name="connsiteX0" fmla="*/ 1562100 w 1562100"/>
              <a:gd name="connsiteY0" fmla="*/ 571500 h 1190625"/>
              <a:gd name="connsiteX1" fmla="*/ 0 w 1562100"/>
              <a:gd name="connsiteY1" fmla="*/ 1190625 h 1190625"/>
              <a:gd name="connsiteX2" fmla="*/ 0 w 1562100"/>
              <a:gd name="connsiteY2" fmla="*/ 590550 h 1190625"/>
              <a:gd name="connsiteX3" fmla="*/ 1543050 w 1562100"/>
              <a:gd name="connsiteY3" fmla="*/ 0 h 1190625"/>
              <a:gd name="connsiteX4" fmla="*/ 1562100 w 1562100"/>
              <a:gd name="connsiteY4" fmla="*/ 571500 h 1190625"/>
              <a:gd name="connsiteX0" fmla="*/ 1562100 w 1562100"/>
              <a:gd name="connsiteY0" fmla="*/ 571500 h 1190625"/>
              <a:gd name="connsiteX1" fmla="*/ 0 w 1562100"/>
              <a:gd name="connsiteY1" fmla="*/ 1190625 h 1190625"/>
              <a:gd name="connsiteX2" fmla="*/ 0 w 1562100"/>
              <a:gd name="connsiteY2" fmla="*/ 590550 h 1190625"/>
              <a:gd name="connsiteX3" fmla="*/ 1543050 w 1562100"/>
              <a:gd name="connsiteY3" fmla="*/ 0 h 1190625"/>
              <a:gd name="connsiteX4" fmla="*/ 1562100 w 1562100"/>
              <a:gd name="connsiteY4" fmla="*/ 571500 h 1190625"/>
              <a:gd name="connsiteX0" fmla="*/ 1562100 w 1562100"/>
              <a:gd name="connsiteY0" fmla="*/ 571500 h 1190625"/>
              <a:gd name="connsiteX1" fmla="*/ 0 w 1562100"/>
              <a:gd name="connsiteY1" fmla="*/ 1190625 h 1190625"/>
              <a:gd name="connsiteX2" fmla="*/ 0 w 1562100"/>
              <a:gd name="connsiteY2" fmla="*/ 590550 h 1190625"/>
              <a:gd name="connsiteX3" fmla="*/ 1543050 w 1562100"/>
              <a:gd name="connsiteY3" fmla="*/ 0 h 1190625"/>
              <a:gd name="connsiteX4" fmla="*/ 1562100 w 1562100"/>
              <a:gd name="connsiteY4" fmla="*/ 571500 h 1190625"/>
              <a:gd name="connsiteX0" fmla="*/ 1562100 w 1562100"/>
              <a:gd name="connsiteY0" fmla="*/ 571500 h 1190625"/>
              <a:gd name="connsiteX1" fmla="*/ 0 w 1562100"/>
              <a:gd name="connsiteY1" fmla="*/ 1190625 h 1190625"/>
              <a:gd name="connsiteX2" fmla="*/ 0 w 1562100"/>
              <a:gd name="connsiteY2" fmla="*/ 590550 h 1190625"/>
              <a:gd name="connsiteX3" fmla="*/ 1543050 w 1562100"/>
              <a:gd name="connsiteY3" fmla="*/ 0 h 1190625"/>
              <a:gd name="connsiteX4" fmla="*/ 1562100 w 1562100"/>
              <a:gd name="connsiteY4" fmla="*/ 571500 h 1190625"/>
              <a:gd name="connsiteX0" fmla="*/ 1562100 w 1562100"/>
              <a:gd name="connsiteY0" fmla="*/ 571500 h 1190625"/>
              <a:gd name="connsiteX1" fmla="*/ 0 w 1562100"/>
              <a:gd name="connsiteY1" fmla="*/ 1190625 h 1190625"/>
              <a:gd name="connsiteX2" fmla="*/ 0 w 1562100"/>
              <a:gd name="connsiteY2" fmla="*/ 590550 h 1190625"/>
              <a:gd name="connsiteX3" fmla="*/ 1543050 w 1562100"/>
              <a:gd name="connsiteY3" fmla="*/ 0 h 1190625"/>
              <a:gd name="connsiteX4" fmla="*/ 1562100 w 1562100"/>
              <a:gd name="connsiteY4" fmla="*/ 571500 h 1190625"/>
              <a:gd name="connsiteX0" fmla="*/ 1562100 w 1562100"/>
              <a:gd name="connsiteY0" fmla="*/ 571500 h 1190625"/>
              <a:gd name="connsiteX1" fmla="*/ 0 w 1562100"/>
              <a:gd name="connsiteY1" fmla="*/ 1190625 h 1190625"/>
              <a:gd name="connsiteX2" fmla="*/ 0 w 1562100"/>
              <a:gd name="connsiteY2" fmla="*/ 590550 h 1190625"/>
              <a:gd name="connsiteX3" fmla="*/ 1543050 w 1562100"/>
              <a:gd name="connsiteY3" fmla="*/ 0 h 1190625"/>
              <a:gd name="connsiteX4" fmla="*/ 1562100 w 1562100"/>
              <a:gd name="connsiteY4" fmla="*/ 571500 h 1190625"/>
              <a:gd name="connsiteX0" fmla="*/ 1562100 w 1562100"/>
              <a:gd name="connsiteY0" fmla="*/ 571500 h 1190625"/>
              <a:gd name="connsiteX1" fmla="*/ 0 w 1562100"/>
              <a:gd name="connsiteY1" fmla="*/ 1190625 h 1190625"/>
              <a:gd name="connsiteX2" fmla="*/ 0 w 1562100"/>
              <a:gd name="connsiteY2" fmla="*/ 590550 h 1190625"/>
              <a:gd name="connsiteX3" fmla="*/ 1543050 w 1562100"/>
              <a:gd name="connsiteY3" fmla="*/ 0 h 1190625"/>
              <a:gd name="connsiteX4" fmla="*/ 1562100 w 1562100"/>
              <a:gd name="connsiteY4" fmla="*/ 571500 h 1190625"/>
              <a:gd name="connsiteX0" fmla="*/ 1562100 w 1562100"/>
              <a:gd name="connsiteY0" fmla="*/ 571500 h 1190625"/>
              <a:gd name="connsiteX1" fmla="*/ 0 w 1562100"/>
              <a:gd name="connsiteY1" fmla="*/ 1190625 h 1190625"/>
              <a:gd name="connsiteX2" fmla="*/ 0 w 1562100"/>
              <a:gd name="connsiteY2" fmla="*/ 590550 h 1190625"/>
              <a:gd name="connsiteX3" fmla="*/ 1543050 w 1562100"/>
              <a:gd name="connsiteY3" fmla="*/ 0 h 1190625"/>
              <a:gd name="connsiteX4" fmla="*/ 1562100 w 1562100"/>
              <a:gd name="connsiteY4" fmla="*/ 571500 h 1190625"/>
              <a:gd name="connsiteX0" fmla="*/ 1562100 w 1562100"/>
              <a:gd name="connsiteY0" fmla="*/ 571500 h 1190625"/>
              <a:gd name="connsiteX1" fmla="*/ 0 w 1562100"/>
              <a:gd name="connsiteY1" fmla="*/ 1190625 h 1190625"/>
              <a:gd name="connsiteX2" fmla="*/ 0 w 1562100"/>
              <a:gd name="connsiteY2" fmla="*/ 590550 h 1190625"/>
              <a:gd name="connsiteX3" fmla="*/ 1543050 w 1562100"/>
              <a:gd name="connsiteY3" fmla="*/ 0 h 1190625"/>
              <a:gd name="connsiteX4" fmla="*/ 1562100 w 1562100"/>
              <a:gd name="connsiteY4" fmla="*/ 571500 h 1190625"/>
              <a:gd name="connsiteX0" fmla="*/ 1562100 w 1562100"/>
              <a:gd name="connsiteY0" fmla="*/ 571500 h 1190625"/>
              <a:gd name="connsiteX1" fmla="*/ 0 w 1562100"/>
              <a:gd name="connsiteY1" fmla="*/ 1190625 h 1190625"/>
              <a:gd name="connsiteX2" fmla="*/ 0 w 1562100"/>
              <a:gd name="connsiteY2" fmla="*/ 590550 h 1190625"/>
              <a:gd name="connsiteX3" fmla="*/ 1543050 w 1562100"/>
              <a:gd name="connsiteY3" fmla="*/ 0 h 1190625"/>
              <a:gd name="connsiteX4" fmla="*/ 1562100 w 1562100"/>
              <a:gd name="connsiteY4" fmla="*/ 571500 h 1190625"/>
              <a:gd name="connsiteX0" fmla="*/ 1562100 w 1562100"/>
              <a:gd name="connsiteY0" fmla="*/ 571500 h 1190625"/>
              <a:gd name="connsiteX1" fmla="*/ 0 w 1562100"/>
              <a:gd name="connsiteY1" fmla="*/ 1190625 h 1190625"/>
              <a:gd name="connsiteX2" fmla="*/ 0 w 1562100"/>
              <a:gd name="connsiteY2" fmla="*/ 590550 h 1190625"/>
              <a:gd name="connsiteX3" fmla="*/ 1543050 w 1562100"/>
              <a:gd name="connsiteY3" fmla="*/ 0 h 1190625"/>
              <a:gd name="connsiteX4" fmla="*/ 1562100 w 1562100"/>
              <a:gd name="connsiteY4" fmla="*/ 571500 h 1190625"/>
              <a:gd name="connsiteX0" fmla="*/ 1562100 w 1562100"/>
              <a:gd name="connsiteY0" fmla="*/ 571500 h 1190625"/>
              <a:gd name="connsiteX1" fmla="*/ 0 w 1562100"/>
              <a:gd name="connsiteY1" fmla="*/ 1190625 h 1190625"/>
              <a:gd name="connsiteX2" fmla="*/ 0 w 1562100"/>
              <a:gd name="connsiteY2" fmla="*/ 590550 h 1190625"/>
              <a:gd name="connsiteX3" fmla="*/ 1543050 w 1562100"/>
              <a:gd name="connsiteY3" fmla="*/ 0 h 1190625"/>
              <a:gd name="connsiteX4" fmla="*/ 1562100 w 1562100"/>
              <a:gd name="connsiteY4" fmla="*/ 571500 h 1190625"/>
              <a:gd name="connsiteX0" fmla="*/ 1562100 w 1562100"/>
              <a:gd name="connsiteY0" fmla="*/ 571500 h 1190625"/>
              <a:gd name="connsiteX1" fmla="*/ 0 w 1562100"/>
              <a:gd name="connsiteY1" fmla="*/ 1190625 h 1190625"/>
              <a:gd name="connsiteX2" fmla="*/ 0 w 1562100"/>
              <a:gd name="connsiteY2" fmla="*/ 590550 h 1190625"/>
              <a:gd name="connsiteX3" fmla="*/ 1543050 w 1562100"/>
              <a:gd name="connsiteY3" fmla="*/ 0 h 1190625"/>
              <a:gd name="connsiteX4" fmla="*/ 1562100 w 1562100"/>
              <a:gd name="connsiteY4" fmla="*/ 571500 h 1190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62100" h="1190625">
                <a:moveTo>
                  <a:pt x="1562100" y="571500"/>
                </a:moveTo>
                <a:cubicBezTo>
                  <a:pt x="1117600" y="838200"/>
                  <a:pt x="501650" y="952500"/>
                  <a:pt x="0" y="1190625"/>
                </a:cubicBezTo>
                <a:lnTo>
                  <a:pt x="0" y="590550"/>
                </a:lnTo>
                <a:cubicBezTo>
                  <a:pt x="349250" y="393700"/>
                  <a:pt x="1079500" y="130175"/>
                  <a:pt x="1543050" y="0"/>
                </a:cubicBezTo>
                <a:lnTo>
                  <a:pt x="1562100" y="5715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30000"/>
                </a:schemeClr>
              </a:gs>
              <a:gs pos="50418">
                <a:schemeClr val="accent1"/>
              </a:gs>
              <a:gs pos="100000">
                <a:schemeClr val="accent1">
                  <a:lumMod val="3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ko-KR" altLang="en-US" sz="2000"/>
          </a:p>
        </p:txBody>
      </p:sp>
      <p:sp>
        <p:nvSpPr>
          <p:cNvPr id="802" name="Freeform 56">
            <a:extLst>
              <a:ext uri="{FF2B5EF4-FFF2-40B4-BE49-F238E27FC236}">
                <a16:creationId xmlns:a16="http://schemas.microsoft.com/office/drawing/2014/main" id="{43F95052-5656-FBDC-CCDD-04BCC92CAEAA}"/>
              </a:ext>
            </a:extLst>
          </p:cNvPr>
          <p:cNvSpPr/>
          <p:nvPr/>
        </p:nvSpPr>
        <p:spPr>
          <a:xfrm>
            <a:off x="41079" y="2128544"/>
            <a:ext cx="1677875" cy="892970"/>
          </a:xfrm>
          <a:custGeom>
            <a:avLst/>
            <a:gdLst>
              <a:gd name="connsiteX0" fmla="*/ 1562100 w 1619250"/>
              <a:gd name="connsiteY0" fmla="*/ 590550 h 1200150"/>
              <a:gd name="connsiteX1" fmla="*/ 0 w 1619250"/>
              <a:gd name="connsiteY1" fmla="*/ 1200150 h 1200150"/>
              <a:gd name="connsiteX2" fmla="*/ 76200 w 1619250"/>
              <a:gd name="connsiteY2" fmla="*/ 590550 h 1200150"/>
              <a:gd name="connsiteX3" fmla="*/ 1619250 w 1619250"/>
              <a:gd name="connsiteY3" fmla="*/ 0 h 1200150"/>
              <a:gd name="connsiteX4" fmla="*/ 1562100 w 1619250"/>
              <a:gd name="connsiteY4" fmla="*/ 590550 h 1200150"/>
              <a:gd name="connsiteX0" fmla="*/ 1619250 w 1619250"/>
              <a:gd name="connsiteY0" fmla="*/ 590550 h 1200150"/>
              <a:gd name="connsiteX1" fmla="*/ 0 w 1619250"/>
              <a:gd name="connsiteY1" fmla="*/ 1200150 h 1200150"/>
              <a:gd name="connsiteX2" fmla="*/ 76200 w 1619250"/>
              <a:gd name="connsiteY2" fmla="*/ 590550 h 1200150"/>
              <a:gd name="connsiteX3" fmla="*/ 1619250 w 1619250"/>
              <a:gd name="connsiteY3" fmla="*/ 0 h 1200150"/>
              <a:gd name="connsiteX4" fmla="*/ 1619250 w 1619250"/>
              <a:gd name="connsiteY4" fmla="*/ 590550 h 1200150"/>
              <a:gd name="connsiteX0" fmla="*/ 1609725 w 1619250"/>
              <a:gd name="connsiteY0" fmla="*/ 542925 h 1200150"/>
              <a:gd name="connsiteX1" fmla="*/ 0 w 1619250"/>
              <a:gd name="connsiteY1" fmla="*/ 1200150 h 1200150"/>
              <a:gd name="connsiteX2" fmla="*/ 76200 w 1619250"/>
              <a:gd name="connsiteY2" fmla="*/ 590550 h 1200150"/>
              <a:gd name="connsiteX3" fmla="*/ 1619250 w 1619250"/>
              <a:gd name="connsiteY3" fmla="*/ 0 h 1200150"/>
              <a:gd name="connsiteX4" fmla="*/ 1609725 w 1619250"/>
              <a:gd name="connsiteY4" fmla="*/ 542925 h 1200150"/>
              <a:gd name="connsiteX0" fmla="*/ 1609725 w 1619250"/>
              <a:gd name="connsiteY0" fmla="*/ 581025 h 1200150"/>
              <a:gd name="connsiteX1" fmla="*/ 0 w 1619250"/>
              <a:gd name="connsiteY1" fmla="*/ 1200150 h 1200150"/>
              <a:gd name="connsiteX2" fmla="*/ 76200 w 1619250"/>
              <a:gd name="connsiteY2" fmla="*/ 590550 h 1200150"/>
              <a:gd name="connsiteX3" fmla="*/ 1619250 w 1619250"/>
              <a:gd name="connsiteY3" fmla="*/ 0 h 1200150"/>
              <a:gd name="connsiteX4" fmla="*/ 1609725 w 1619250"/>
              <a:gd name="connsiteY4" fmla="*/ 581025 h 1200150"/>
              <a:gd name="connsiteX0" fmla="*/ 1562100 w 1571625"/>
              <a:gd name="connsiteY0" fmla="*/ 581025 h 1238250"/>
              <a:gd name="connsiteX1" fmla="*/ 0 w 1571625"/>
              <a:gd name="connsiteY1" fmla="*/ 1238250 h 1238250"/>
              <a:gd name="connsiteX2" fmla="*/ 28575 w 1571625"/>
              <a:gd name="connsiteY2" fmla="*/ 590550 h 1238250"/>
              <a:gd name="connsiteX3" fmla="*/ 1571625 w 1571625"/>
              <a:gd name="connsiteY3" fmla="*/ 0 h 1238250"/>
              <a:gd name="connsiteX4" fmla="*/ 1562100 w 1571625"/>
              <a:gd name="connsiteY4" fmla="*/ 581025 h 1238250"/>
              <a:gd name="connsiteX0" fmla="*/ 1562100 w 1571625"/>
              <a:gd name="connsiteY0" fmla="*/ 581025 h 1238250"/>
              <a:gd name="connsiteX1" fmla="*/ 0 w 1571625"/>
              <a:gd name="connsiteY1" fmla="*/ 1238250 h 1238250"/>
              <a:gd name="connsiteX2" fmla="*/ 0 w 1571625"/>
              <a:gd name="connsiteY2" fmla="*/ 619125 h 1238250"/>
              <a:gd name="connsiteX3" fmla="*/ 1571625 w 1571625"/>
              <a:gd name="connsiteY3" fmla="*/ 0 h 1238250"/>
              <a:gd name="connsiteX4" fmla="*/ 1562100 w 1571625"/>
              <a:gd name="connsiteY4" fmla="*/ 581025 h 1238250"/>
              <a:gd name="connsiteX0" fmla="*/ 1562100 w 1571625"/>
              <a:gd name="connsiteY0" fmla="*/ 619125 h 1276350"/>
              <a:gd name="connsiteX1" fmla="*/ 0 w 1571625"/>
              <a:gd name="connsiteY1" fmla="*/ 1276350 h 1276350"/>
              <a:gd name="connsiteX2" fmla="*/ 0 w 1571625"/>
              <a:gd name="connsiteY2" fmla="*/ 657225 h 1276350"/>
              <a:gd name="connsiteX3" fmla="*/ 1571625 w 1571625"/>
              <a:gd name="connsiteY3" fmla="*/ 0 h 1276350"/>
              <a:gd name="connsiteX4" fmla="*/ 1562100 w 1571625"/>
              <a:gd name="connsiteY4" fmla="*/ 619125 h 1276350"/>
              <a:gd name="connsiteX0" fmla="*/ 1562100 w 1571625"/>
              <a:gd name="connsiteY0" fmla="*/ 619125 h 1276350"/>
              <a:gd name="connsiteX1" fmla="*/ 0 w 1571625"/>
              <a:gd name="connsiteY1" fmla="*/ 1276350 h 1276350"/>
              <a:gd name="connsiteX2" fmla="*/ 0 w 1571625"/>
              <a:gd name="connsiteY2" fmla="*/ 638175 h 1276350"/>
              <a:gd name="connsiteX3" fmla="*/ 1571625 w 1571625"/>
              <a:gd name="connsiteY3" fmla="*/ 0 h 1276350"/>
              <a:gd name="connsiteX4" fmla="*/ 1562100 w 1571625"/>
              <a:gd name="connsiteY4" fmla="*/ 619125 h 1276350"/>
              <a:gd name="connsiteX0" fmla="*/ 1562100 w 1562100"/>
              <a:gd name="connsiteY0" fmla="*/ 600075 h 1257300"/>
              <a:gd name="connsiteX1" fmla="*/ 0 w 1562100"/>
              <a:gd name="connsiteY1" fmla="*/ 1257300 h 1257300"/>
              <a:gd name="connsiteX2" fmla="*/ 0 w 1562100"/>
              <a:gd name="connsiteY2" fmla="*/ 619125 h 1257300"/>
              <a:gd name="connsiteX3" fmla="*/ 1533525 w 1562100"/>
              <a:gd name="connsiteY3" fmla="*/ 0 h 1257300"/>
              <a:gd name="connsiteX4" fmla="*/ 1562100 w 1562100"/>
              <a:gd name="connsiteY4" fmla="*/ 600075 h 1257300"/>
              <a:gd name="connsiteX0" fmla="*/ 1562100 w 1562100"/>
              <a:gd name="connsiteY0" fmla="*/ 600075 h 1257300"/>
              <a:gd name="connsiteX1" fmla="*/ 0 w 1562100"/>
              <a:gd name="connsiteY1" fmla="*/ 1257300 h 1257300"/>
              <a:gd name="connsiteX2" fmla="*/ 0 w 1562100"/>
              <a:gd name="connsiteY2" fmla="*/ 619125 h 1257300"/>
              <a:gd name="connsiteX3" fmla="*/ 1533525 w 1562100"/>
              <a:gd name="connsiteY3" fmla="*/ 0 h 1257300"/>
              <a:gd name="connsiteX4" fmla="*/ 1562100 w 1562100"/>
              <a:gd name="connsiteY4" fmla="*/ 600075 h 1257300"/>
              <a:gd name="connsiteX0" fmla="*/ 1562100 w 1562100"/>
              <a:gd name="connsiteY0" fmla="*/ 600075 h 1257300"/>
              <a:gd name="connsiteX1" fmla="*/ 0 w 1562100"/>
              <a:gd name="connsiteY1" fmla="*/ 1257300 h 1257300"/>
              <a:gd name="connsiteX2" fmla="*/ 0 w 1562100"/>
              <a:gd name="connsiteY2" fmla="*/ 619125 h 1257300"/>
              <a:gd name="connsiteX3" fmla="*/ 1533525 w 1562100"/>
              <a:gd name="connsiteY3" fmla="*/ 0 h 1257300"/>
              <a:gd name="connsiteX4" fmla="*/ 1562100 w 1562100"/>
              <a:gd name="connsiteY4" fmla="*/ 600075 h 1257300"/>
              <a:gd name="connsiteX0" fmla="*/ 1562100 w 1562100"/>
              <a:gd name="connsiteY0" fmla="*/ 600075 h 1257300"/>
              <a:gd name="connsiteX1" fmla="*/ 0 w 1562100"/>
              <a:gd name="connsiteY1" fmla="*/ 1257300 h 1257300"/>
              <a:gd name="connsiteX2" fmla="*/ 0 w 1562100"/>
              <a:gd name="connsiteY2" fmla="*/ 619125 h 1257300"/>
              <a:gd name="connsiteX3" fmla="*/ 1533525 w 1562100"/>
              <a:gd name="connsiteY3" fmla="*/ 0 h 1257300"/>
              <a:gd name="connsiteX4" fmla="*/ 1562100 w 1562100"/>
              <a:gd name="connsiteY4" fmla="*/ 600075 h 1257300"/>
              <a:gd name="connsiteX0" fmla="*/ 1562100 w 1562100"/>
              <a:gd name="connsiteY0" fmla="*/ 600075 h 1257300"/>
              <a:gd name="connsiteX1" fmla="*/ 0 w 1562100"/>
              <a:gd name="connsiteY1" fmla="*/ 1257300 h 1257300"/>
              <a:gd name="connsiteX2" fmla="*/ 0 w 1562100"/>
              <a:gd name="connsiteY2" fmla="*/ 619125 h 1257300"/>
              <a:gd name="connsiteX3" fmla="*/ 1533525 w 1562100"/>
              <a:gd name="connsiteY3" fmla="*/ 0 h 1257300"/>
              <a:gd name="connsiteX4" fmla="*/ 1562100 w 1562100"/>
              <a:gd name="connsiteY4" fmla="*/ 600075 h 1257300"/>
              <a:gd name="connsiteX0" fmla="*/ 1562100 w 1562100"/>
              <a:gd name="connsiteY0" fmla="*/ 571500 h 1228725"/>
              <a:gd name="connsiteX1" fmla="*/ 0 w 1562100"/>
              <a:gd name="connsiteY1" fmla="*/ 1228725 h 1228725"/>
              <a:gd name="connsiteX2" fmla="*/ 0 w 1562100"/>
              <a:gd name="connsiteY2" fmla="*/ 590550 h 1228725"/>
              <a:gd name="connsiteX3" fmla="*/ 1543050 w 1562100"/>
              <a:gd name="connsiteY3" fmla="*/ 0 h 1228725"/>
              <a:gd name="connsiteX4" fmla="*/ 1562100 w 1562100"/>
              <a:gd name="connsiteY4" fmla="*/ 571500 h 1228725"/>
              <a:gd name="connsiteX0" fmla="*/ 1562100 w 1562100"/>
              <a:gd name="connsiteY0" fmla="*/ 571500 h 1228725"/>
              <a:gd name="connsiteX1" fmla="*/ 0 w 1562100"/>
              <a:gd name="connsiteY1" fmla="*/ 1228725 h 1228725"/>
              <a:gd name="connsiteX2" fmla="*/ 0 w 1562100"/>
              <a:gd name="connsiteY2" fmla="*/ 590550 h 1228725"/>
              <a:gd name="connsiteX3" fmla="*/ 1543050 w 1562100"/>
              <a:gd name="connsiteY3" fmla="*/ 0 h 1228725"/>
              <a:gd name="connsiteX4" fmla="*/ 1562100 w 1562100"/>
              <a:gd name="connsiteY4" fmla="*/ 571500 h 1228725"/>
              <a:gd name="connsiteX0" fmla="*/ 1562100 w 1562100"/>
              <a:gd name="connsiteY0" fmla="*/ 571500 h 1228725"/>
              <a:gd name="connsiteX1" fmla="*/ 0 w 1562100"/>
              <a:gd name="connsiteY1" fmla="*/ 1228725 h 1228725"/>
              <a:gd name="connsiteX2" fmla="*/ 0 w 1562100"/>
              <a:gd name="connsiteY2" fmla="*/ 590550 h 1228725"/>
              <a:gd name="connsiteX3" fmla="*/ 1543050 w 1562100"/>
              <a:gd name="connsiteY3" fmla="*/ 0 h 1228725"/>
              <a:gd name="connsiteX4" fmla="*/ 1562100 w 1562100"/>
              <a:gd name="connsiteY4" fmla="*/ 571500 h 1228725"/>
              <a:gd name="connsiteX0" fmla="*/ 1562100 w 1562100"/>
              <a:gd name="connsiteY0" fmla="*/ 571500 h 1190625"/>
              <a:gd name="connsiteX1" fmla="*/ 0 w 1562100"/>
              <a:gd name="connsiteY1" fmla="*/ 1190625 h 1190625"/>
              <a:gd name="connsiteX2" fmla="*/ 0 w 1562100"/>
              <a:gd name="connsiteY2" fmla="*/ 590550 h 1190625"/>
              <a:gd name="connsiteX3" fmla="*/ 1543050 w 1562100"/>
              <a:gd name="connsiteY3" fmla="*/ 0 h 1190625"/>
              <a:gd name="connsiteX4" fmla="*/ 1562100 w 1562100"/>
              <a:gd name="connsiteY4" fmla="*/ 571500 h 1190625"/>
              <a:gd name="connsiteX0" fmla="*/ 1562100 w 1562100"/>
              <a:gd name="connsiteY0" fmla="*/ 571500 h 1190625"/>
              <a:gd name="connsiteX1" fmla="*/ 0 w 1562100"/>
              <a:gd name="connsiteY1" fmla="*/ 1190625 h 1190625"/>
              <a:gd name="connsiteX2" fmla="*/ 0 w 1562100"/>
              <a:gd name="connsiteY2" fmla="*/ 590550 h 1190625"/>
              <a:gd name="connsiteX3" fmla="*/ 1543050 w 1562100"/>
              <a:gd name="connsiteY3" fmla="*/ 0 h 1190625"/>
              <a:gd name="connsiteX4" fmla="*/ 1562100 w 1562100"/>
              <a:gd name="connsiteY4" fmla="*/ 571500 h 1190625"/>
              <a:gd name="connsiteX0" fmla="*/ 1562100 w 1562100"/>
              <a:gd name="connsiteY0" fmla="*/ 571500 h 1190625"/>
              <a:gd name="connsiteX1" fmla="*/ 0 w 1562100"/>
              <a:gd name="connsiteY1" fmla="*/ 1190625 h 1190625"/>
              <a:gd name="connsiteX2" fmla="*/ 0 w 1562100"/>
              <a:gd name="connsiteY2" fmla="*/ 590550 h 1190625"/>
              <a:gd name="connsiteX3" fmla="*/ 1543050 w 1562100"/>
              <a:gd name="connsiteY3" fmla="*/ 0 h 1190625"/>
              <a:gd name="connsiteX4" fmla="*/ 1562100 w 1562100"/>
              <a:gd name="connsiteY4" fmla="*/ 571500 h 1190625"/>
              <a:gd name="connsiteX0" fmla="*/ 1562100 w 1562100"/>
              <a:gd name="connsiteY0" fmla="*/ 571500 h 1190625"/>
              <a:gd name="connsiteX1" fmla="*/ 0 w 1562100"/>
              <a:gd name="connsiteY1" fmla="*/ 1190625 h 1190625"/>
              <a:gd name="connsiteX2" fmla="*/ 0 w 1562100"/>
              <a:gd name="connsiteY2" fmla="*/ 590550 h 1190625"/>
              <a:gd name="connsiteX3" fmla="*/ 1543050 w 1562100"/>
              <a:gd name="connsiteY3" fmla="*/ 0 h 1190625"/>
              <a:gd name="connsiteX4" fmla="*/ 1562100 w 1562100"/>
              <a:gd name="connsiteY4" fmla="*/ 571500 h 1190625"/>
              <a:gd name="connsiteX0" fmla="*/ 1562100 w 1562100"/>
              <a:gd name="connsiteY0" fmla="*/ 571500 h 1190625"/>
              <a:gd name="connsiteX1" fmla="*/ 0 w 1562100"/>
              <a:gd name="connsiteY1" fmla="*/ 1190625 h 1190625"/>
              <a:gd name="connsiteX2" fmla="*/ 0 w 1562100"/>
              <a:gd name="connsiteY2" fmla="*/ 590550 h 1190625"/>
              <a:gd name="connsiteX3" fmla="*/ 1543050 w 1562100"/>
              <a:gd name="connsiteY3" fmla="*/ 0 h 1190625"/>
              <a:gd name="connsiteX4" fmla="*/ 1562100 w 1562100"/>
              <a:gd name="connsiteY4" fmla="*/ 571500 h 1190625"/>
              <a:gd name="connsiteX0" fmla="*/ 1562100 w 1562100"/>
              <a:gd name="connsiteY0" fmla="*/ 571500 h 1190625"/>
              <a:gd name="connsiteX1" fmla="*/ 0 w 1562100"/>
              <a:gd name="connsiteY1" fmla="*/ 1190625 h 1190625"/>
              <a:gd name="connsiteX2" fmla="*/ 0 w 1562100"/>
              <a:gd name="connsiteY2" fmla="*/ 590550 h 1190625"/>
              <a:gd name="connsiteX3" fmla="*/ 1543050 w 1562100"/>
              <a:gd name="connsiteY3" fmla="*/ 0 h 1190625"/>
              <a:gd name="connsiteX4" fmla="*/ 1562100 w 1562100"/>
              <a:gd name="connsiteY4" fmla="*/ 571500 h 1190625"/>
              <a:gd name="connsiteX0" fmla="*/ 1562100 w 1562100"/>
              <a:gd name="connsiteY0" fmla="*/ 571500 h 1190625"/>
              <a:gd name="connsiteX1" fmla="*/ 0 w 1562100"/>
              <a:gd name="connsiteY1" fmla="*/ 1190625 h 1190625"/>
              <a:gd name="connsiteX2" fmla="*/ 0 w 1562100"/>
              <a:gd name="connsiteY2" fmla="*/ 590550 h 1190625"/>
              <a:gd name="connsiteX3" fmla="*/ 1543050 w 1562100"/>
              <a:gd name="connsiteY3" fmla="*/ 0 h 1190625"/>
              <a:gd name="connsiteX4" fmla="*/ 1562100 w 1562100"/>
              <a:gd name="connsiteY4" fmla="*/ 571500 h 1190625"/>
              <a:gd name="connsiteX0" fmla="*/ 1562100 w 1562100"/>
              <a:gd name="connsiteY0" fmla="*/ 571500 h 1190625"/>
              <a:gd name="connsiteX1" fmla="*/ 0 w 1562100"/>
              <a:gd name="connsiteY1" fmla="*/ 1190625 h 1190625"/>
              <a:gd name="connsiteX2" fmla="*/ 0 w 1562100"/>
              <a:gd name="connsiteY2" fmla="*/ 590550 h 1190625"/>
              <a:gd name="connsiteX3" fmla="*/ 1543050 w 1562100"/>
              <a:gd name="connsiteY3" fmla="*/ 0 h 1190625"/>
              <a:gd name="connsiteX4" fmla="*/ 1562100 w 1562100"/>
              <a:gd name="connsiteY4" fmla="*/ 571500 h 1190625"/>
              <a:gd name="connsiteX0" fmla="*/ 1562100 w 1562100"/>
              <a:gd name="connsiteY0" fmla="*/ 571500 h 1190625"/>
              <a:gd name="connsiteX1" fmla="*/ 0 w 1562100"/>
              <a:gd name="connsiteY1" fmla="*/ 1190625 h 1190625"/>
              <a:gd name="connsiteX2" fmla="*/ 0 w 1562100"/>
              <a:gd name="connsiteY2" fmla="*/ 590550 h 1190625"/>
              <a:gd name="connsiteX3" fmla="*/ 1543050 w 1562100"/>
              <a:gd name="connsiteY3" fmla="*/ 0 h 1190625"/>
              <a:gd name="connsiteX4" fmla="*/ 1562100 w 1562100"/>
              <a:gd name="connsiteY4" fmla="*/ 571500 h 1190625"/>
              <a:gd name="connsiteX0" fmla="*/ 1562100 w 1562100"/>
              <a:gd name="connsiteY0" fmla="*/ 571500 h 1190625"/>
              <a:gd name="connsiteX1" fmla="*/ 0 w 1562100"/>
              <a:gd name="connsiteY1" fmla="*/ 1190625 h 1190625"/>
              <a:gd name="connsiteX2" fmla="*/ 0 w 1562100"/>
              <a:gd name="connsiteY2" fmla="*/ 590550 h 1190625"/>
              <a:gd name="connsiteX3" fmla="*/ 1543050 w 1562100"/>
              <a:gd name="connsiteY3" fmla="*/ 0 h 1190625"/>
              <a:gd name="connsiteX4" fmla="*/ 1562100 w 1562100"/>
              <a:gd name="connsiteY4" fmla="*/ 571500 h 1190625"/>
              <a:gd name="connsiteX0" fmla="*/ 1562100 w 1562100"/>
              <a:gd name="connsiteY0" fmla="*/ 571500 h 1190625"/>
              <a:gd name="connsiteX1" fmla="*/ 0 w 1562100"/>
              <a:gd name="connsiteY1" fmla="*/ 1190625 h 1190625"/>
              <a:gd name="connsiteX2" fmla="*/ 0 w 1562100"/>
              <a:gd name="connsiteY2" fmla="*/ 590550 h 1190625"/>
              <a:gd name="connsiteX3" fmla="*/ 1543050 w 1562100"/>
              <a:gd name="connsiteY3" fmla="*/ 0 h 1190625"/>
              <a:gd name="connsiteX4" fmla="*/ 1562100 w 1562100"/>
              <a:gd name="connsiteY4" fmla="*/ 571500 h 1190625"/>
              <a:gd name="connsiteX0" fmla="*/ 1562100 w 1562100"/>
              <a:gd name="connsiteY0" fmla="*/ 571500 h 1190625"/>
              <a:gd name="connsiteX1" fmla="*/ 0 w 1562100"/>
              <a:gd name="connsiteY1" fmla="*/ 1190625 h 1190625"/>
              <a:gd name="connsiteX2" fmla="*/ 0 w 1562100"/>
              <a:gd name="connsiteY2" fmla="*/ 590550 h 1190625"/>
              <a:gd name="connsiteX3" fmla="*/ 1543050 w 1562100"/>
              <a:gd name="connsiteY3" fmla="*/ 0 h 1190625"/>
              <a:gd name="connsiteX4" fmla="*/ 1562100 w 1562100"/>
              <a:gd name="connsiteY4" fmla="*/ 571500 h 1190625"/>
              <a:gd name="connsiteX0" fmla="*/ 1562100 w 1562100"/>
              <a:gd name="connsiteY0" fmla="*/ 571500 h 1190625"/>
              <a:gd name="connsiteX1" fmla="*/ 0 w 1562100"/>
              <a:gd name="connsiteY1" fmla="*/ 1190625 h 1190625"/>
              <a:gd name="connsiteX2" fmla="*/ 0 w 1562100"/>
              <a:gd name="connsiteY2" fmla="*/ 590550 h 1190625"/>
              <a:gd name="connsiteX3" fmla="*/ 1543050 w 1562100"/>
              <a:gd name="connsiteY3" fmla="*/ 0 h 1190625"/>
              <a:gd name="connsiteX4" fmla="*/ 1562100 w 1562100"/>
              <a:gd name="connsiteY4" fmla="*/ 571500 h 1190625"/>
              <a:gd name="connsiteX0" fmla="*/ 1562100 w 1562100"/>
              <a:gd name="connsiteY0" fmla="*/ 571500 h 1190625"/>
              <a:gd name="connsiteX1" fmla="*/ 0 w 1562100"/>
              <a:gd name="connsiteY1" fmla="*/ 1190625 h 1190625"/>
              <a:gd name="connsiteX2" fmla="*/ 0 w 1562100"/>
              <a:gd name="connsiteY2" fmla="*/ 590550 h 1190625"/>
              <a:gd name="connsiteX3" fmla="*/ 1543050 w 1562100"/>
              <a:gd name="connsiteY3" fmla="*/ 0 h 1190625"/>
              <a:gd name="connsiteX4" fmla="*/ 1562100 w 1562100"/>
              <a:gd name="connsiteY4" fmla="*/ 571500 h 1190625"/>
              <a:gd name="connsiteX0" fmla="*/ 1562100 w 1562100"/>
              <a:gd name="connsiteY0" fmla="*/ 571500 h 1190625"/>
              <a:gd name="connsiteX1" fmla="*/ 0 w 1562100"/>
              <a:gd name="connsiteY1" fmla="*/ 1190625 h 1190625"/>
              <a:gd name="connsiteX2" fmla="*/ 0 w 1562100"/>
              <a:gd name="connsiteY2" fmla="*/ 590550 h 1190625"/>
              <a:gd name="connsiteX3" fmla="*/ 1543050 w 1562100"/>
              <a:gd name="connsiteY3" fmla="*/ 0 h 1190625"/>
              <a:gd name="connsiteX4" fmla="*/ 1562100 w 1562100"/>
              <a:gd name="connsiteY4" fmla="*/ 571500 h 1190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62100" h="1190625">
                <a:moveTo>
                  <a:pt x="1562100" y="571500"/>
                </a:moveTo>
                <a:cubicBezTo>
                  <a:pt x="1117600" y="838200"/>
                  <a:pt x="501650" y="952500"/>
                  <a:pt x="0" y="1190625"/>
                </a:cubicBezTo>
                <a:lnTo>
                  <a:pt x="0" y="590550"/>
                </a:lnTo>
                <a:cubicBezTo>
                  <a:pt x="349250" y="393700"/>
                  <a:pt x="1079500" y="130175"/>
                  <a:pt x="1543050" y="0"/>
                </a:cubicBezTo>
                <a:lnTo>
                  <a:pt x="1562100" y="5715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30000"/>
                </a:schemeClr>
              </a:gs>
              <a:gs pos="50418">
                <a:schemeClr val="accent1"/>
              </a:gs>
              <a:gs pos="100000">
                <a:schemeClr val="accent1">
                  <a:lumMod val="3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ko-KR" altLang="en-US" sz="2000"/>
          </a:p>
        </p:txBody>
      </p:sp>
      <p:grpSp>
        <p:nvGrpSpPr>
          <p:cNvPr id="803" name="Group 27">
            <a:extLst>
              <a:ext uri="{FF2B5EF4-FFF2-40B4-BE49-F238E27FC236}">
                <a16:creationId xmlns:a16="http://schemas.microsoft.com/office/drawing/2014/main" id="{5A9DA162-492C-DE7C-43D3-B532824150B2}"/>
              </a:ext>
            </a:extLst>
          </p:cNvPr>
          <p:cNvGrpSpPr/>
          <p:nvPr/>
        </p:nvGrpSpPr>
        <p:grpSpPr>
          <a:xfrm>
            <a:off x="543102" y="5395658"/>
            <a:ext cx="823290" cy="288845"/>
            <a:chOff x="1950157" y="5792396"/>
            <a:chExt cx="1387404" cy="444916"/>
          </a:xfrm>
        </p:grpSpPr>
        <p:sp>
          <p:nvSpPr>
            <p:cNvPr id="804" name="Oval 28">
              <a:extLst>
                <a:ext uri="{FF2B5EF4-FFF2-40B4-BE49-F238E27FC236}">
                  <a16:creationId xmlns:a16="http://schemas.microsoft.com/office/drawing/2014/main" id="{5D6C2343-C369-9BFD-179D-DBED4FDC55EB}"/>
                </a:ext>
              </a:extLst>
            </p:cNvPr>
            <p:cNvSpPr/>
            <p:nvPr/>
          </p:nvSpPr>
          <p:spPr>
            <a:xfrm flipV="1">
              <a:off x="1950157" y="5792396"/>
              <a:ext cx="1387404" cy="444916"/>
            </a:xfrm>
            <a:prstGeom prst="ellipse">
              <a:avLst/>
            </a:prstGeom>
            <a:solidFill>
              <a:schemeClr val="tx1">
                <a:alpha val="27000"/>
              </a:schemeClr>
            </a:solidFill>
            <a:ln>
              <a:noFill/>
            </a:ln>
            <a:effectLst>
              <a:softEdge rad="1651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/>
            </a:p>
          </p:txBody>
        </p:sp>
        <p:sp>
          <p:nvSpPr>
            <p:cNvPr id="805" name="Oval 29">
              <a:extLst>
                <a:ext uri="{FF2B5EF4-FFF2-40B4-BE49-F238E27FC236}">
                  <a16:creationId xmlns:a16="http://schemas.microsoft.com/office/drawing/2014/main" id="{A33A7D7D-90B4-64A1-6BD3-BCF6558207F1}"/>
                </a:ext>
              </a:extLst>
            </p:cNvPr>
            <p:cNvSpPr/>
            <p:nvPr/>
          </p:nvSpPr>
          <p:spPr>
            <a:xfrm flipV="1">
              <a:off x="2069424" y="5830643"/>
              <a:ext cx="1148871" cy="368423"/>
            </a:xfrm>
            <a:prstGeom prst="ellipse">
              <a:avLst/>
            </a:prstGeom>
            <a:solidFill>
              <a:schemeClr val="tx1">
                <a:alpha val="81000"/>
              </a:schemeClr>
            </a:solidFill>
            <a:ln>
              <a:noFill/>
            </a:ln>
            <a:effectLst>
              <a:softEdge rad="1651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/>
            </a:p>
          </p:txBody>
        </p:sp>
      </p:grpSp>
      <p:sp>
        <p:nvSpPr>
          <p:cNvPr id="811" name="TextBox 810">
            <a:extLst>
              <a:ext uri="{FF2B5EF4-FFF2-40B4-BE49-F238E27FC236}">
                <a16:creationId xmlns:a16="http://schemas.microsoft.com/office/drawing/2014/main" id="{86E442DF-789E-1566-C9AA-205AA69E5BF2}"/>
              </a:ext>
            </a:extLst>
          </p:cNvPr>
          <p:cNvSpPr txBox="1"/>
          <p:nvPr/>
        </p:nvSpPr>
        <p:spPr>
          <a:xfrm rot="1074825">
            <a:off x="391118" y="4047200"/>
            <a:ext cx="1029371" cy="253916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r"/>
            <a:r>
              <a:rPr lang="en-US" altLang="ko-KR" sz="1200" b="1" dirty="0">
                <a:solidFill>
                  <a:schemeClr val="bg1"/>
                </a:solidFill>
                <a:cs typeface="Arial" pitchFamily="34" charset="0"/>
              </a:rPr>
              <a:t>Your Text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grpSp>
        <p:nvGrpSpPr>
          <p:cNvPr id="812" name="Group 6">
            <a:extLst>
              <a:ext uri="{FF2B5EF4-FFF2-40B4-BE49-F238E27FC236}">
                <a16:creationId xmlns:a16="http://schemas.microsoft.com/office/drawing/2014/main" id="{9E1BB4EA-11B9-9594-17A1-5CDA487195BC}"/>
              </a:ext>
            </a:extLst>
          </p:cNvPr>
          <p:cNvGrpSpPr/>
          <p:nvPr/>
        </p:nvGrpSpPr>
        <p:grpSpPr>
          <a:xfrm>
            <a:off x="579682" y="969292"/>
            <a:ext cx="724048" cy="4012773"/>
            <a:chOff x="6761057" y="322748"/>
            <a:chExt cx="1092149" cy="5958902"/>
          </a:xfrm>
        </p:grpSpPr>
        <p:sp>
          <p:nvSpPr>
            <p:cNvPr id="813" name="Diagonal Stripe 7">
              <a:extLst>
                <a:ext uri="{FF2B5EF4-FFF2-40B4-BE49-F238E27FC236}">
                  <a16:creationId xmlns:a16="http://schemas.microsoft.com/office/drawing/2014/main" id="{C1502ECB-F3A4-208F-65F7-58FF918D7CFF}"/>
                </a:ext>
              </a:extLst>
            </p:cNvPr>
            <p:cNvSpPr/>
            <p:nvPr/>
          </p:nvSpPr>
          <p:spPr>
            <a:xfrm rot="19197366">
              <a:off x="6907223" y="5186633"/>
              <a:ext cx="904974" cy="1095017"/>
            </a:xfrm>
            <a:prstGeom prst="diagStripe">
              <a:avLst>
                <a:gd name="adj" fmla="val 86326"/>
              </a:avLst>
            </a:prstGeom>
            <a:solidFill>
              <a:schemeClr val="bg1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814" name="Rectangle 7">
              <a:extLst>
                <a:ext uri="{FF2B5EF4-FFF2-40B4-BE49-F238E27FC236}">
                  <a16:creationId xmlns:a16="http://schemas.microsoft.com/office/drawing/2014/main" id="{7516BC50-61B9-62FF-F6E7-A2F6B4DE15A9}"/>
                </a:ext>
              </a:extLst>
            </p:cNvPr>
            <p:cNvSpPr/>
            <p:nvPr/>
          </p:nvSpPr>
          <p:spPr>
            <a:xfrm>
              <a:off x="6884441" y="1303750"/>
              <a:ext cx="845381" cy="3468140"/>
            </a:xfrm>
            <a:custGeom>
              <a:avLst/>
              <a:gdLst>
                <a:gd name="connsiteX0" fmla="*/ 0 w 828152"/>
                <a:gd name="connsiteY0" fmla="*/ 0 h 1872208"/>
                <a:gd name="connsiteX1" fmla="*/ 828152 w 828152"/>
                <a:gd name="connsiteY1" fmla="*/ 0 h 1872208"/>
                <a:gd name="connsiteX2" fmla="*/ 828152 w 828152"/>
                <a:gd name="connsiteY2" fmla="*/ 1872208 h 1872208"/>
                <a:gd name="connsiteX3" fmla="*/ 0 w 828152"/>
                <a:gd name="connsiteY3" fmla="*/ 1872208 h 1872208"/>
                <a:gd name="connsiteX4" fmla="*/ 0 w 828152"/>
                <a:gd name="connsiteY4" fmla="*/ 0 h 1872208"/>
                <a:gd name="connsiteX0" fmla="*/ 0 w 828152"/>
                <a:gd name="connsiteY0" fmla="*/ 0 h 1891000"/>
                <a:gd name="connsiteX1" fmla="*/ 828152 w 828152"/>
                <a:gd name="connsiteY1" fmla="*/ 0 h 1891000"/>
                <a:gd name="connsiteX2" fmla="*/ 828152 w 828152"/>
                <a:gd name="connsiteY2" fmla="*/ 1872208 h 1891000"/>
                <a:gd name="connsiteX3" fmla="*/ 0 w 828152"/>
                <a:gd name="connsiteY3" fmla="*/ 1872208 h 1891000"/>
                <a:gd name="connsiteX4" fmla="*/ 0 w 828152"/>
                <a:gd name="connsiteY4" fmla="*/ 0 h 1891000"/>
                <a:gd name="connsiteX0" fmla="*/ 0 w 828152"/>
                <a:gd name="connsiteY0" fmla="*/ 0 h 1907994"/>
                <a:gd name="connsiteX1" fmla="*/ 828152 w 828152"/>
                <a:gd name="connsiteY1" fmla="*/ 0 h 1907994"/>
                <a:gd name="connsiteX2" fmla="*/ 828152 w 828152"/>
                <a:gd name="connsiteY2" fmla="*/ 1872208 h 1907994"/>
                <a:gd name="connsiteX3" fmla="*/ 0 w 828152"/>
                <a:gd name="connsiteY3" fmla="*/ 1872208 h 1907994"/>
                <a:gd name="connsiteX4" fmla="*/ 0 w 828152"/>
                <a:gd name="connsiteY4" fmla="*/ 0 h 1907994"/>
                <a:gd name="connsiteX0" fmla="*/ 0 w 828152"/>
                <a:gd name="connsiteY0" fmla="*/ 0 h 1920103"/>
                <a:gd name="connsiteX1" fmla="*/ 828152 w 828152"/>
                <a:gd name="connsiteY1" fmla="*/ 0 h 1920103"/>
                <a:gd name="connsiteX2" fmla="*/ 828152 w 828152"/>
                <a:gd name="connsiteY2" fmla="*/ 1872208 h 1920103"/>
                <a:gd name="connsiteX3" fmla="*/ 0 w 828152"/>
                <a:gd name="connsiteY3" fmla="*/ 1872208 h 1920103"/>
                <a:gd name="connsiteX4" fmla="*/ 0 w 828152"/>
                <a:gd name="connsiteY4" fmla="*/ 0 h 1920103"/>
                <a:gd name="connsiteX0" fmla="*/ 0 w 828152"/>
                <a:gd name="connsiteY0" fmla="*/ 0 h 1923817"/>
                <a:gd name="connsiteX1" fmla="*/ 828152 w 828152"/>
                <a:gd name="connsiteY1" fmla="*/ 0 h 1923817"/>
                <a:gd name="connsiteX2" fmla="*/ 828152 w 828152"/>
                <a:gd name="connsiteY2" fmla="*/ 1872208 h 1923817"/>
                <a:gd name="connsiteX3" fmla="*/ 0 w 828152"/>
                <a:gd name="connsiteY3" fmla="*/ 1872208 h 1923817"/>
                <a:gd name="connsiteX4" fmla="*/ 0 w 828152"/>
                <a:gd name="connsiteY4" fmla="*/ 0 h 1923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8152" h="1923817">
                  <a:moveTo>
                    <a:pt x="0" y="0"/>
                  </a:moveTo>
                  <a:lnTo>
                    <a:pt x="828152" y="0"/>
                  </a:lnTo>
                  <a:lnTo>
                    <a:pt x="828152" y="1872208"/>
                  </a:lnTo>
                  <a:cubicBezTo>
                    <a:pt x="499246" y="1935634"/>
                    <a:pt x="328906" y="1946205"/>
                    <a:pt x="0" y="187220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/>
            </a:p>
          </p:txBody>
        </p:sp>
        <p:sp>
          <p:nvSpPr>
            <p:cNvPr id="815" name="Rounded Rectangle 60">
              <a:extLst>
                <a:ext uri="{FF2B5EF4-FFF2-40B4-BE49-F238E27FC236}">
                  <a16:creationId xmlns:a16="http://schemas.microsoft.com/office/drawing/2014/main" id="{14D749F9-C749-4395-12ED-DE69B9992568}"/>
                </a:ext>
              </a:extLst>
            </p:cNvPr>
            <p:cNvSpPr/>
            <p:nvPr/>
          </p:nvSpPr>
          <p:spPr>
            <a:xfrm>
              <a:off x="6852068" y="322748"/>
              <a:ext cx="910125" cy="23234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/>
            </a:p>
          </p:txBody>
        </p:sp>
        <p:sp>
          <p:nvSpPr>
            <p:cNvPr id="816" name="Rectangle 10">
              <a:extLst>
                <a:ext uri="{FF2B5EF4-FFF2-40B4-BE49-F238E27FC236}">
                  <a16:creationId xmlns:a16="http://schemas.microsoft.com/office/drawing/2014/main" id="{CFFEF192-FD73-BAF8-0297-74339177A111}"/>
                </a:ext>
              </a:extLst>
            </p:cNvPr>
            <p:cNvSpPr/>
            <p:nvPr/>
          </p:nvSpPr>
          <p:spPr>
            <a:xfrm>
              <a:off x="7030366" y="555093"/>
              <a:ext cx="553530" cy="61931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/>
            </a:p>
          </p:txBody>
        </p:sp>
        <p:sp>
          <p:nvSpPr>
            <p:cNvPr id="817" name="Rectangle 11">
              <a:extLst>
                <a:ext uri="{FF2B5EF4-FFF2-40B4-BE49-F238E27FC236}">
                  <a16:creationId xmlns:a16="http://schemas.microsoft.com/office/drawing/2014/main" id="{C2239EDB-3BBA-1BE8-0644-0F7A049BCF55}"/>
                </a:ext>
              </a:extLst>
            </p:cNvPr>
            <p:cNvSpPr/>
            <p:nvPr/>
          </p:nvSpPr>
          <p:spPr>
            <a:xfrm>
              <a:off x="7187118" y="4745527"/>
              <a:ext cx="240026" cy="23234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/>
            </a:p>
          </p:txBody>
        </p:sp>
        <p:sp>
          <p:nvSpPr>
            <p:cNvPr id="818" name="Trapezoid 12">
              <a:extLst>
                <a:ext uri="{FF2B5EF4-FFF2-40B4-BE49-F238E27FC236}">
                  <a16:creationId xmlns:a16="http://schemas.microsoft.com/office/drawing/2014/main" id="{4001EEC4-D50A-B1F3-7927-7647857FA019}"/>
                </a:ext>
              </a:extLst>
            </p:cNvPr>
            <p:cNvSpPr/>
            <p:nvPr/>
          </p:nvSpPr>
          <p:spPr>
            <a:xfrm rot="10800000">
              <a:off x="7187119" y="4960719"/>
              <a:ext cx="240026" cy="290433"/>
            </a:xfrm>
            <a:prstGeom prst="trapezoid">
              <a:avLst/>
            </a:prstGeom>
            <a:solidFill>
              <a:schemeClr val="bg1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/>
            </a:p>
          </p:txBody>
        </p:sp>
        <p:sp>
          <p:nvSpPr>
            <p:cNvPr id="819" name="Rounded Rectangle 64">
              <a:extLst>
                <a:ext uri="{FF2B5EF4-FFF2-40B4-BE49-F238E27FC236}">
                  <a16:creationId xmlns:a16="http://schemas.microsoft.com/office/drawing/2014/main" id="{2956291D-4923-924E-3FC5-0541A543E93C}"/>
                </a:ext>
              </a:extLst>
            </p:cNvPr>
            <p:cNvSpPr/>
            <p:nvPr/>
          </p:nvSpPr>
          <p:spPr>
            <a:xfrm>
              <a:off x="6761057" y="1137720"/>
              <a:ext cx="1092149" cy="174259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/>
            </a:p>
          </p:txBody>
        </p:sp>
        <p:sp>
          <p:nvSpPr>
            <p:cNvPr id="820" name="Rectangle 20">
              <a:extLst>
                <a:ext uri="{FF2B5EF4-FFF2-40B4-BE49-F238E27FC236}">
                  <a16:creationId xmlns:a16="http://schemas.microsoft.com/office/drawing/2014/main" id="{1A924F56-0DA4-BAFA-E3F5-78F4FCBACA46}"/>
                </a:ext>
              </a:extLst>
            </p:cNvPr>
            <p:cNvSpPr/>
            <p:nvPr/>
          </p:nvSpPr>
          <p:spPr>
            <a:xfrm>
              <a:off x="6988104" y="2780928"/>
              <a:ext cx="638056" cy="1761675"/>
            </a:xfrm>
            <a:custGeom>
              <a:avLst/>
              <a:gdLst>
                <a:gd name="connsiteX0" fmla="*/ 0 w 669024"/>
                <a:gd name="connsiteY0" fmla="*/ 0 h 1662748"/>
                <a:gd name="connsiteX1" fmla="*/ 669024 w 669024"/>
                <a:gd name="connsiteY1" fmla="*/ 0 h 1662748"/>
                <a:gd name="connsiteX2" fmla="*/ 669024 w 669024"/>
                <a:gd name="connsiteY2" fmla="*/ 1662748 h 1662748"/>
                <a:gd name="connsiteX3" fmla="*/ 0 w 669024"/>
                <a:gd name="connsiteY3" fmla="*/ 1662748 h 1662748"/>
                <a:gd name="connsiteX4" fmla="*/ 0 w 669024"/>
                <a:gd name="connsiteY4" fmla="*/ 0 h 1662748"/>
                <a:gd name="connsiteX0" fmla="*/ 0 w 669024"/>
                <a:gd name="connsiteY0" fmla="*/ 0 h 1686239"/>
                <a:gd name="connsiteX1" fmla="*/ 669024 w 669024"/>
                <a:gd name="connsiteY1" fmla="*/ 0 h 1686239"/>
                <a:gd name="connsiteX2" fmla="*/ 669024 w 669024"/>
                <a:gd name="connsiteY2" fmla="*/ 1662748 h 1686239"/>
                <a:gd name="connsiteX3" fmla="*/ 0 w 669024"/>
                <a:gd name="connsiteY3" fmla="*/ 1662748 h 1686239"/>
                <a:gd name="connsiteX4" fmla="*/ 0 w 669024"/>
                <a:gd name="connsiteY4" fmla="*/ 0 h 1686239"/>
                <a:gd name="connsiteX0" fmla="*/ 0 w 669024"/>
                <a:gd name="connsiteY0" fmla="*/ 0 h 1662748"/>
                <a:gd name="connsiteX1" fmla="*/ 669024 w 669024"/>
                <a:gd name="connsiteY1" fmla="*/ 0 h 1662748"/>
                <a:gd name="connsiteX2" fmla="*/ 669024 w 669024"/>
                <a:gd name="connsiteY2" fmla="*/ 1662748 h 1662748"/>
                <a:gd name="connsiteX3" fmla="*/ 0 w 669024"/>
                <a:gd name="connsiteY3" fmla="*/ 1662748 h 1662748"/>
                <a:gd name="connsiteX4" fmla="*/ 0 w 669024"/>
                <a:gd name="connsiteY4" fmla="*/ 0 h 16627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9024" h="1662748">
                  <a:moveTo>
                    <a:pt x="0" y="0"/>
                  </a:moveTo>
                  <a:lnTo>
                    <a:pt x="669024" y="0"/>
                  </a:lnTo>
                  <a:lnTo>
                    <a:pt x="669024" y="1662748"/>
                  </a:lnTo>
                  <a:cubicBezTo>
                    <a:pt x="440730" y="1715603"/>
                    <a:pt x="260007" y="1715603"/>
                    <a:pt x="0" y="166274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/>
            </a:p>
          </p:txBody>
        </p:sp>
        <p:sp>
          <p:nvSpPr>
            <p:cNvPr id="821" name="Rectangle 15">
              <a:extLst>
                <a:ext uri="{FF2B5EF4-FFF2-40B4-BE49-F238E27FC236}">
                  <a16:creationId xmlns:a16="http://schemas.microsoft.com/office/drawing/2014/main" id="{5F8C6E2F-106E-0B6B-E4AA-F6BA4782EE85}"/>
                </a:ext>
              </a:extLst>
            </p:cNvPr>
            <p:cNvSpPr/>
            <p:nvPr/>
          </p:nvSpPr>
          <p:spPr>
            <a:xfrm>
              <a:off x="7283130" y="555093"/>
              <a:ext cx="48005" cy="61931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/>
            </a:p>
          </p:txBody>
        </p:sp>
        <p:sp>
          <p:nvSpPr>
            <p:cNvPr id="822" name="Rectangle 16">
              <a:extLst>
                <a:ext uri="{FF2B5EF4-FFF2-40B4-BE49-F238E27FC236}">
                  <a16:creationId xmlns:a16="http://schemas.microsoft.com/office/drawing/2014/main" id="{839E48F8-7922-DDC4-2CF7-0A1DB6F6351F}"/>
                </a:ext>
              </a:extLst>
            </p:cNvPr>
            <p:cNvSpPr/>
            <p:nvPr/>
          </p:nvSpPr>
          <p:spPr>
            <a:xfrm>
              <a:off x="7301272" y="1392159"/>
              <a:ext cx="329093" cy="72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/>
            </a:p>
          </p:txBody>
        </p:sp>
        <p:sp>
          <p:nvSpPr>
            <p:cNvPr id="823" name="Rectangle 17">
              <a:extLst>
                <a:ext uri="{FF2B5EF4-FFF2-40B4-BE49-F238E27FC236}">
                  <a16:creationId xmlns:a16="http://schemas.microsoft.com/office/drawing/2014/main" id="{34F1E1CC-7F52-3F79-028D-FD6B185D41E6}"/>
                </a:ext>
              </a:extLst>
            </p:cNvPr>
            <p:cNvSpPr/>
            <p:nvPr/>
          </p:nvSpPr>
          <p:spPr>
            <a:xfrm>
              <a:off x="7301272" y="3944985"/>
              <a:ext cx="329093" cy="72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/>
            </a:p>
          </p:txBody>
        </p:sp>
        <p:sp>
          <p:nvSpPr>
            <p:cNvPr id="824" name="Rectangle 18">
              <a:extLst>
                <a:ext uri="{FF2B5EF4-FFF2-40B4-BE49-F238E27FC236}">
                  <a16:creationId xmlns:a16="http://schemas.microsoft.com/office/drawing/2014/main" id="{3620F083-3F90-CAE9-12D5-1308AC8FE9DC}"/>
                </a:ext>
              </a:extLst>
            </p:cNvPr>
            <p:cNvSpPr/>
            <p:nvPr/>
          </p:nvSpPr>
          <p:spPr>
            <a:xfrm>
              <a:off x="7432909" y="2349469"/>
              <a:ext cx="197456" cy="72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/>
            </a:p>
          </p:txBody>
        </p:sp>
        <p:sp>
          <p:nvSpPr>
            <p:cNvPr id="825" name="Rectangle 19">
              <a:extLst>
                <a:ext uri="{FF2B5EF4-FFF2-40B4-BE49-F238E27FC236}">
                  <a16:creationId xmlns:a16="http://schemas.microsoft.com/office/drawing/2014/main" id="{92436770-D60D-6141-F4E9-DE8169E3F200}"/>
                </a:ext>
              </a:extLst>
            </p:cNvPr>
            <p:cNvSpPr/>
            <p:nvPr/>
          </p:nvSpPr>
          <p:spPr>
            <a:xfrm>
              <a:off x="7432909" y="3625882"/>
              <a:ext cx="197456" cy="72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/>
            </a:p>
          </p:txBody>
        </p:sp>
        <p:sp>
          <p:nvSpPr>
            <p:cNvPr id="826" name="Rectangle 20">
              <a:extLst>
                <a:ext uri="{FF2B5EF4-FFF2-40B4-BE49-F238E27FC236}">
                  <a16:creationId xmlns:a16="http://schemas.microsoft.com/office/drawing/2014/main" id="{CC92ED0D-4AA6-FAC6-46F5-2F1AF008AC60}"/>
                </a:ext>
              </a:extLst>
            </p:cNvPr>
            <p:cNvSpPr/>
            <p:nvPr/>
          </p:nvSpPr>
          <p:spPr>
            <a:xfrm>
              <a:off x="7301272" y="3306779"/>
              <a:ext cx="329093" cy="72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/>
            </a:p>
          </p:txBody>
        </p:sp>
        <p:sp>
          <p:nvSpPr>
            <p:cNvPr id="827" name="Rectangle 21">
              <a:extLst>
                <a:ext uri="{FF2B5EF4-FFF2-40B4-BE49-F238E27FC236}">
                  <a16:creationId xmlns:a16="http://schemas.microsoft.com/office/drawing/2014/main" id="{35023C88-6E88-6F1E-8973-02069E3C7A8A}"/>
                </a:ext>
              </a:extLst>
            </p:cNvPr>
            <p:cNvSpPr/>
            <p:nvPr/>
          </p:nvSpPr>
          <p:spPr>
            <a:xfrm>
              <a:off x="7432909" y="1711263"/>
              <a:ext cx="197456" cy="72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/>
            </a:p>
          </p:txBody>
        </p:sp>
        <p:sp>
          <p:nvSpPr>
            <p:cNvPr id="828" name="Rectangle 22">
              <a:extLst>
                <a:ext uri="{FF2B5EF4-FFF2-40B4-BE49-F238E27FC236}">
                  <a16:creationId xmlns:a16="http://schemas.microsoft.com/office/drawing/2014/main" id="{9FB6D129-2324-4D39-48A5-27810279EFD6}"/>
                </a:ext>
              </a:extLst>
            </p:cNvPr>
            <p:cNvSpPr/>
            <p:nvPr/>
          </p:nvSpPr>
          <p:spPr>
            <a:xfrm>
              <a:off x="7301272" y="2030366"/>
              <a:ext cx="329093" cy="72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/>
            </a:p>
          </p:txBody>
        </p:sp>
        <p:sp>
          <p:nvSpPr>
            <p:cNvPr id="829" name="Rectangle 23">
              <a:extLst>
                <a:ext uri="{FF2B5EF4-FFF2-40B4-BE49-F238E27FC236}">
                  <a16:creationId xmlns:a16="http://schemas.microsoft.com/office/drawing/2014/main" id="{55380BC3-CEA1-2C8A-4A25-32218B5DC263}"/>
                </a:ext>
              </a:extLst>
            </p:cNvPr>
            <p:cNvSpPr/>
            <p:nvPr/>
          </p:nvSpPr>
          <p:spPr>
            <a:xfrm>
              <a:off x="7432909" y="4264092"/>
              <a:ext cx="197456" cy="72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/>
            </a:p>
          </p:txBody>
        </p:sp>
        <p:sp>
          <p:nvSpPr>
            <p:cNvPr id="830" name="Rectangle 20">
              <a:extLst>
                <a:ext uri="{FF2B5EF4-FFF2-40B4-BE49-F238E27FC236}">
                  <a16:creationId xmlns:a16="http://schemas.microsoft.com/office/drawing/2014/main" id="{BA2D17CC-E8CF-FA2B-21DE-18E45759ABAD}"/>
                </a:ext>
              </a:extLst>
            </p:cNvPr>
            <p:cNvSpPr/>
            <p:nvPr/>
          </p:nvSpPr>
          <p:spPr>
            <a:xfrm>
              <a:off x="6988104" y="2636912"/>
              <a:ext cx="638056" cy="145041"/>
            </a:xfrm>
            <a:custGeom>
              <a:avLst/>
              <a:gdLst>
                <a:gd name="connsiteX0" fmla="*/ 0 w 669024"/>
                <a:gd name="connsiteY0" fmla="*/ 0 h 1662748"/>
                <a:gd name="connsiteX1" fmla="*/ 669024 w 669024"/>
                <a:gd name="connsiteY1" fmla="*/ 0 h 1662748"/>
                <a:gd name="connsiteX2" fmla="*/ 669024 w 669024"/>
                <a:gd name="connsiteY2" fmla="*/ 1662748 h 1662748"/>
                <a:gd name="connsiteX3" fmla="*/ 0 w 669024"/>
                <a:gd name="connsiteY3" fmla="*/ 1662748 h 1662748"/>
                <a:gd name="connsiteX4" fmla="*/ 0 w 669024"/>
                <a:gd name="connsiteY4" fmla="*/ 0 h 1662748"/>
                <a:gd name="connsiteX0" fmla="*/ 0 w 669024"/>
                <a:gd name="connsiteY0" fmla="*/ 0 h 1686239"/>
                <a:gd name="connsiteX1" fmla="*/ 669024 w 669024"/>
                <a:gd name="connsiteY1" fmla="*/ 0 h 1686239"/>
                <a:gd name="connsiteX2" fmla="*/ 669024 w 669024"/>
                <a:gd name="connsiteY2" fmla="*/ 1662748 h 1686239"/>
                <a:gd name="connsiteX3" fmla="*/ 0 w 669024"/>
                <a:gd name="connsiteY3" fmla="*/ 1662748 h 1686239"/>
                <a:gd name="connsiteX4" fmla="*/ 0 w 669024"/>
                <a:gd name="connsiteY4" fmla="*/ 0 h 1686239"/>
                <a:gd name="connsiteX0" fmla="*/ 0 w 669024"/>
                <a:gd name="connsiteY0" fmla="*/ 0 h 1662748"/>
                <a:gd name="connsiteX1" fmla="*/ 669024 w 669024"/>
                <a:gd name="connsiteY1" fmla="*/ 0 h 1662748"/>
                <a:gd name="connsiteX2" fmla="*/ 669024 w 669024"/>
                <a:gd name="connsiteY2" fmla="*/ 1662748 h 1662748"/>
                <a:gd name="connsiteX3" fmla="*/ 0 w 669024"/>
                <a:gd name="connsiteY3" fmla="*/ 1662748 h 1662748"/>
                <a:gd name="connsiteX4" fmla="*/ 0 w 669024"/>
                <a:gd name="connsiteY4" fmla="*/ 0 h 16627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9024" h="1662748">
                  <a:moveTo>
                    <a:pt x="0" y="0"/>
                  </a:moveTo>
                  <a:lnTo>
                    <a:pt x="669024" y="0"/>
                  </a:lnTo>
                  <a:lnTo>
                    <a:pt x="669024" y="1662748"/>
                  </a:lnTo>
                  <a:cubicBezTo>
                    <a:pt x="440730" y="1715603"/>
                    <a:pt x="260007" y="1715603"/>
                    <a:pt x="0" y="166274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/>
            </a:p>
          </p:txBody>
        </p:sp>
        <p:sp>
          <p:nvSpPr>
            <p:cNvPr id="831" name="Rectangle 25">
              <a:extLst>
                <a:ext uri="{FF2B5EF4-FFF2-40B4-BE49-F238E27FC236}">
                  <a16:creationId xmlns:a16="http://schemas.microsoft.com/office/drawing/2014/main" id="{93B4CEC7-5689-4263-1029-446EA946F706}"/>
                </a:ext>
              </a:extLst>
            </p:cNvPr>
            <p:cNvSpPr/>
            <p:nvPr/>
          </p:nvSpPr>
          <p:spPr>
            <a:xfrm>
              <a:off x="7301272" y="2668572"/>
              <a:ext cx="329093" cy="72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/>
            </a:p>
          </p:txBody>
        </p:sp>
        <p:sp>
          <p:nvSpPr>
            <p:cNvPr id="832" name="Rectangle 26">
              <a:extLst>
                <a:ext uri="{FF2B5EF4-FFF2-40B4-BE49-F238E27FC236}">
                  <a16:creationId xmlns:a16="http://schemas.microsoft.com/office/drawing/2014/main" id="{317AA344-7C6B-BED9-E0E8-FBFB7F4429C9}"/>
                </a:ext>
              </a:extLst>
            </p:cNvPr>
            <p:cNvSpPr/>
            <p:nvPr/>
          </p:nvSpPr>
          <p:spPr>
            <a:xfrm>
              <a:off x="7432909" y="2987676"/>
              <a:ext cx="197456" cy="72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/>
            </a:p>
          </p:txBody>
        </p:sp>
      </p:grpSp>
      <p:sp>
        <p:nvSpPr>
          <p:cNvPr id="806" name="Parallelogram 31">
            <a:extLst>
              <a:ext uri="{FF2B5EF4-FFF2-40B4-BE49-F238E27FC236}">
                <a16:creationId xmlns:a16="http://schemas.microsoft.com/office/drawing/2014/main" id="{60BF9FF9-9E9F-E35A-0E7D-96A6DF58761E}"/>
              </a:ext>
            </a:extLst>
          </p:cNvPr>
          <p:cNvSpPr/>
          <p:nvPr/>
        </p:nvSpPr>
        <p:spPr>
          <a:xfrm rot="5400000">
            <a:off x="316791" y="3285158"/>
            <a:ext cx="1096898" cy="1730480"/>
          </a:xfrm>
          <a:custGeom>
            <a:avLst/>
            <a:gdLst>
              <a:gd name="connsiteX0" fmla="*/ 0 w 2160038"/>
              <a:gd name="connsiteY0" fmla="*/ 1598104 h 1598104"/>
              <a:gd name="connsiteX1" fmla="*/ 1205194 w 2160038"/>
              <a:gd name="connsiteY1" fmla="*/ 0 h 1598104"/>
              <a:gd name="connsiteX2" fmla="*/ 2160038 w 2160038"/>
              <a:gd name="connsiteY2" fmla="*/ 0 h 1598104"/>
              <a:gd name="connsiteX3" fmla="*/ 954844 w 2160038"/>
              <a:gd name="connsiteY3" fmla="*/ 1598104 h 1598104"/>
              <a:gd name="connsiteX4" fmla="*/ 0 w 2160038"/>
              <a:gd name="connsiteY4" fmla="*/ 1598104 h 1598104"/>
              <a:gd name="connsiteX0" fmla="*/ 0 w 2160038"/>
              <a:gd name="connsiteY0" fmla="*/ 1598104 h 1598104"/>
              <a:gd name="connsiteX1" fmla="*/ 1205194 w 2160038"/>
              <a:gd name="connsiteY1" fmla="*/ 0 h 1598104"/>
              <a:gd name="connsiteX2" fmla="*/ 2160038 w 2160038"/>
              <a:gd name="connsiteY2" fmla="*/ 0 h 1598104"/>
              <a:gd name="connsiteX3" fmla="*/ 954844 w 2160038"/>
              <a:gd name="connsiteY3" fmla="*/ 1598104 h 1598104"/>
              <a:gd name="connsiteX4" fmla="*/ 196602 w 2160038"/>
              <a:gd name="connsiteY4" fmla="*/ 1593944 h 1598104"/>
              <a:gd name="connsiteX5" fmla="*/ 0 w 2160038"/>
              <a:gd name="connsiteY5" fmla="*/ 1598104 h 1598104"/>
              <a:gd name="connsiteX0" fmla="*/ 0 w 2086559"/>
              <a:gd name="connsiteY0" fmla="*/ 1489247 h 1598104"/>
              <a:gd name="connsiteX1" fmla="*/ 1131715 w 2086559"/>
              <a:gd name="connsiteY1" fmla="*/ 0 h 1598104"/>
              <a:gd name="connsiteX2" fmla="*/ 2086559 w 2086559"/>
              <a:gd name="connsiteY2" fmla="*/ 0 h 1598104"/>
              <a:gd name="connsiteX3" fmla="*/ 881365 w 2086559"/>
              <a:gd name="connsiteY3" fmla="*/ 1598104 h 1598104"/>
              <a:gd name="connsiteX4" fmla="*/ 123123 w 2086559"/>
              <a:gd name="connsiteY4" fmla="*/ 1593944 h 1598104"/>
              <a:gd name="connsiteX5" fmla="*/ 0 w 2086559"/>
              <a:gd name="connsiteY5" fmla="*/ 1489247 h 1598104"/>
              <a:gd name="connsiteX0" fmla="*/ 0 w 2086559"/>
              <a:gd name="connsiteY0" fmla="*/ 1489247 h 1598104"/>
              <a:gd name="connsiteX1" fmla="*/ 1131715 w 2086559"/>
              <a:gd name="connsiteY1" fmla="*/ 0 h 1598104"/>
              <a:gd name="connsiteX2" fmla="*/ 2086559 w 2086559"/>
              <a:gd name="connsiteY2" fmla="*/ 0 h 1598104"/>
              <a:gd name="connsiteX3" fmla="*/ 881365 w 2086559"/>
              <a:gd name="connsiteY3" fmla="*/ 1598104 h 1598104"/>
              <a:gd name="connsiteX4" fmla="*/ 123123 w 2086559"/>
              <a:gd name="connsiteY4" fmla="*/ 1593944 h 1598104"/>
              <a:gd name="connsiteX5" fmla="*/ 0 w 2086559"/>
              <a:gd name="connsiteY5" fmla="*/ 1489247 h 1598104"/>
              <a:gd name="connsiteX0" fmla="*/ 0 w 2078395"/>
              <a:gd name="connsiteY0" fmla="*/ 1478364 h 1598104"/>
              <a:gd name="connsiteX1" fmla="*/ 1123551 w 2078395"/>
              <a:gd name="connsiteY1" fmla="*/ 0 h 1598104"/>
              <a:gd name="connsiteX2" fmla="*/ 2078395 w 2078395"/>
              <a:gd name="connsiteY2" fmla="*/ 0 h 1598104"/>
              <a:gd name="connsiteX3" fmla="*/ 873201 w 2078395"/>
              <a:gd name="connsiteY3" fmla="*/ 1598104 h 1598104"/>
              <a:gd name="connsiteX4" fmla="*/ 114959 w 2078395"/>
              <a:gd name="connsiteY4" fmla="*/ 1593944 h 1598104"/>
              <a:gd name="connsiteX5" fmla="*/ 0 w 2078395"/>
              <a:gd name="connsiteY5" fmla="*/ 1478364 h 1598104"/>
              <a:gd name="connsiteX0" fmla="*/ 0 w 2078395"/>
              <a:gd name="connsiteY0" fmla="*/ 1478364 h 1598104"/>
              <a:gd name="connsiteX1" fmla="*/ 1123551 w 2078395"/>
              <a:gd name="connsiteY1" fmla="*/ 0 h 1598104"/>
              <a:gd name="connsiteX2" fmla="*/ 2078395 w 2078395"/>
              <a:gd name="connsiteY2" fmla="*/ 0 h 1598104"/>
              <a:gd name="connsiteX3" fmla="*/ 873201 w 2078395"/>
              <a:gd name="connsiteY3" fmla="*/ 1598104 h 1598104"/>
              <a:gd name="connsiteX4" fmla="*/ 114959 w 2078395"/>
              <a:gd name="connsiteY4" fmla="*/ 1593944 h 1598104"/>
              <a:gd name="connsiteX5" fmla="*/ 0 w 2078395"/>
              <a:gd name="connsiteY5" fmla="*/ 1478364 h 1598104"/>
              <a:gd name="connsiteX0" fmla="*/ 0 w 2078395"/>
              <a:gd name="connsiteY0" fmla="*/ 1478364 h 1598104"/>
              <a:gd name="connsiteX1" fmla="*/ 1123551 w 2078395"/>
              <a:gd name="connsiteY1" fmla="*/ 0 h 1598104"/>
              <a:gd name="connsiteX2" fmla="*/ 2078395 w 2078395"/>
              <a:gd name="connsiteY2" fmla="*/ 0 h 1598104"/>
              <a:gd name="connsiteX3" fmla="*/ 873201 w 2078395"/>
              <a:gd name="connsiteY3" fmla="*/ 1598104 h 1598104"/>
              <a:gd name="connsiteX4" fmla="*/ 114959 w 2078395"/>
              <a:gd name="connsiteY4" fmla="*/ 1593944 h 1598104"/>
              <a:gd name="connsiteX5" fmla="*/ 0 w 2078395"/>
              <a:gd name="connsiteY5" fmla="*/ 1478364 h 1598104"/>
              <a:gd name="connsiteX0" fmla="*/ 0 w 2078395"/>
              <a:gd name="connsiteY0" fmla="*/ 1478364 h 1598104"/>
              <a:gd name="connsiteX1" fmla="*/ 1123551 w 2078395"/>
              <a:gd name="connsiteY1" fmla="*/ 0 h 1598104"/>
              <a:gd name="connsiteX2" fmla="*/ 2078395 w 2078395"/>
              <a:gd name="connsiteY2" fmla="*/ 0 h 1598104"/>
              <a:gd name="connsiteX3" fmla="*/ 873201 w 2078395"/>
              <a:gd name="connsiteY3" fmla="*/ 1598104 h 1598104"/>
              <a:gd name="connsiteX4" fmla="*/ 114959 w 2078395"/>
              <a:gd name="connsiteY4" fmla="*/ 1593944 h 1598104"/>
              <a:gd name="connsiteX5" fmla="*/ 0 w 2078395"/>
              <a:gd name="connsiteY5" fmla="*/ 1478364 h 1598104"/>
              <a:gd name="connsiteX0" fmla="*/ 0 w 2078395"/>
              <a:gd name="connsiteY0" fmla="*/ 1478364 h 1598104"/>
              <a:gd name="connsiteX1" fmla="*/ 1123551 w 2078395"/>
              <a:gd name="connsiteY1" fmla="*/ 0 h 1598104"/>
              <a:gd name="connsiteX2" fmla="*/ 2078395 w 2078395"/>
              <a:gd name="connsiteY2" fmla="*/ 0 h 1598104"/>
              <a:gd name="connsiteX3" fmla="*/ 873201 w 2078395"/>
              <a:gd name="connsiteY3" fmla="*/ 1598104 h 1598104"/>
              <a:gd name="connsiteX4" fmla="*/ 114959 w 2078395"/>
              <a:gd name="connsiteY4" fmla="*/ 1593944 h 1598104"/>
              <a:gd name="connsiteX5" fmla="*/ 0 w 2078395"/>
              <a:gd name="connsiteY5" fmla="*/ 1478364 h 1598104"/>
              <a:gd name="connsiteX0" fmla="*/ 0 w 2089280"/>
              <a:gd name="connsiteY0" fmla="*/ 1478366 h 1598104"/>
              <a:gd name="connsiteX1" fmla="*/ 1134436 w 2089280"/>
              <a:gd name="connsiteY1" fmla="*/ 0 h 1598104"/>
              <a:gd name="connsiteX2" fmla="*/ 2089280 w 2089280"/>
              <a:gd name="connsiteY2" fmla="*/ 0 h 1598104"/>
              <a:gd name="connsiteX3" fmla="*/ 884086 w 2089280"/>
              <a:gd name="connsiteY3" fmla="*/ 1598104 h 1598104"/>
              <a:gd name="connsiteX4" fmla="*/ 125844 w 2089280"/>
              <a:gd name="connsiteY4" fmla="*/ 1593944 h 1598104"/>
              <a:gd name="connsiteX5" fmla="*/ 0 w 2089280"/>
              <a:gd name="connsiteY5" fmla="*/ 1478366 h 1598104"/>
              <a:gd name="connsiteX0" fmla="*/ 0 w 2089280"/>
              <a:gd name="connsiteY0" fmla="*/ 1470201 h 1598104"/>
              <a:gd name="connsiteX1" fmla="*/ 1134436 w 2089280"/>
              <a:gd name="connsiteY1" fmla="*/ 0 h 1598104"/>
              <a:gd name="connsiteX2" fmla="*/ 2089280 w 2089280"/>
              <a:gd name="connsiteY2" fmla="*/ 0 h 1598104"/>
              <a:gd name="connsiteX3" fmla="*/ 884086 w 2089280"/>
              <a:gd name="connsiteY3" fmla="*/ 1598104 h 1598104"/>
              <a:gd name="connsiteX4" fmla="*/ 125844 w 2089280"/>
              <a:gd name="connsiteY4" fmla="*/ 1593944 h 1598104"/>
              <a:gd name="connsiteX5" fmla="*/ 0 w 2089280"/>
              <a:gd name="connsiteY5" fmla="*/ 1470201 h 1598104"/>
              <a:gd name="connsiteX0" fmla="*/ 0 w 2116495"/>
              <a:gd name="connsiteY0" fmla="*/ 1413051 h 1598104"/>
              <a:gd name="connsiteX1" fmla="*/ 1161651 w 2116495"/>
              <a:gd name="connsiteY1" fmla="*/ 0 h 1598104"/>
              <a:gd name="connsiteX2" fmla="*/ 2116495 w 2116495"/>
              <a:gd name="connsiteY2" fmla="*/ 0 h 1598104"/>
              <a:gd name="connsiteX3" fmla="*/ 911301 w 2116495"/>
              <a:gd name="connsiteY3" fmla="*/ 1598104 h 1598104"/>
              <a:gd name="connsiteX4" fmla="*/ 153059 w 2116495"/>
              <a:gd name="connsiteY4" fmla="*/ 1593944 h 1598104"/>
              <a:gd name="connsiteX5" fmla="*/ 0 w 2116495"/>
              <a:gd name="connsiteY5" fmla="*/ 1413051 h 1598104"/>
              <a:gd name="connsiteX0" fmla="*/ 0 w 2116495"/>
              <a:gd name="connsiteY0" fmla="*/ 1413051 h 1598104"/>
              <a:gd name="connsiteX1" fmla="*/ 1161651 w 2116495"/>
              <a:gd name="connsiteY1" fmla="*/ 0 h 1598104"/>
              <a:gd name="connsiteX2" fmla="*/ 2116495 w 2116495"/>
              <a:gd name="connsiteY2" fmla="*/ 0 h 1598104"/>
              <a:gd name="connsiteX3" fmla="*/ 911301 w 2116495"/>
              <a:gd name="connsiteY3" fmla="*/ 1598104 h 1598104"/>
              <a:gd name="connsiteX4" fmla="*/ 153059 w 2116495"/>
              <a:gd name="connsiteY4" fmla="*/ 1593944 h 1598104"/>
              <a:gd name="connsiteX5" fmla="*/ 0 w 2116495"/>
              <a:gd name="connsiteY5" fmla="*/ 1413051 h 1598104"/>
              <a:gd name="connsiteX0" fmla="*/ 0 w 2116495"/>
              <a:gd name="connsiteY0" fmla="*/ 1413051 h 1598104"/>
              <a:gd name="connsiteX1" fmla="*/ 1161651 w 2116495"/>
              <a:gd name="connsiteY1" fmla="*/ 0 h 1598104"/>
              <a:gd name="connsiteX2" fmla="*/ 2116495 w 2116495"/>
              <a:gd name="connsiteY2" fmla="*/ 0 h 1598104"/>
              <a:gd name="connsiteX3" fmla="*/ 911301 w 2116495"/>
              <a:gd name="connsiteY3" fmla="*/ 1598104 h 1598104"/>
              <a:gd name="connsiteX4" fmla="*/ 153059 w 2116495"/>
              <a:gd name="connsiteY4" fmla="*/ 1593944 h 1598104"/>
              <a:gd name="connsiteX5" fmla="*/ 0 w 2116495"/>
              <a:gd name="connsiteY5" fmla="*/ 1413051 h 1598104"/>
              <a:gd name="connsiteX0" fmla="*/ 0 w 2127381"/>
              <a:gd name="connsiteY0" fmla="*/ 1323246 h 1598104"/>
              <a:gd name="connsiteX1" fmla="*/ 1172537 w 2127381"/>
              <a:gd name="connsiteY1" fmla="*/ 0 h 1598104"/>
              <a:gd name="connsiteX2" fmla="*/ 2127381 w 2127381"/>
              <a:gd name="connsiteY2" fmla="*/ 0 h 1598104"/>
              <a:gd name="connsiteX3" fmla="*/ 922187 w 2127381"/>
              <a:gd name="connsiteY3" fmla="*/ 1598104 h 1598104"/>
              <a:gd name="connsiteX4" fmla="*/ 163945 w 2127381"/>
              <a:gd name="connsiteY4" fmla="*/ 1593944 h 1598104"/>
              <a:gd name="connsiteX5" fmla="*/ 0 w 2127381"/>
              <a:gd name="connsiteY5" fmla="*/ 1323246 h 1598104"/>
              <a:gd name="connsiteX0" fmla="*/ 993 w 2128374"/>
              <a:gd name="connsiteY0" fmla="*/ 1323246 h 1598104"/>
              <a:gd name="connsiteX1" fmla="*/ 1173530 w 2128374"/>
              <a:gd name="connsiteY1" fmla="*/ 0 h 1598104"/>
              <a:gd name="connsiteX2" fmla="*/ 2128374 w 2128374"/>
              <a:gd name="connsiteY2" fmla="*/ 0 h 1598104"/>
              <a:gd name="connsiteX3" fmla="*/ 923180 w 2128374"/>
              <a:gd name="connsiteY3" fmla="*/ 1598104 h 1598104"/>
              <a:gd name="connsiteX4" fmla="*/ 164938 w 2128374"/>
              <a:gd name="connsiteY4" fmla="*/ 1593944 h 1598104"/>
              <a:gd name="connsiteX5" fmla="*/ 993 w 2128374"/>
              <a:gd name="connsiteY5" fmla="*/ 1323246 h 1598104"/>
              <a:gd name="connsiteX0" fmla="*/ 993 w 2128374"/>
              <a:gd name="connsiteY0" fmla="*/ 1323246 h 1598104"/>
              <a:gd name="connsiteX1" fmla="*/ 1173530 w 2128374"/>
              <a:gd name="connsiteY1" fmla="*/ 0 h 1598104"/>
              <a:gd name="connsiteX2" fmla="*/ 2128374 w 2128374"/>
              <a:gd name="connsiteY2" fmla="*/ 0 h 1598104"/>
              <a:gd name="connsiteX3" fmla="*/ 923180 w 2128374"/>
              <a:gd name="connsiteY3" fmla="*/ 1598104 h 1598104"/>
              <a:gd name="connsiteX4" fmla="*/ 164938 w 2128374"/>
              <a:gd name="connsiteY4" fmla="*/ 1593944 h 1598104"/>
              <a:gd name="connsiteX5" fmla="*/ 993 w 2128374"/>
              <a:gd name="connsiteY5" fmla="*/ 1323246 h 1598104"/>
              <a:gd name="connsiteX0" fmla="*/ 0 w 2127381"/>
              <a:gd name="connsiteY0" fmla="*/ 1323246 h 1598104"/>
              <a:gd name="connsiteX1" fmla="*/ 1172537 w 2127381"/>
              <a:gd name="connsiteY1" fmla="*/ 0 h 1598104"/>
              <a:gd name="connsiteX2" fmla="*/ 2127381 w 2127381"/>
              <a:gd name="connsiteY2" fmla="*/ 0 h 1598104"/>
              <a:gd name="connsiteX3" fmla="*/ 922187 w 2127381"/>
              <a:gd name="connsiteY3" fmla="*/ 1598104 h 1598104"/>
              <a:gd name="connsiteX4" fmla="*/ 163945 w 2127381"/>
              <a:gd name="connsiteY4" fmla="*/ 1593944 h 1598104"/>
              <a:gd name="connsiteX5" fmla="*/ 0 w 2127381"/>
              <a:gd name="connsiteY5" fmla="*/ 1323246 h 1598104"/>
              <a:gd name="connsiteX0" fmla="*/ 0 w 2127381"/>
              <a:gd name="connsiteY0" fmla="*/ 1323246 h 1598104"/>
              <a:gd name="connsiteX1" fmla="*/ 1172537 w 2127381"/>
              <a:gd name="connsiteY1" fmla="*/ 0 h 1598104"/>
              <a:gd name="connsiteX2" fmla="*/ 2127381 w 2127381"/>
              <a:gd name="connsiteY2" fmla="*/ 0 h 1598104"/>
              <a:gd name="connsiteX3" fmla="*/ 922187 w 2127381"/>
              <a:gd name="connsiteY3" fmla="*/ 1598104 h 1598104"/>
              <a:gd name="connsiteX4" fmla="*/ 163945 w 2127381"/>
              <a:gd name="connsiteY4" fmla="*/ 1593944 h 1598104"/>
              <a:gd name="connsiteX5" fmla="*/ 0 w 2127381"/>
              <a:gd name="connsiteY5" fmla="*/ 1323246 h 1598104"/>
              <a:gd name="connsiteX0" fmla="*/ 0 w 2140988"/>
              <a:gd name="connsiteY0" fmla="*/ 1325969 h 1598104"/>
              <a:gd name="connsiteX1" fmla="*/ 1186144 w 2140988"/>
              <a:gd name="connsiteY1" fmla="*/ 0 h 1598104"/>
              <a:gd name="connsiteX2" fmla="*/ 2140988 w 2140988"/>
              <a:gd name="connsiteY2" fmla="*/ 0 h 1598104"/>
              <a:gd name="connsiteX3" fmla="*/ 935794 w 2140988"/>
              <a:gd name="connsiteY3" fmla="*/ 1598104 h 1598104"/>
              <a:gd name="connsiteX4" fmla="*/ 177552 w 2140988"/>
              <a:gd name="connsiteY4" fmla="*/ 1593944 h 1598104"/>
              <a:gd name="connsiteX5" fmla="*/ 0 w 2140988"/>
              <a:gd name="connsiteY5" fmla="*/ 1325969 h 1598104"/>
              <a:gd name="connsiteX0" fmla="*/ 0 w 2140988"/>
              <a:gd name="connsiteY0" fmla="*/ 1325969 h 1598104"/>
              <a:gd name="connsiteX1" fmla="*/ 1186144 w 2140988"/>
              <a:gd name="connsiteY1" fmla="*/ 0 h 1598104"/>
              <a:gd name="connsiteX2" fmla="*/ 2140988 w 2140988"/>
              <a:gd name="connsiteY2" fmla="*/ 0 h 1598104"/>
              <a:gd name="connsiteX3" fmla="*/ 935794 w 2140988"/>
              <a:gd name="connsiteY3" fmla="*/ 1598104 h 1598104"/>
              <a:gd name="connsiteX4" fmla="*/ 177552 w 2140988"/>
              <a:gd name="connsiteY4" fmla="*/ 1593944 h 1598104"/>
              <a:gd name="connsiteX5" fmla="*/ 0 w 2140988"/>
              <a:gd name="connsiteY5" fmla="*/ 1325969 h 1598104"/>
              <a:gd name="connsiteX0" fmla="*/ 0 w 2140988"/>
              <a:gd name="connsiteY0" fmla="*/ 1325969 h 1598104"/>
              <a:gd name="connsiteX1" fmla="*/ 1186144 w 2140988"/>
              <a:gd name="connsiteY1" fmla="*/ 0 h 1598104"/>
              <a:gd name="connsiteX2" fmla="*/ 2140988 w 2140988"/>
              <a:gd name="connsiteY2" fmla="*/ 0 h 1598104"/>
              <a:gd name="connsiteX3" fmla="*/ 935794 w 2140988"/>
              <a:gd name="connsiteY3" fmla="*/ 1598104 h 1598104"/>
              <a:gd name="connsiteX4" fmla="*/ 177552 w 2140988"/>
              <a:gd name="connsiteY4" fmla="*/ 1593944 h 1598104"/>
              <a:gd name="connsiteX5" fmla="*/ 0 w 2140988"/>
              <a:gd name="connsiteY5" fmla="*/ 1325969 h 1598104"/>
              <a:gd name="connsiteX0" fmla="*/ 0 w 2140988"/>
              <a:gd name="connsiteY0" fmla="*/ 1325969 h 1598104"/>
              <a:gd name="connsiteX1" fmla="*/ 1186144 w 2140988"/>
              <a:gd name="connsiteY1" fmla="*/ 0 h 1598104"/>
              <a:gd name="connsiteX2" fmla="*/ 2140988 w 2140988"/>
              <a:gd name="connsiteY2" fmla="*/ 0 h 1598104"/>
              <a:gd name="connsiteX3" fmla="*/ 935794 w 2140988"/>
              <a:gd name="connsiteY3" fmla="*/ 1598104 h 1598104"/>
              <a:gd name="connsiteX4" fmla="*/ 177552 w 2140988"/>
              <a:gd name="connsiteY4" fmla="*/ 1593944 h 1598104"/>
              <a:gd name="connsiteX5" fmla="*/ 0 w 2140988"/>
              <a:gd name="connsiteY5" fmla="*/ 1325969 h 1598104"/>
              <a:gd name="connsiteX0" fmla="*/ 0 w 2140988"/>
              <a:gd name="connsiteY0" fmla="*/ 1325969 h 1598104"/>
              <a:gd name="connsiteX1" fmla="*/ 1186144 w 2140988"/>
              <a:gd name="connsiteY1" fmla="*/ 0 h 1598104"/>
              <a:gd name="connsiteX2" fmla="*/ 2140988 w 2140988"/>
              <a:gd name="connsiteY2" fmla="*/ 0 h 1598104"/>
              <a:gd name="connsiteX3" fmla="*/ 935794 w 2140988"/>
              <a:gd name="connsiteY3" fmla="*/ 1598104 h 1598104"/>
              <a:gd name="connsiteX4" fmla="*/ 177552 w 2140988"/>
              <a:gd name="connsiteY4" fmla="*/ 1593944 h 1598104"/>
              <a:gd name="connsiteX5" fmla="*/ 0 w 2140988"/>
              <a:gd name="connsiteY5" fmla="*/ 1325969 h 1598104"/>
              <a:gd name="connsiteX0" fmla="*/ 0 w 2140988"/>
              <a:gd name="connsiteY0" fmla="*/ 1325969 h 1598104"/>
              <a:gd name="connsiteX1" fmla="*/ 1186144 w 2140988"/>
              <a:gd name="connsiteY1" fmla="*/ 0 h 1598104"/>
              <a:gd name="connsiteX2" fmla="*/ 2140988 w 2140988"/>
              <a:gd name="connsiteY2" fmla="*/ 0 h 1598104"/>
              <a:gd name="connsiteX3" fmla="*/ 935794 w 2140988"/>
              <a:gd name="connsiteY3" fmla="*/ 1598104 h 1598104"/>
              <a:gd name="connsiteX4" fmla="*/ 177552 w 2140988"/>
              <a:gd name="connsiteY4" fmla="*/ 1593944 h 1598104"/>
              <a:gd name="connsiteX5" fmla="*/ 0 w 2140988"/>
              <a:gd name="connsiteY5" fmla="*/ 1325969 h 1598104"/>
              <a:gd name="connsiteX0" fmla="*/ 0 w 2113774"/>
              <a:gd name="connsiteY0" fmla="*/ 1502861 h 1718854"/>
              <a:gd name="connsiteX1" fmla="*/ 1158930 w 2113774"/>
              <a:gd name="connsiteY1" fmla="*/ 0 h 1718854"/>
              <a:gd name="connsiteX2" fmla="*/ 2113774 w 2113774"/>
              <a:gd name="connsiteY2" fmla="*/ 0 h 1718854"/>
              <a:gd name="connsiteX3" fmla="*/ 908580 w 2113774"/>
              <a:gd name="connsiteY3" fmla="*/ 1598104 h 1718854"/>
              <a:gd name="connsiteX4" fmla="*/ 150338 w 2113774"/>
              <a:gd name="connsiteY4" fmla="*/ 1593944 h 1718854"/>
              <a:gd name="connsiteX5" fmla="*/ 0 w 2113774"/>
              <a:gd name="connsiteY5" fmla="*/ 1502861 h 1718854"/>
              <a:gd name="connsiteX0" fmla="*/ 0 w 2113774"/>
              <a:gd name="connsiteY0" fmla="*/ 1502861 h 1718854"/>
              <a:gd name="connsiteX1" fmla="*/ 1158930 w 2113774"/>
              <a:gd name="connsiteY1" fmla="*/ 0 h 1718854"/>
              <a:gd name="connsiteX2" fmla="*/ 2113774 w 2113774"/>
              <a:gd name="connsiteY2" fmla="*/ 0 h 1718854"/>
              <a:gd name="connsiteX3" fmla="*/ 908580 w 2113774"/>
              <a:gd name="connsiteY3" fmla="*/ 1598104 h 1718854"/>
              <a:gd name="connsiteX4" fmla="*/ 150338 w 2113774"/>
              <a:gd name="connsiteY4" fmla="*/ 1593944 h 1718854"/>
              <a:gd name="connsiteX5" fmla="*/ 0 w 2113774"/>
              <a:gd name="connsiteY5" fmla="*/ 1502861 h 1718854"/>
              <a:gd name="connsiteX0" fmla="*/ 0 w 2113774"/>
              <a:gd name="connsiteY0" fmla="*/ 1502861 h 1598104"/>
              <a:gd name="connsiteX1" fmla="*/ 1158930 w 2113774"/>
              <a:gd name="connsiteY1" fmla="*/ 0 h 1598104"/>
              <a:gd name="connsiteX2" fmla="*/ 2113774 w 2113774"/>
              <a:gd name="connsiteY2" fmla="*/ 0 h 1598104"/>
              <a:gd name="connsiteX3" fmla="*/ 908580 w 2113774"/>
              <a:gd name="connsiteY3" fmla="*/ 1598104 h 1598104"/>
              <a:gd name="connsiteX4" fmla="*/ 150338 w 2113774"/>
              <a:gd name="connsiteY4" fmla="*/ 1593944 h 1598104"/>
              <a:gd name="connsiteX5" fmla="*/ 0 w 2113774"/>
              <a:gd name="connsiteY5" fmla="*/ 1502861 h 1598104"/>
              <a:gd name="connsiteX0" fmla="*/ 0 w 2113774"/>
              <a:gd name="connsiteY0" fmla="*/ 1502861 h 1598104"/>
              <a:gd name="connsiteX1" fmla="*/ 1158930 w 2113774"/>
              <a:gd name="connsiteY1" fmla="*/ 0 h 1598104"/>
              <a:gd name="connsiteX2" fmla="*/ 2113774 w 2113774"/>
              <a:gd name="connsiteY2" fmla="*/ 0 h 1598104"/>
              <a:gd name="connsiteX3" fmla="*/ 908580 w 2113774"/>
              <a:gd name="connsiteY3" fmla="*/ 1598104 h 1598104"/>
              <a:gd name="connsiteX4" fmla="*/ 150338 w 2113774"/>
              <a:gd name="connsiteY4" fmla="*/ 1593944 h 1598104"/>
              <a:gd name="connsiteX5" fmla="*/ 0 w 2113774"/>
              <a:gd name="connsiteY5" fmla="*/ 1502861 h 1598104"/>
              <a:gd name="connsiteX0" fmla="*/ 1 w 2113775"/>
              <a:gd name="connsiteY0" fmla="*/ 1502861 h 1598104"/>
              <a:gd name="connsiteX1" fmla="*/ 1158931 w 2113775"/>
              <a:gd name="connsiteY1" fmla="*/ 0 h 1598104"/>
              <a:gd name="connsiteX2" fmla="*/ 2113775 w 2113775"/>
              <a:gd name="connsiteY2" fmla="*/ 0 h 1598104"/>
              <a:gd name="connsiteX3" fmla="*/ 908581 w 2113775"/>
              <a:gd name="connsiteY3" fmla="*/ 1598104 h 1598104"/>
              <a:gd name="connsiteX4" fmla="*/ 150339 w 2113775"/>
              <a:gd name="connsiteY4" fmla="*/ 1593944 h 1598104"/>
              <a:gd name="connsiteX5" fmla="*/ 1 w 2113775"/>
              <a:gd name="connsiteY5" fmla="*/ 1502861 h 1598104"/>
              <a:gd name="connsiteX0" fmla="*/ 1 w 2113775"/>
              <a:gd name="connsiteY0" fmla="*/ 1502861 h 1598104"/>
              <a:gd name="connsiteX1" fmla="*/ 1158931 w 2113775"/>
              <a:gd name="connsiteY1" fmla="*/ 0 h 1598104"/>
              <a:gd name="connsiteX2" fmla="*/ 2113775 w 2113775"/>
              <a:gd name="connsiteY2" fmla="*/ 0 h 1598104"/>
              <a:gd name="connsiteX3" fmla="*/ 908581 w 2113775"/>
              <a:gd name="connsiteY3" fmla="*/ 1598104 h 1598104"/>
              <a:gd name="connsiteX4" fmla="*/ 150339 w 2113775"/>
              <a:gd name="connsiteY4" fmla="*/ 1593944 h 1598104"/>
              <a:gd name="connsiteX5" fmla="*/ 1 w 2113775"/>
              <a:gd name="connsiteY5" fmla="*/ 1502861 h 1598104"/>
              <a:gd name="connsiteX0" fmla="*/ 1 w 2113775"/>
              <a:gd name="connsiteY0" fmla="*/ 1502861 h 1598104"/>
              <a:gd name="connsiteX1" fmla="*/ 1158931 w 2113775"/>
              <a:gd name="connsiteY1" fmla="*/ 0 h 1598104"/>
              <a:gd name="connsiteX2" fmla="*/ 2113775 w 2113775"/>
              <a:gd name="connsiteY2" fmla="*/ 0 h 1598104"/>
              <a:gd name="connsiteX3" fmla="*/ 908581 w 2113775"/>
              <a:gd name="connsiteY3" fmla="*/ 1598104 h 1598104"/>
              <a:gd name="connsiteX4" fmla="*/ 150339 w 2113775"/>
              <a:gd name="connsiteY4" fmla="*/ 1593944 h 1598104"/>
              <a:gd name="connsiteX5" fmla="*/ 1 w 2113775"/>
              <a:gd name="connsiteY5" fmla="*/ 1502861 h 1598104"/>
              <a:gd name="connsiteX0" fmla="*/ 1 w 2113775"/>
              <a:gd name="connsiteY0" fmla="*/ 1502861 h 1598104"/>
              <a:gd name="connsiteX1" fmla="*/ 1158931 w 2113775"/>
              <a:gd name="connsiteY1" fmla="*/ 0 h 1598104"/>
              <a:gd name="connsiteX2" fmla="*/ 2113775 w 2113775"/>
              <a:gd name="connsiteY2" fmla="*/ 0 h 1598104"/>
              <a:gd name="connsiteX3" fmla="*/ 908581 w 2113775"/>
              <a:gd name="connsiteY3" fmla="*/ 1598104 h 1598104"/>
              <a:gd name="connsiteX4" fmla="*/ 150339 w 2113775"/>
              <a:gd name="connsiteY4" fmla="*/ 1593944 h 1598104"/>
              <a:gd name="connsiteX5" fmla="*/ 1 w 2113775"/>
              <a:gd name="connsiteY5" fmla="*/ 1502861 h 1598104"/>
              <a:gd name="connsiteX0" fmla="*/ 1 w 2129230"/>
              <a:gd name="connsiteY0" fmla="*/ 1459075 h 1598104"/>
              <a:gd name="connsiteX1" fmla="*/ 1174386 w 2129230"/>
              <a:gd name="connsiteY1" fmla="*/ 0 h 1598104"/>
              <a:gd name="connsiteX2" fmla="*/ 2129230 w 2129230"/>
              <a:gd name="connsiteY2" fmla="*/ 0 h 1598104"/>
              <a:gd name="connsiteX3" fmla="*/ 924036 w 2129230"/>
              <a:gd name="connsiteY3" fmla="*/ 1598104 h 1598104"/>
              <a:gd name="connsiteX4" fmla="*/ 165794 w 2129230"/>
              <a:gd name="connsiteY4" fmla="*/ 1593944 h 1598104"/>
              <a:gd name="connsiteX5" fmla="*/ 1 w 2129230"/>
              <a:gd name="connsiteY5" fmla="*/ 1459075 h 1598104"/>
              <a:gd name="connsiteX0" fmla="*/ 2 w 2124080"/>
              <a:gd name="connsiteY0" fmla="*/ 1448772 h 1598104"/>
              <a:gd name="connsiteX1" fmla="*/ 1169236 w 2124080"/>
              <a:gd name="connsiteY1" fmla="*/ 0 h 1598104"/>
              <a:gd name="connsiteX2" fmla="*/ 2124080 w 2124080"/>
              <a:gd name="connsiteY2" fmla="*/ 0 h 1598104"/>
              <a:gd name="connsiteX3" fmla="*/ 918886 w 2124080"/>
              <a:gd name="connsiteY3" fmla="*/ 1598104 h 1598104"/>
              <a:gd name="connsiteX4" fmla="*/ 160644 w 2124080"/>
              <a:gd name="connsiteY4" fmla="*/ 1593944 h 1598104"/>
              <a:gd name="connsiteX5" fmla="*/ 2 w 2124080"/>
              <a:gd name="connsiteY5" fmla="*/ 1448772 h 1598104"/>
              <a:gd name="connsiteX0" fmla="*/ 2 w 2124080"/>
              <a:gd name="connsiteY0" fmla="*/ 1448772 h 1598104"/>
              <a:gd name="connsiteX1" fmla="*/ 1169236 w 2124080"/>
              <a:gd name="connsiteY1" fmla="*/ 0 h 1598104"/>
              <a:gd name="connsiteX2" fmla="*/ 2124080 w 2124080"/>
              <a:gd name="connsiteY2" fmla="*/ 0 h 1598104"/>
              <a:gd name="connsiteX3" fmla="*/ 918886 w 2124080"/>
              <a:gd name="connsiteY3" fmla="*/ 1598104 h 1598104"/>
              <a:gd name="connsiteX4" fmla="*/ 160644 w 2124080"/>
              <a:gd name="connsiteY4" fmla="*/ 1593944 h 1598104"/>
              <a:gd name="connsiteX5" fmla="*/ 2 w 2124080"/>
              <a:gd name="connsiteY5" fmla="*/ 1448772 h 1598104"/>
              <a:gd name="connsiteX0" fmla="*/ 0 w 2124078"/>
              <a:gd name="connsiteY0" fmla="*/ 1448772 h 1598104"/>
              <a:gd name="connsiteX1" fmla="*/ 1169234 w 2124078"/>
              <a:gd name="connsiteY1" fmla="*/ 0 h 1598104"/>
              <a:gd name="connsiteX2" fmla="*/ 2124078 w 2124078"/>
              <a:gd name="connsiteY2" fmla="*/ 0 h 1598104"/>
              <a:gd name="connsiteX3" fmla="*/ 918884 w 2124078"/>
              <a:gd name="connsiteY3" fmla="*/ 1598104 h 1598104"/>
              <a:gd name="connsiteX4" fmla="*/ 160642 w 2124078"/>
              <a:gd name="connsiteY4" fmla="*/ 1593944 h 1598104"/>
              <a:gd name="connsiteX5" fmla="*/ 0 w 2124078"/>
              <a:gd name="connsiteY5" fmla="*/ 1448772 h 1598104"/>
              <a:gd name="connsiteX0" fmla="*/ 0 w 2124078"/>
              <a:gd name="connsiteY0" fmla="*/ 1448772 h 1598104"/>
              <a:gd name="connsiteX1" fmla="*/ 1169234 w 2124078"/>
              <a:gd name="connsiteY1" fmla="*/ 0 h 1598104"/>
              <a:gd name="connsiteX2" fmla="*/ 2124078 w 2124078"/>
              <a:gd name="connsiteY2" fmla="*/ 0 h 1598104"/>
              <a:gd name="connsiteX3" fmla="*/ 918884 w 2124078"/>
              <a:gd name="connsiteY3" fmla="*/ 1598104 h 1598104"/>
              <a:gd name="connsiteX4" fmla="*/ 160642 w 2124078"/>
              <a:gd name="connsiteY4" fmla="*/ 1593944 h 1598104"/>
              <a:gd name="connsiteX5" fmla="*/ 0 w 2124078"/>
              <a:gd name="connsiteY5" fmla="*/ 1448772 h 1598104"/>
              <a:gd name="connsiteX0" fmla="*/ 31 w 2124109"/>
              <a:gd name="connsiteY0" fmla="*/ 1448772 h 1598104"/>
              <a:gd name="connsiteX1" fmla="*/ 1169265 w 2124109"/>
              <a:gd name="connsiteY1" fmla="*/ 0 h 1598104"/>
              <a:gd name="connsiteX2" fmla="*/ 2124109 w 2124109"/>
              <a:gd name="connsiteY2" fmla="*/ 0 h 1598104"/>
              <a:gd name="connsiteX3" fmla="*/ 918915 w 2124109"/>
              <a:gd name="connsiteY3" fmla="*/ 1598104 h 1598104"/>
              <a:gd name="connsiteX4" fmla="*/ 160673 w 2124109"/>
              <a:gd name="connsiteY4" fmla="*/ 1593944 h 1598104"/>
              <a:gd name="connsiteX5" fmla="*/ 31 w 2124109"/>
              <a:gd name="connsiteY5" fmla="*/ 1448772 h 1598104"/>
              <a:gd name="connsiteX0" fmla="*/ 31 w 2124109"/>
              <a:gd name="connsiteY0" fmla="*/ 1448772 h 1598104"/>
              <a:gd name="connsiteX1" fmla="*/ 1169265 w 2124109"/>
              <a:gd name="connsiteY1" fmla="*/ 0 h 1598104"/>
              <a:gd name="connsiteX2" fmla="*/ 2124109 w 2124109"/>
              <a:gd name="connsiteY2" fmla="*/ 0 h 1598104"/>
              <a:gd name="connsiteX3" fmla="*/ 918915 w 2124109"/>
              <a:gd name="connsiteY3" fmla="*/ 1598104 h 1598104"/>
              <a:gd name="connsiteX4" fmla="*/ 160673 w 2124109"/>
              <a:gd name="connsiteY4" fmla="*/ 1593944 h 1598104"/>
              <a:gd name="connsiteX5" fmla="*/ 31 w 2124109"/>
              <a:gd name="connsiteY5" fmla="*/ 1448772 h 1598104"/>
              <a:gd name="connsiteX0" fmla="*/ 177 w 2124255"/>
              <a:gd name="connsiteY0" fmla="*/ 1448772 h 1598104"/>
              <a:gd name="connsiteX1" fmla="*/ 1169411 w 2124255"/>
              <a:gd name="connsiteY1" fmla="*/ 0 h 1598104"/>
              <a:gd name="connsiteX2" fmla="*/ 2124255 w 2124255"/>
              <a:gd name="connsiteY2" fmla="*/ 0 h 1598104"/>
              <a:gd name="connsiteX3" fmla="*/ 919061 w 2124255"/>
              <a:gd name="connsiteY3" fmla="*/ 1598104 h 1598104"/>
              <a:gd name="connsiteX4" fmla="*/ 160819 w 2124255"/>
              <a:gd name="connsiteY4" fmla="*/ 1593944 h 1598104"/>
              <a:gd name="connsiteX5" fmla="*/ 177 w 2124255"/>
              <a:gd name="connsiteY5" fmla="*/ 1448772 h 1598104"/>
              <a:gd name="connsiteX0" fmla="*/ 177 w 2124255"/>
              <a:gd name="connsiteY0" fmla="*/ 1448772 h 1598104"/>
              <a:gd name="connsiteX1" fmla="*/ 1169411 w 2124255"/>
              <a:gd name="connsiteY1" fmla="*/ 0 h 1598104"/>
              <a:gd name="connsiteX2" fmla="*/ 2124255 w 2124255"/>
              <a:gd name="connsiteY2" fmla="*/ 0 h 1598104"/>
              <a:gd name="connsiteX3" fmla="*/ 919061 w 2124255"/>
              <a:gd name="connsiteY3" fmla="*/ 1598104 h 1598104"/>
              <a:gd name="connsiteX4" fmla="*/ 160819 w 2124255"/>
              <a:gd name="connsiteY4" fmla="*/ 1593944 h 1598104"/>
              <a:gd name="connsiteX5" fmla="*/ 177 w 2124255"/>
              <a:gd name="connsiteY5" fmla="*/ 1448772 h 1598104"/>
              <a:gd name="connsiteX0" fmla="*/ 176 w 2126830"/>
              <a:gd name="connsiteY0" fmla="*/ 1428168 h 1598104"/>
              <a:gd name="connsiteX1" fmla="*/ 1171986 w 2126830"/>
              <a:gd name="connsiteY1" fmla="*/ 0 h 1598104"/>
              <a:gd name="connsiteX2" fmla="*/ 2126830 w 2126830"/>
              <a:gd name="connsiteY2" fmla="*/ 0 h 1598104"/>
              <a:gd name="connsiteX3" fmla="*/ 921636 w 2126830"/>
              <a:gd name="connsiteY3" fmla="*/ 1598104 h 1598104"/>
              <a:gd name="connsiteX4" fmla="*/ 163394 w 2126830"/>
              <a:gd name="connsiteY4" fmla="*/ 1593944 h 1598104"/>
              <a:gd name="connsiteX5" fmla="*/ 176 w 2126830"/>
              <a:gd name="connsiteY5" fmla="*/ 1428168 h 1598104"/>
              <a:gd name="connsiteX0" fmla="*/ 174 w 2136696"/>
              <a:gd name="connsiteY0" fmla="*/ 1421590 h 1598104"/>
              <a:gd name="connsiteX1" fmla="*/ 1181852 w 2136696"/>
              <a:gd name="connsiteY1" fmla="*/ 0 h 1598104"/>
              <a:gd name="connsiteX2" fmla="*/ 2136696 w 2136696"/>
              <a:gd name="connsiteY2" fmla="*/ 0 h 1598104"/>
              <a:gd name="connsiteX3" fmla="*/ 931502 w 2136696"/>
              <a:gd name="connsiteY3" fmla="*/ 1598104 h 1598104"/>
              <a:gd name="connsiteX4" fmla="*/ 173260 w 2136696"/>
              <a:gd name="connsiteY4" fmla="*/ 1593944 h 1598104"/>
              <a:gd name="connsiteX5" fmla="*/ 174 w 2136696"/>
              <a:gd name="connsiteY5" fmla="*/ 1421590 h 1598104"/>
              <a:gd name="connsiteX0" fmla="*/ 174 w 2136696"/>
              <a:gd name="connsiteY0" fmla="*/ 1421590 h 1598104"/>
              <a:gd name="connsiteX1" fmla="*/ 1181852 w 2136696"/>
              <a:gd name="connsiteY1" fmla="*/ 0 h 1598104"/>
              <a:gd name="connsiteX2" fmla="*/ 2136696 w 2136696"/>
              <a:gd name="connsiteY2" fmla="*/ 0 h 1598104"/>
              <a:gd name="connsiteX3" fmla="*/ 931502 w 2136696"/>
              <a:gd name="connsiteY3" fmla="*/ 1598104 h 1598104"/>
              <a:gd name="connsiteX4" fmla="*/ 173260 w 2136696"/>
              <a:gd name="connsiteY4" fmla="*/ 1593944 h 1598104"/>
              <a:gd name="connsiteX5" fmla="*/ 174 w 2136696"/>
              <a:gd name="connsiteY5" fmla="*/ 1421590 h 1598104"/>
              <a:gd name="connsiteX0" fmla="*/ 174 w 2136696"/>
              <a:gd name="connsiteY0" fmla="*/ 1421590 h 1598104"/>
              <a:gd name="connsiteX1" fmla="*/ 1181852 w 2136696"/>
              <a:gd name="connsiteY1" fmla="*/ 0 h 1598104"/>
              <a:gd name="connsiteX2" fmla="*/ 2136696 w 2136696"/>
              <a:gd name="connsiteY2" fmla="*/ 0 h 1598104"/>
              <a:gd name="connsiteX3" fmla="*/ 931502 w 2136696"/>
              <a:gd name="connsiteY3" fmla="*/ 1598104 h 1598104"/>
              <a:gd name="connsiteX4" fmla="*/ 173260 w 2136696"/>
              <a:gd name="connsiteY4" fmla="*/ 1593944 h 1598104"/>
              <a:gd name="connsiteX5" fmla="*/ 174 w 2136696"/>
              <a:gd name="connsiteY5" fmla="*/ 1421590 h 1598104"/>
              <a:gd name="connsiteX0" fmla="*/ 174 w 2136696"/>
              <a:gd name="connsiteY0" fmla="*/ 1421590 h 1598104"/>
              <a:gd name="connsiteX1" fmla="*/ 1181852 w 2136696"/>
              <a:gd name="connsiteY1" fmla="*/ 0 h 1598104"/>
              <a:gd name="connsiteX2" fmla="*/ 2136696 w 2136696"/>
              <a:gd name="connsiteY2" fmla="*/ 0 h 1598104"/>
              <a:gd name="connsiteX3" fmla="*/ 931502 w 2136696"/>
              <a:gd name="connsiteY3" fmla="*/ 1598104 h 1598104"/>
              <a:gd name="connsiteX4" fmla="*/ 173260 w 2136696"/>
              <a:gd name="connsiteY4" fmla="*/ 1593944 h 1598104"/>
              <a:gd name="connsiteX5" fmla="*/ 174 w 2136696"/>
              <a:gd name="connsiteY5" fmla="*/ 1421590 h 1598104"/>
              <a:gd name="connsiteX0" fmla="*/ 103 w 2136625"/>
              <a:gd name="connsiteY0" fmla="*/ 1421590 h 1598104"/>
              <a:gd name="connsiteX1" fmla="*/ 1181781 w 2136625"/>
              <a:gd name="connsiteY1" fmla="*/ 0 h 1598104"/>
              <a:gd name="connsiteX2" fmla="*/ 2136625 w 2136625"/>
              <a:gd name="connsiteY2" fmla="*/ 0 h 1598104"/>
              <a:gd name="connsiteX3" fmla="*/ 931431 w 2136625"/>
              <a:gd name="connsiteY3" fmla="*/ 1598104 h 1598104"/>
              <a:gd name="connsiteX4" fmla="*/ 173189 w 2136625"/>
              <a:gd name="connsiteY4" fmla="*/ 1593944 h 1598104"/>
              <a:gd name="connsiteX5" fmla="*/ 103 w 2136625"/>
              <a:gd name="connsiteY5" fmla="*/ 1421590 h 1598104"/>
              <a:gd name="connsiteX0" fmla="*/ 136 w 2136658"/>
              <a:gd name="connsiteY0" fmla="*/ 1421590 h 1598104"/>
              <a:gd name="connsiteX1" fmla="*/ 1181814 w 2136658"/>
              <a:gd name="connsiteY1" fmla="*/ 0 h 1598104"/>
              <a:gd name="connsiteX2" fmla="*/ 2136658 w 2136658"/>
              <a:gd name="connsiteY2" fmla="*/ 0 h 1598104"/>
              <a:gd name="connsiteX3" fmla="*/ 931464 w 2136658"/>
              <a:gd name="connsiteY3" fmla="*/ 1598104 h 1598104"/>
              <a:gd name="connsiteX4" fmla="*/ 173222 w 2136658"/>
              <a:gd name="connsiteY4" fmla="*/ 1593944 h 1598104"/>
              <a:gd name="connsiteX5" fmla="*/ 136 w 2136658"/>
              <a:gd name="connsiteY5" fmla="*/ 1421590 h 1598104"/>
              <a:gd name="connsiteX0" fmla="*/ 103 w 2136625"/>
              <a:gd name="connsiteY0" fmla="*/ 1421590 h 1598104"/>
              <a:gd name="connsiteX1" fmla="*/ 1181781 w 2136625"/>
              <a:gd name="connsiteY1" fmla="*/ 0 h 1598104"/>
              <a:gd name="connsiteX2" fmla="*/ 2136625 w 2136625"/>
              <a:gd name="connsiteY2" fmla="*/ 0 h 1598104"/>
              <a:gd name="connsiteX3" fmla="*/ 931431 w 2136625"/>
              <a:gd name="connsiteY3" fmla="*/ 1598104 h 1598104"/>
              <a:gd name="connsiteX4" fmla="*/ 173189 w 2136625"/>
              <a:gd name="connsiteY4" fmla="*/ 1593944 h 1598104"/>
              <a:gd name="connsiteX5" fmla="*/ 103 w 2136625"/>
              <a:gd name="connsiteY5" fmla="*/ 1421590 h 1598104"/>
              <a:gd name="connsiteX0" fmla="*/ 0 w 2136522"/>
              <a:gd name="connsiteY0" fmla="*/ 1421590 h 1598104"/>
              <a:gd name="connsiteX1" fmla="*/ 1181678 w 2136522"/>
              <a:gd name="connsiteY1" fmla="*/ 0 h 1598104"/>
              <a:gd name="connsiteX2" fmla="*/ 2136522 w 2136522"/>
              <a:gd name="connsiteY2" fmla="*/ 0 h 1598104"/>
              <a:gd name="connsiteX3" fmla="*/ 931328 w 2136522"/>
              <a:gd name="connsiteY3" fmla="*/ 1598104 h 1598104"/>
              <a:gd name="connsiteX4" fmla="*/ 173086 w 2136522"/>
              <a:gd name="connsiteY4" fmla="*/ 1593944 h 1598104"/>
              <a:gd name="connsiteX5" fmla="*/ 0 w 2136522"/>
              <a:gd name="connsiteY5" fmla="*/ 1421590 h 1598104"/>
              <a:gd name="connsiteX0" fmla="*/ 0 w 2136522"/>
              <a:gd name="connsiteY0" fmla="*/ 1421590 h 1598104"/>
              <a:gd name="connsiteX1" fmla="*/ 1181678 w 2136522"/>
              <a:gd name="connsiteY1" fmla="*/ 0 h 1598104"/>
              <a:gd name="connsiteX2" fmla="*/ 2136522 w 2136522"/>
              <a:gd name="connsiteY2" fmla="*/ 0 h 1598104"/>
              <a:gd name="connsiteX3" fmla="*/ 931328 w 2136522"/>
              <a:gd name="connsiteY3" fmla="*/ 1598104 h 1598104"/>
              <a:gd name="connsiteX4" fmla="*/ 173086 w 2136522"/>
              <a:gd name="connsiteY4" fmla="*/ 1593944 h 1598104"/>
              <a:gd name="connsiteX5" fmla="*/ 0 w 2136522"/>
              <a:gd name="connsiteY5" fmla="*/ 1421590 h 1598104"/>
              <a:gd name="connsiteX0" fmla="*/ 0 w 2136522"/>
              <a:gd name="connsiteY0" fmla="*/ 1421590 h 1605886"/>
              <a:gd name="connsiteX1" fmla="*/ 1181678 w 2136522"/>
              <a:gd name="connsiteY1" fmla="*/ 0 h 1605886"/>
              <a:gd name="connsiteX2" fmla="*/ 2136522 w 2136522"/>
              <a:gd name="connsiteY2" fmla="*/ 0 h 1605886"/>
              <a:gd name="connsiteX3" fmla="*/ 931328 w 2136522"/>
              <a:gd name="connsiteY3" fmla="*/ 1598104 h 1605886"/>
              <a:gd name="connsiteX4" fmla="*/ 173086 w 2136522"/>
              <a:gd name="connsiteY4" fmla="*/ 1593944 h 1605886"/>
              <a:gd name="connsiteX5" fmla="*/ 0 w 2136522"/>
              <a:gd name="connsiteY5" fmla="*/ 1421590 h 1605886"/>
              <a:gd name="connsiteX0" fmla="*/ 379 w 2136901"/>
              <a:gd name="connsiteY0" fmla="*/ 1421590 h 1598104"/>
              <a:gd name="connsiteX1" fmla="*/ 1182057 w 2136901"/>
              <a:gd name="connsiteY1" fmla="*/ 0 h 1598104"/>
              <a:gd name="connsiteX2" fmla="*/ 2136901 w 2136901"/>
              <a:gd name="connsiteY2" fmla="*/ 0 h 1598104"/>
              <a:gd name="connsiteX3" fmla="*/ 931707 w 2136901"/>
              <a:gd name="connsiteY3" fmla="*/ 1598104 h 1598104"/>
              <a:gd name="connsiteX4" fmla="*/ 173465 w 2136901"/>
              <a:gd name="connsiteY4" fmla="*/ 1593944 h 1598104"/>
              <a:gd name="connsiteX5" fmla="*/ 379 w 2136901"/>
              <a:gd name="connsiteY5" fmla="*/ 1421590 h 1598104"/>
              <a:gd name="connsiteX0" fmla="*/ 379 w 2136901"/>
              <a:gd name="connsiteY0" fmla="*/ 1421590 h 1598104"/>
              <a:gd name="connsiteX1" fmla="*/ 1182057 w 2136901"/>
              <a:gd name="connsiteY1" fmla="*/ 0 h 1598104"/>
              <a:gd name="connsiteX2" fmla="*/ 2136901 w 2136901"/>
              <a:gd name="connsiteY2" fmla="*/ 0 h 1598104"/>
              <a:gd name="connsiteX3" fmla="*/ 931707 w 2136901"/>
              <a:gd name="connsiteY3" fmla="*/ 1598104 h 1598104"/>
              <a:gd name="connsiteX4" fmla="*/ 173465 w 2136901"/>
              <a:gd name="connsiteY4" fmla="*/ 1593944 h 1598104"/>
              <a:gd name="connsiteX5" fmla="*/ 379 w 2136901"/>
              <a:gd name="connsiteY5" fmla="*/ 1421590 h 1598104"/>
              <a:gd name="connsiteX0" fmla="*/ 379 w 2136901"/>
              <a:gd name="connsiteY0" fmla="*/ 1421590 h 1598104"/>
              <a:gd name="connsiteX1" fmla="*/ 1182057 w 2136901"/>
              <a:gd name="connsiteY1" fmla="*/ 0 h 1598104"/>
              <a:gd name="connsiteX2" fmla="*/ 2136901 w 2136901"/>
              <a:gd name="connsiteY2" fmla="*/ 0 h 1598104"/>
              <a:gd name="connsiteX3" fmla="*/ 931707 w 2136901"/>
              <a:gd name="connsiteY3" fmla="*/ 1598104 h 1598104"/>
              <a:gd name="connsiteX4" fmla="*/ 173465 w 2136901"/>
              <a:gd name="connsiteY4" fmla="*/ 1593944 h 1598104"/>
              <a:gd name="connsiteX5" fmla="*/ 379 w 2136901"/>
              <a:gd name="connsiteY5" fmla="*/ 1421590 h 1598104"/>
              <a:gd name="connsiteX0" fmla="*/ 175 w 2136697"/>
              <a:gd name="connsiteY0" fmla="*/ 1421590 h 1598104"/>
              <a:gd name="connsiteX1" fmla="*/ 1181853 w 2136697"/>
              <a:gd name="connsiteY1" fmla="*/ 0 h 1598104"/>
              <a:gd name="connsiteX2" fmla="*/ 2136697 w 2136697"/>
              <a:gd name="connsiteY2" fmla="*/ 0 h 1598104"/>
              <a:gd name="connsiteX3" fmla="*/ 931503 w 2136697"/>
              <a:gd name="connsiteY3" fmla="*/ 1598104 h 1598104"/>
              <a:gd name="connsiteX4" fmla="*/ 173261 w 2136697"/>
              <a:gd name="connsiteY4" fmla="*/ 1593944 h 1598104"/>
              <a:gd name="connsiteX5" fmla="*/ 175 w 2136697"/>
              <a:gd name="connsiteY5" fmla="*/ 1421590 h 1598104"/>
              <a:gd name="connsiteX0" fmla="*/ 175 w 2136697"/>
              <a:gd name="connsiteY0" fmla="*/ 1421590 h 1598104"/>
              <a:gd name="connsiteX1" fmla="*/ 1181853 w 2136697"/>
              <a:gd name="connsiteY1" fmla="*/ 0 h 1598104"/>
              <a:gd name="connsiteX2" fmla="*/ 2136697 w 2136697"/>
              <a:gd name="connsiteY2" fmla="*/ 0 h 1598104"/>
              <a:gd name="connsiteX3" fmla="*/ 931503 w 2136697"/>
              <a:gd name="connsiteY3" fmla="*/ 1598104 h 1598104"/>
              <a:gd name="connsiteX4" fmla="*/ 173261 w 2136697"/>
              <a:gd name="connsiteY4" fmla="*/ 1593944 h 1598104"/>
              <a:gd name="connsiteX5" fmla="*/ 175 w 2136697"/>
              <a:gd name="connsiteY5" fmla="*/ 1421590 h 1598104"/>
              <a:gd name="connsiteX0" fmla="*/ 175 w 2136697"/>
              <a:gd name="connsiteY0" fmla="*/ 1421590 h 1598104"/>
              <a:gd name="connsiteX1" fmla="*/ 1181853 w 2136697"/>
              <a:gd name="connsiteY1" fmla="*/ 0 h 1598104"/>
              <a:gd name="connsiteX2" fmla="*/ 2136697 w 2136697"/>
              <a:gd name="connsiteY2" fmla="*/ 0 h 1598104"/>
              <a:gd name="connsiteX3" fmla="*/ 931503 w 2136697"/>
              <a:gd name="connsiteY3" fmla="*/ 1598104 h 1598104"/>
              <a:gd name="connsiteX4" fmla="*/ 173261 w 2136697"/>
              <a:gd name="connsiteY4" fmla="*/ 1593944 h 1598104"/>
              <a:gd name="connsiteX5" fmla="*/ 175 w 2136697"/>
              <a:gd name="connsiteY5" fmla="*/ 1421590 h 1598104"/>
              <a:gd name="connsiteX0" fmla="*/ 175 w 2136697"/>
              <a:gd name="connsiteY0" fmla="*/ 1421590 h 1624516"/>
              <a:gd name="connsiteX1" fmla="*/ 1181853 w 2136697"/>
              <a:gd name="connsiteY1" fmla="*/ 0 h 1624516"/>
              <a:gd name="connsiteX2" fmla="*/ 2136697 w 2136697"/>
              <a:gd name="connsiteY2" fmla="*/ 0 h 1624516"/>
              <a:gd name="connsiteX3" fmla="*/ 931503 w 2136697"/>
              <a:gd name="connsiteY3" fmla="*/ 1598104 h 1624516"/>
              <a:gd name="connsiteX4" fmla="*/ 173261 w 2136697"/>
              <a:gd name="connsiteY4" fmla="*/ 1593944 h 1624516"/>
              <a:gd name="connsiteX5" fmla="*/ 175 w 2136697"/>
              <a:gd name="connsiteY5" fmla="*/ 1421590 h 1624516"/>
              <a:gd name="connsiteX0" fmla="*/ 175 w 2136697"/>
              <a:gd name="connsiteY0" fmla="*/ 1421590 h 1615756"/>
              <a:gd name="connsiteX1" fmla="*/ 1181853 w 2136697"/>
              <a:gd name="connsiteY1" fmla="*/ 0 h 1615756"/>
              <a:gd name="connsiteX2" fmla="*/ 2136697 w 2136697"/>
              <a:gd name="connsiteY2" fmla="*/ 0 h 1615756"/>
              <a:gd name="connsiteX3" fmla="*/ 931503 w 2136697"/>
              <a:gd name="connsiteY3" fmla="*/ 1598104 h 1615756"/>
              <a:gd name="connsiteX4" fmla="*/ 173261 w 2136697"/>
              <a:gd name="connsiteY4" fmla="*/ 1593944 h 1615756"/>
              <a:gd name="connsiteX5" fmla="*/ 175 w 2136697"/>
              <a:gd name="connsiteY5" fmla="*/ 1421590 h 1615756"/>
              <a:gd name="connsiteX0" fmla="*/ 175 w 2136697"/>
              <a:gd name="connsiteY0" fmla="*/ 1421590 h 1604305"/>
              <a:gd name="connsiteX1" fmla="*/ 1181853 w 2136697"/>
              <a:gd name="connsiteY1" fmla="*/ 0 h 1604305"/>
              <a:gd name="connsiteX2" fmla="*/ 2136697 w 2136697"/>
              <a:gd name="connsiteY2" fmla="*/ 0 h 1604305"/>
              <a:gd name="connsiteX3" fmla="*/ 934795 w 2136697"/>
              <a:gd name="connsiteY3" fmla="*/ 1581660 h 1604305"/>
              <a:gd name="connsiteX4" fmla="*/ 173261 w 2136697"/>
              <a:gd name="connsiteY4" fmla="*/ 1593944 h 1604305"/>
              <a:gd name="connsiteX5" fmla="*/ 175 w 2136697"/>
              <a:gd name="connsiteY5" fmla="*/ 1421590 h 1604305"/>
              <a:gd name="connsiteX0" fmla="*/ 175 w 2136697"/>
              <a:gd name="connsiteY0" fmla="*/ 1421590 h 1608521"/>
              <a:gd name="connsiteX1" fmla="*/ 1181853 w 2136697"/>
              <a:gd name="connsiteY1" fmla="*/ 0 h 1608521"/>
              <a:gd name="connsiteX2" fmla="*/ 2136697 w 2136697"/>
              <a:gd name="connsiteY2" fmla="*/ 0 h 1608521"/>
              <a:gd name="connsiteX3" fmla="*/ 934795 w 2136697"/>
              <a:gd name="connsiteY3" fmla="*/ 1581660 h 1608521"/>
              <a:gd name="connsiteX4" fmla="*/ 173261 w 2136697"/>
              <a:gd name="connsiteY4" fmla="*/ 1593944 h 1608521"/>
              <a:gd name="connsiteX5" fmla="*/ 175 w 2136697"/>
              <a:gd name="connsiteY5" fmla="*/ 1421590 h 1608521"/>
              <a:gd name="connsiteX0" fmla="*/ 175 w 2136697"/>
              <a:gd name="connsiteY0" fmla="*/ 1421590 h 1595941"/>
              <a:gd name="connsiteX1" fmla="*/ 1181853 w 2136697"/>
              <a:gd name="connsiteY1" fmla="*/ 0 h 1595941"/>
              <a:gd name="connsiteX2" fmla="*/ 2136697 w 2136697"/>
              <a:gd name="connsiteY2" fmla="*/ 0 h 1595941"/>
              <a:gd name="connsiteX3" fmla="*/ 951241 w 2136697"/>
              <a:gd name="connsiteY3" fmla="*/ 1555346 h 1595941"/>
              <a:gd name="connsiteX4" fmla="*/ 173261 w 2136697"/>
              <a:gd name="connsiteY4" fmla="*/ 1593944 h 1595941"/>
              <a:gd name="connsiteX5" fmla="*/ 175 w 2136697"/>
              <a:gd name="connsiteY5" fmla="*/ 1421590 h 1595941"/>
              <a:gd name="connsiteX0" fmla="*/ 175 w 2136697"/>
              <a:gd name="connsiteY0" fmla="*/ 1421590 h 1610638"/>
              <a:gd name="connsiteX1" fmla="*/ 1181853 w 2136697"/>
              <a:gd name="connsiteY1" fmla="*/ 0 h 1610638"/>
              <a:gd name="connsiteX2" fmla="*/ 2136697 w 2136697"/>
              <a:gd name="connsiteY2" fmla="*/ 0 h 1610638"/>
              <a:gd name="connsiteX3" fmla="*/ 951241 w 2136697"/>
              <a:gd name="connsiteY3" fmla="*/ 1555346 h 1610638"/>
              <a:gd name="connsiteX4" fmla="*/ 173261 w 2136697"/>
              <a:gd name="connsiteY4" fmla="*/ 1593944 h 1610638"/>
              <a:gd name="connsiteX5" fmla="*/ 175 w 2136697"/>
              <a:gd name="connsiteY5" fmla="*/ 1421590 h 1610638"/>
              <a:gd name="connsiteX0" fmla="*/ 175 w 2136697"/>
              <a:gd name="connsiteY0" fmla="*/ 1421590 h 1616000"/>
              <a:gd name="connsiteX1" fmla="*/ 1181853 w 2136697"/>
              <a:gd name="connsiteY1" fmla="*/ 0 h 1616000"/>
              <a:gd name="connsiteX2" fmla="*/ 2136697 w 2136697"/>
              <a:gd name="connsiteY2" fmla="*/ 0 h 1616000"/>
              <a:gd name="connsiteX3" fmla="*/ 951241 w 2136697"/>
              <a:gd name="connsiteY3" fmla="*/ 1555346 h 1616000"/>
              <a:gd name="connsiteX4" fmla="*/ 173261 w 2136697"/>
              <a:gd name="connsiteY4" fmla="*/ 1593944 h 1616000"/>
              <a:gd name="connsiteX5" fmla="*/ 175 w 2136697"/>
              <a:gd name="connsiteY5" fmla="*/ 1421590 h 1616000"/>
              <a:gd name="connsiteX0" fmla="*/ 175 w 2136697"/>
              <a:gd name="connsiteY0" fmla="*/ 1421590 h 1621935"/>
              <a:gd name="connsiteX1" fmla="*/ 1181853 w 2136697"/>
              <a:gd name="connsiteY1" fmla="*/ 0 h 1621935"/>
              <a:gd name="connsiteX2" fmla="*/ 2136697 w 2136697"/>
              <a:gd name="connsiteY2" fmla="*/ 0 h 1621935"/>
              <a:gd name="connsiteX3" fmla="*/ 951241 w 2136697"/>
              <a:gd name="connsiteY3" fmla="*/ 1555346 h 1621935"/>
              <a:gd name="connsiteX4" fmla="*/ 176550 w 2136697"/>
              <a:gd name="connsiteY4" fmla="*/ 1607103 h 1621935"/>
              <a:gd name="connsiteX5" fmla="*/ 175 w 2136697"/>
              <a:gd name="connsiteY5" fmla="*/ 1421590 h 1621935"/>
              <a:gd name="connsiteX0" fmla="*/ 175 w 2136697"/>
              <a:gd name="connsiteY0" fmla="*/ 1421590 h 1612307"/>
              <a:gd name="connsiteX1" fmla="*/ 1181853 w 2136697"/>
              <a:gd name="connsiteY1" fmla="*/ 0 h 1612307"/>
              <a:gd name="connsiteX2" fmla="*/ 2136697 w 2136697"/>
              <a:gd name="connsiteY2" fmla="*/ 0 h 1612307"/>
              <a:gd name="connsiteX3" fmla="*/ 964398 w 2136697"/>
              <a:gd name="connsiteY3" fmla="*/ 1532321 h 1612307"/>
              <a:gd name="connsiteX4" fmla="*/ 176550 w 2136697"/>
              <a:gd name="connsiteY4" fmla="*/ 1607103 h 1612307"/>
              <a:gd name="connsiteX5" fmla="*/ 175 w 2136697"/>
              <a:gd name="connsiteY5" fmla="*/ 1421590 h 1612307"/>
              <a:gd name="connsiteX0" fmla="*/ 175 w 2136697"/>
              <a:gd name="connsiteY0" fmla="*/ 1421590 h 1620507"/>
              <a:gd name="connsiteX1" fmla="*/ 1181853 w 2136697"/>
              <a:gd name="connsiteY1" fmla="*/ 0 h 1620507"/>
              <a:gd name="connsiteX2" fmla="*/ 2136697 w 2136697"/>
              <a:gd name="connsiteY2" fmla="*/ 0 h 1620507"/>
              <a:gd name="connsiteX3" fmla="*/ 964398 w 2136697"/>
              <a:gd name="connsiteY3" fmla="*/ 1532321 h 1620507"/>
              <a:gd name="connsiteX4" fmla="*/ 176550 w 2136697"/>
              <a:gd name="connsiteY4" fmla="*/ 1607103 h 1620507"/>
              <a:gd name="connsiteX5" fmla="*/ 175 w 2136697"/>
              <a:gd name="connsiteY5" fmla="*/ 1421590 h 1620507"/>
              <a:gd name="connsiteX0" fmla="*/ 175 w 2136697"/>
              <a:gd name="connsiteY0" fmla="*/ 1422384 h 1621301"/>
              <a:gd name="connsiteX1" fmla="*/ 1181853 w 2136697"/>
              <a:gd name="connsiteY1" fmla="*/ 794 h 1621301"/>
              <a:gd name="connsiteX2" fmla="*/ 1893612 w 2136697"/>
              <a:gd name="connsiteY2" fmla="*/ 0 h 1621301"/>
              <a:gd name="connsiteX3" fmla="*/ 2136697 w 2136697"/>
              <a:gd name="connsiteY3" fmla="*/ 794 h 1621301"/>
              <a:gd name="connsiteX4" fmla="*/ 964398 w 2136697"/>
              <a:gd name="connsiteY4" fmla="*/ 1533115 h 1621301"/>
              <a:gd name="connsiteX5" fmla="*/ 176550 w 2136697"/>
              <a:gd name="connsiteY5" fmla="*/ 1607897 h 1621301"/>
              <a:gd name="connsiteX6" fmla="*/ 175 w 2136697"/>
              <a:gd name="connsiteY6" fmla="*/ 1422384 h 1621301"/>
              <a:gd name="connsiteX0" fmla="*/ 175 w 2067623"/>
              <a:gd name="connsiteY0" fmla="*/ 1422384 h 1621301"/>
              <a:gd name="connsiteX1" fmla="*/ 1181853 w 2067623"/>
              <a:gd name="connsiteY1" fmla="*/ 794 h 1621301"/>
              <a:gd name="connsiteX2" fmla="*/ 1893612 w 2067623"/>
              <a:gd name="connsiteY2" fmla="*/ 0 h 1621301"/>
              <a:gd name="connsiteX3" fmla="*/ 2067623 w 2067623"/>
              <a:gd name="connsiteY3" fmla="*/ 115917 h 1621301"/>
              <a:gd name="connsiteX4" fmla="*/ 964398 w 2067623"/>
              <a:gd name="connsiteY4" fmla="*/ 1533115 h 1621301"/>
              <a:gd name="connsiteX5" fmla="*/ 176550 w 2067623"/>
              <a:gd name="connsiteY5" fmla="*/ 1607897 h 1621301"/>
              <a:gd name="connsiteX6" fmla="*/ 175 w 2067623"/>
              <a:gd name="connsiteY6" fmla="*/ 1422384 h 1621301"/>
              <a:gd name="connsiteX0" fmla="*/ 175 w 2073421"/>
              <a:gd name="connsiteY0" fmla="*/ 1422384 h 1621301"/>
              <a:gd name="connsiteX1" fmla="*/ 1181853 w 2073421"/>
              <a:gd name="connsiteY1" fmla="*/ 794 h 1621301"/>
              <a:gd name="connsiteX2" fmla="*/ 1893612 w 2073421"/>
              <a:gd name="connsiteY2" fmla="*/ 0 h 1621301"/>
              <a:gd name="connsiteX3" fmla="*/ 2067623 w 2073421"/>
              <a:gd name="connsiteY3" fmla="*/ 115917 h 1621301"/>
              <a:gd name="connsiteX4" fmla="*/ 964398 w 2073421"/>
              <a:gd name="connsiteY4" fmla="*/ 1533115 h 1621301"/>
              <a:gd name="connsiteX5" fmla="*/ 176550 w 2073421"/>
              <a:gd name="connsiteY5" fmla="*/ 1607897 h 1621301"/>
              <a:gd name="connsiteX6" fmla="*/ 175 w 2073421"/>
              <a:gd name="connsiteY6" fmla="*/ 1422384 h 1621301"/>
              <a:gd name="connsiteX0" fmla="*/ 175 w 2079798"/>
              <a:gd name="connsiteY0" fmla="*/ 1422384 h 1621301"/>
              <a:gd name="connsiteX1" fmla="*/ 1181853 w 2079798"/>
              <a:gd name="connsiteY1" fmla="*/ 794 h 1621301"/>
              <a:gd name="connsiteX2" fmla="*/ 1893612 w 2079798"/>
              <a:gd name="connsiteY2" fmla="*/ 0 h 1621301"/>
              <a:gd name="connsiteX3" fmla="*/ 2074201 w 2079798"/>
              <a:gd name="connsiteY3" fmla="*/ 155388 h 1621301"/>
              <a:gd name="connsiteX4" fmla="*/ 964398 w 2079798"/>
              <a:gd name="connsiteY4" fmla="*/ 1533115 h 1621301"/>
              <a:gd name="connsiteX5" fmla="*/ 176550 w 2079798"/>
              <a:gd name="connsiteY5" fmla="*/ 1607897 h 1621301"/>
              <a:gd name="connsiteX6" fmla="*/ 175 w 2079798"/>
              <a:gd name="connsiteY6" fmla="*/ 1422384 h 1621301"/>
              <a:gd name="connsiteX0" fmla="*/ 175 w 2086273"/>
              <a:gd name="connsiteY0" fmla="*/ 1422384 h 1621301"/>
              <a:gd name="connsiteX1" fmla="*/ 1181853 w 2086273"/>
              <a:gd name="connsiteY1" fmla="*/ 794 h 1621301"/>
              <a:gd name="connsiteX2" fmla="*/ 1893612 w 2086273"/>
              <a:gd name="connsiteY2" fmla="*/ 0 h 1621301"/>
              <a:gd name="connsiteX3" fmla="*/ 2074201 w 2086273"/>
              <a:gd name="connsiteY3" fmla="*/ 155388 h 1621301"/>
              <a:gd name="connsiteX4" fmla="*/ 964398 w 2086273"/>
              <a:gd name="connsiteY4" fmla="*/ 1533115 h 1621301"/>
              <a:gd name="connsiteX5" fmla="*/ 176550 w 2086273"/>
              <a:gd name="connsiteY5" fmla="*/ 1607897 h 1621301"/>
              <a:gd name="connsiteX6" fmla="*/ 175 w 2086273"/>
              <a:gd name="connsiteY6" fmla="*/ 1422384 h 1621301"/>
              <a:gd name="connsiteX0" fmla="*/ 175 w 2086273"/>
              <a:gd name="connsiteY0" fmla="*/ 1422384 h 1621301"/>
              <a:gd name="connsiteX1" fmla="*/ 1181853 w 2086273"/>
              <a:gd name="connsiteY1" fmla="*/ 794 h 1621301"/>
              <a:gd name="connsiteX2" fmla="*/ 1893612 w 2086273"/>
              <a:gd name="connsiteY2" fmla="*/ 0 h 1621301"/>
              <a:gd name="connsiteX3" fmla="*/ 2074201 w 2086273"/>
              <a:gd name="connsiteY3" fmla="*/ 155388 h 1621301"/>
              <a:gd name="connsiteX4" fmla="*/ 964398 w 2086273"/>
              <a:gd name="connsiteY4" fmla="*/ 1533115 h 1621301"/>
              <a:gd name="connsiteX5" fmla="*/ 176550 w 2086273"/>
              <a:gd name="connsiteY5" fmla="*/ 1607897 h 1621301"/>
              <a:gd name="connsiteX6" fmla="*/ 175 w 2086273"/>
              <a:gd name="connsiteY6" fmla="*/ 1422384 h 1621301"/>
              <a:gd name="connsiteX0" fmla="*/ 175 w 2088520"/>
              <a:gd name="connsiteY0" fmla="*/ 1422384 h 1621301"/>
              <a:gd name="connsiteX1" fmla="*/ 1181853 w 2088520"/>
              <a:gd name="connsiteY1" fmla="*/ 794 h 1621301"/>
              <a:gd name="connsiteX2" fmla="*/ 1893612 w 2088520"/>
              <a:gd name="connsiteY2" fmla="*/ 0 h 1621301"/>
              <a:gd name="connsiteX3" fmla="*/ 2074201 w 2088520"/>
              <a:gd name="connsiteY3" fmla="*/ 155388 h 1621301"/>
              <a:gd name="connsiteX4" fmla="*/ 964398 w 2088520"/>
              <a:gd name="connsiteY4" fmla="*/ 1533115 h 1621301"/>
              <a:gd name="connsiteX5" fmla="*/ 176550 w 2088520"/>
              <a:gd name="connsiteY5" fmla="*/ 1607897 h 1621301"/>
              <a:gd name="connsiteX6" fmla="*/ 175 w 2088520"/>
              <a:gd name="connsiteY6" fmla="*/ 1422384 h 1621301"/>
              <a:gd name="connsiteX0" fmla="*/ 175 w 2075561"/>
              <a:gd name="connsiteY0" fmla="*/ 1422384 h 1621301"/>
              <a:gd name="connsiteX1" fmla="*/ 1181853 w 2075561"/>
              <a:gd name="connsiteY1" fmla="*/ 794 h 1621301"/>
              <a:gd name="connsiteX2" fmla="*/ 1893612 w 2075561"/>
              <a:gd name="connsiteY2" fmla="*/ 0 h 1621301"/>
              <a:gd name="connsiteX3" fmla="*/ 2061048 w 2075561"/>
              <a:gd name="connsiteY3" fmla="*/ 145520 h 1621301"/>
              <a:gd name="connsiteX4" fmla="*/ 964398 w 2075561"/>
              <a:gd name="connsiteY4" fmla="*/ 1533115 h 1621301"/>
              <a:gd name="connsiteX5" fmla="*/ 176550 w 2075561"/>
              <a:gd name="connsiteY5" fmla="*/ 1607897 h 1621301"/>
              <a:gd name="connsiteX6" fmla="*/ 175 w 2075561"/>
              <a:gd name="connsiteY6" fmla="*/ 1422384 h 1621301"/>
              <a:gd name="connsiteX0" fmla="*/ 175 w 2088524"/>
              <a:gd name="connsiteY0" fmla="*/ 1422384 h 1621301"/>
              <a:gd name="connsiteX1" fmla="*/ 1181853 w 2088524"/>
              <a:gd name="connsiteY1" fmla="*/ 794 h 1621301"/>
              <a:gd name="connsiteX2" fmla="*/ 1893612 w 2088524"/>
              <a:gd name="connsiteY2" fmla="*/ 0 h 1621301"/>
              <a:gd name="connsiteX3" fmla="*/ 2074205 w 2088524"/>
              <a:gd name="connsiteY3" fmla="*/ 214594 h 1621301"/>
              <a:gd name="connsiteX4" fmla="*/ 964398 w 2088524"/>
              <a:gd name="connsiteY4" fmla="*/ 1533115 h 1621301"/>
              <a:gd name="connsiteX5" fmla="*/ 176550 w 2088524"/>
              <a:gd name="connsiteY5" fmla="*/ 1607897 h 1621301"/>
              <a:gd name="connsiteX6" fmla="*/ 175 w 2088524"/>
              <a:gd name="connsiteY6" fmla="*/ 1422384 h 1621301"/>
              <a:gd name="connsiteX0" fmla="*/ 175 w 2088524"/>
              <a:gd name="connsiteY0" fmla="*/ 1422384 h 1621301"/>
              <a:gd name="connsiteX1" fmla="*/ 1181853 w 2088524"/>
              <a:gd name="connsiteY1" fmla="*/ 794 h 1621301"/>
              <a:gd name="connsiteX2" fmla="*/ 1893612 w 2088524"/>
              <a:gd name="connsiteY2" fmla="*/ 0 h 1621301"/>
              <a:gd name="connsiteX3" fmla="*/ 2074205 w 2088524"/>
              <a:gd name="connsiteY3" fmla="*/ 214594 h 1621301"/>
              <a:gd name="connsiteX4" fmla="*/ 964398 w 2088524"/>
              <a:gd name="connsiteY4" fmla="*/ 1533115 h 1621301"/>
              <a:gd name="connsiteX5" fmla="*/ 176550 w 2088524"/>
              <a:gd name="connsiteY5" fmla="*/ 1607897 h 1621301"/>
              <a:gd name="connsiteX6" fmla="*/ 175 w 2088524"/>
              <a:gd name="connsiteY6" fmla="*/ 1422384 h 1621301"/>
              <a:gd name="connsiteX0" fmla="*/ 175 w 2074539"/>
              <a:gd name="connsiteY0" fmla="*/ 1422384 h 1621301"/>
              <a:gd name="connsiteX1" fmla="*/ 1181853 w 2074539"/>
              <a:gd name="connsiteY1" fmla="*/ 794 h 1621301"/>
              <a:gd name="connsiteX2" fmla="*/ 1893612 w 2074539"/>
              <a:gd name="connsiteY2" fmla="*/ 0 h 1621301"/>
              <a:gd name="connsiteX3" fmla="*/ 2074205 w 2074539"/>
              <a:gd name="connsiteY3" fmla="*/ 214594 h 1621301"/>
              <a:gd name="connsiteX4" fmla="*/ 964398 w 2074539"/>
              <a:gd name="connsiteY4" fmla="*/ 1533115 h 1621301"/>
              <a:gd name="connsiteX5" fmla="*/ 176550 w 2074539"/>
              <a:gd name="connsiteY5" fmla="*/ 1607897 h 1621301"/>
              <a:gd name="connsiteX6" fmla="*/ 175 w 2074539"/>
              <a:gd name="connsiteY6" fmla="*/ 1422384 h 1621301"/>
              <a:gd name="connsiteX0" fmla="*/ 175 w 2074205"/>
              <a:gd name="connsiteY0" fmla="*/ 1422384 h 1621301"/>
              <a:gd name="connsiteX1" fmla="*/ 1181853 w 2074205"/>
              <a:gd name="connsiteY1" fmla="*/ 794 h 1621301"/>
              <a:gd name="connsiteX2" fmla="*/ 1893612 w 2074205"/>
              <a:gd name="connsiteY2" fmla="*/ 0 h 1621301"/>
              <a:gd name="connsiteX3" fmla="*/ 2074205 w 2074205"/>
              <a:gd name="connsiteY3" fmla="*/ 214594 h 1621301"/>
              <a:gd name="connsiteX4" fmla="*/ 964398 w 2074205"/>
              <a:gd name="connsiteY4" fmla="*/ 1533115 h 1621301"/>
              <a:gd name="connsiteX5" fmla="*/ 176550 w 2074205"/>
              <a:gd name="connsiteY5" fmla="*/ 1607897 h 1621301"/>
              <a:gd name="connsiteX6" fmla="*/ 175 w 2074205"/>
              <a:gd name="connsiteY6" fmla="*/ 1422384 h 1621301"/>
              <a:gd name="connsiteX0" fmla="*/ 175 w 2074205"/>
              <a:gd name="connsiteY0" fmla="*/ 1422384 h 1621301"/>
              <a:gd name="connsiteX1" fmla="*/ 1181853 w 2074205"/>
              <a:gd name="connsiteY1" fmla="*/ 794 h 1621301"/>
              <a:gd name="connsiteX2" fmla="*/ 1893612 w 2074205"/>
              <a:gd name="connsiteY2" fmla="*/ 0 h 1621301"/>
              <a:gd name="connsiteX3" fmla="*/ 2074205 w 2074205"/>
              <a:gd name="connsiteY3" fmla="*/ 214594 h 1621301"/>
              <a:gd name="connsiteX4" fmla="*/ 964398 w 2074205"/>
              <a:gd name="connsiteY4" fmla="*/ 1533115 h 1621301"/>
              <a:gd name="connsiteX5" fmla="*/ 176550 w 2074205"/>
              <a:gd name="connsiteY5" fmla="*/ 1607897 h 1621301"/>
              <a:gd name="connsiteX6" fmla="*/ 175 w 2074205"/>
              <a:gd name="connsiteY6" fmla="*/ 1422384 h 1621301"/>
              <a:gd name="connsiteX0" fmla="*/ 175 w 2074205"/>
              <a:gd name="connsiteY0" fmla="*/ 1422384 h 1621301"/>
              <a:gd name="connsiteX1" fmla="*/ 1181853 w 2074205"/>
              <a:gd name="connsiteY1" fmla="*/ 794 h 1621301"/>
              <a:gd name="connsiteX2" fmla="*/ 1893612 w 2074205"/>
              <a:gd name="connsiteY2" fmla="*/ 0 h 1621301"/>
              <a:gd name="connsiteX3" fmla="*/ 2074205 w 2074205"/>
              <a:gd name="connsiteY3" fmla="*/ 214594 h 1621301"/>
              <a:gd name="connsiteX4" fmla="*/ 964398 w 2074205"/>
              <a:gd name="connsiteY4" fmla="*/ 1533115 h 1621301"/>
              <a:gd name="connsiteX5" fmla="*/ 176550 w 2074205"/>
              <a:gd name="connsiteY5" fmla="*/ 1607897 h 1621301"/>
              <a:gd name="connsiteX6" fmla="*/ 175 w 2074205"/>
              <a:gd name="connsiteY6" fmla="*/ 1422384 h 1621301"/>
              <a:gd name="connsiteX0" fmla="*/ 175 w 2074205"/>
              <a:gd name="connsiteY0" fmla="*/ 1422384 h 1621301"/>
              <a:gd name="connsiteX1" fmla="*/ 1181853 w 2074205"/>
              <a:gd name="connsiteY1" fmla="*/ 794 h 1621301"/>
              <a:gd name="connsiteX2" fmla="*/ 1893612 w 2074205"/>
              <a:gd name="connsiteY2" fmla="*/ 0 h 1621301"/>
              <a:gd name="connsiteX3" fmla="*/ 2074205 w 2074205"/>
              <a:gd name="connsiteY3" fmla="*/ 214594 h 1621301"/>
              <a:gd name="connsiteX4" fmla="*/ 964398 w 2074205"/>
              <a:gd name="connsiteY4" fmla="*/ 1533115 h 1621301"/>
              <a:gd name="connsiteX5" fmla="*/ 176550 w 2074205"/>
              <a:gd name="connsiteY5" fmla="*/ 1607897 h 1621301"/>
              <a:gd name="connsiteX6" fmla="*/ 175 w 2074205"/>
              <a:gd name="connsiteY6" fmla="*/ 1422384 h 1621301"/>
              <a:gd name="connsiteX0" fmla="*/ 175 w 2074205"/>
              <a:gd name="connsiteY0" fmla="*/ 1422384 h 1621301"/>
              <a:gd name="connsiteX1" fmla="*/ 1181853 w 2074205"/>
              <a:gd name="connsiteY1" fmla="*/ 794 h 1621301"/>
              <a:gd name="connsiteX2" fmla="*/ 1893612 w 2074205"/>
              <a:gd name="connsiteY2" fmla="*/ 0 h 1621301"/>
              <a:gd name="connsiteX3" fmla="*/ 2074205 w 2074205"/>
              <a:gd name="connsiteY3" fmla="*/ 214594 h 1621301"/>
              <a:gd name="connsiteX4" fmla="*/ 964398 w 2074205"/>
              <a:gd name="connsiteY4" fmla="*/ 1533115 h 1621301"/>
              <a:gd name="connsiteX5" fmla="*/ 176550 w 2074205"/>
              <a:gd name="connsiteY5" fmla="*/ 1607897 h 1621301"/>
              <a:gd name="connsiteX6" fmla="*/ 175 w 2074205"/>
              <a:gd name="connsiteY6" fmla="*/ 1422384 h 1621301"/>
              <a:gd name="connsiteX0" fmla="*/ 175 w 2074205"/>
              <a:gd name="connsiteY0" fmla="*/ 1422384 h 1621301"/>
              <a:gd name="connsiteX1" fmla="*/ 1181853 w 2074205"/>
              <a:gd name="connsiteY1" fmla="*/ 794 h 1621301"/>
              <a:gd name="connsiteX2" fmla="*/ 1893612 w 2074205"/>
              <a:gd name="connsiteY2" fmla="*/ 0 h 1621301"/>
              <a:gd name="connsiteX3" fmla="*/ 2074205 w 2074205"/>
              <a:gd name="connsiteY3" fmla="*/ 214594 h 1621301"/>
              <a:gd name="connsiteX4" fmla="*/ 964398 w 2074205"/>
              <a:gd name="connsiteY4" fmla="*/ 1533115 h 1621301"/>
              <a:gd name="connsiteX5" fmla="*/ 176550 w 2074205"/>
              <a:gd name="connsiteY5" fmla="*/ 1607897 h 1621301"/>
              <a:gd name="connsiteX6" fmla="*/ 175 w 2074205"/>
              <a:gd name="connsiteY6" fmla="*/ 1422384 h 1621301"/>
              <a:gd name="connsiteX0" fmla="*/ 175 w 2074205"/>
              <a:gd name="connsiteY0" fmla="*/ 1422384 h 1621301"/>
              <a:gd name="connsiteX1" fmla="*/ 1181853 w 2074205"/>
              <a:gd name="connsiteY1" fmla="*/ 794 h 1621301"/>
              <a:gd name="connsiteX2" fmla="*/ 1893612 w 2074205"/>
              <a:gd name="connsiteY2" fmla="*/ 0 h 1621301"/>
              <a:gd name="connsiteX3" fmla="*/ 2074205 w 2074205"/>
              <a:gd name="connsiteY3" fmla="*/ 214594 h 1621301"/>
              <a:gd name="connsiteX4" fmla="*/ 964398 w 2074205"/>
              <a:gd name="connsiteY4" fmla="*/ 1533115 h 1621301"/>
              <a:gd name="connsiteX5" fmla="*/ 176550 w 2074205"/>
              <a:gd name="connsiteY5" fmla="*/ 1607897 h 1621301"/>
              <a:gd name="connsiteX6" fmla="*/ 175 w 2074205"/>
              <a:gd name="connsiteY6" fmla="*/ 1422384 h 1621301"/>
              <a:gd name="connsiteX0" fmla="*/ 175 w 2074205"/>
              <a:gd name="connsiteY0" fmla="*/ 1423822 h 1622739"/>
              <a:gd name="connsiteX1" fmla="*/ 1181853 w 2074205"/>
              <a:gd name="connsiteY1" fmla="*/ 2232 h 1622739"/>
              <a:gd name="connsiteX2" fmla="*/ 1893612 w 2074205"/>
              <a:gd name="connsiteY2" fmla="*/ 1438 h 1622739"/>
              <a:gd name="connsiteX3" fmla="*/ 2074205 w 2074205"/>
              <a:gd name="connsiteY3" fmla="*/ 216032 h 1622739"/>
              <a:gd name="connsiteX4" fmla="*/ 964398 w 2074205"/>
              <a:gd name="connsiteY4" fmla="*/ 1534553 h 1622739"/>
              <a:gd name="connsiteX5" fmla="*/ 176550 w 2074205"/>
              <a:gd name="connsiteY5" fmla="*/ 1609335 h 1622739"/>
              <a:gd name="connsiteX6" fmla="*/ 175 w 2074205"/>
              <a:gd name="connsiteY6" fmla="*/ 1423822 h 1622739"/>
              <a:gd name="connsiteX0" fmla="*/ 175 w 2074205"/>
              <a:gd name="connsiteY0" fmla="*/ 1424365 h 1623282"/>
              <a:gd name="connsiteX1" fmla="*/ 1181853 w 2074205"/>
              <a:gd name="connsiteY1" fmla="*/ 2775 h 1623282"/>
              <a:gd name="connsiteX2" fmla="*/ 1893612 w 2074205"/>
              <a:gd name="connsiteY2" fmla="*/ 1981 h 1623282"/>
              <a:gd name="connsiteX3" fmla="*/ 2074205 w 2074205"/>
              <a:gd name="connsiteY3" fmla="*/ 216575 h 1623282"/>
              <a:gd name="connsiteX4" fmla="*/ 964398 w 2074205"/>
              <a:gd name="connsiteY4" fmla="*/ 1535096 h 1623282"/>
              <a:gd name="connsiteX5" fmla="*/ 176550 w 2074205"/>
              <a:gd name="connsiteY5" fmla="*/ 1609878 h 1623282"/>
              <a:gd name="connsiteX6" fmla="*/ 175 w 2074205"/>
              <a:gd name="connsiteY6" fmla="*/ 1424365 h 1623282"/>
              <a:gd name="connsiteX0" fmla="*/ 175 w 2074205"/>
              <a:gd name="connsiteY0" fmla="*/ 1424365 h 1623282"/>
              <a:gd name="connsiteX1" fmla="*/ 1181853 w 2074205"/>
              <a:gd name="connsiteY1" fmla="*/ 2775 h 1623282"/>
              <a:gd name="connsiteX2" fmla="*/ 1893612 w 2074205"/>
              <a:gd name="connsiteY2" fmla="*/ 1981 h 1623282"/>
              <a:gd name="connsiteX3" fmla="*/ 2074205 w 2074205"/>
              <a:gd name="connsiteY3" fmla="*/ 216575 h 1623282"/>
              <a:gd name="connsiteX4" fmla="*/ 964398 w 2074205"/>
              <a:gd name="connsiteY4" fmla="*/ 1535096 h 1623282"/>
              <a:gd name="connsiteX5" fmla="*/ 176550 w 2074205"/>
              <a:gd name="connsiteY5" fmla="*/ 1609878 h 1623282"/>
              <a:gd name="connsiteX6" fmla="*/ 175 w 2074205"/>
              <a:gd name="connsiteY6" fmla="*/ 1424365 h 1623282"/>
              <a:gd name="connsiteX0" fmla="*/ 133 w 2074163"/>
              <a:gd name="connsiteY0" fmla="*/ 1424365 h 1623282"/>
              <a:gd name="connsiteX1" fmla="*/ 1181811 w 2074163"/>
              <a:gd name="connsiteY1" fmla="*/ 2775 h 1623282"/>
              <a:gd name="connsiteX2" fmla="*/ 1893570 w 2074163"/>
              <a:gd name="connsiteY2" fmla="*/ 1981 h 1623282"/>
              <a:gd name="connsiteX3" fmla="*/ 2074163 w 2074163"/>
              <a:gd name="connsiteY3" fmla="*/ 216575 h 1623282"/>
              <a:gd name="connsiteX4" fmla="*/ 964356 w 2074163"/>
              <a:gd name="connsiteY4" fmla="*/ 1535096 h 1623282"/>
              <a:gd name="connsiteX5" fmla="*/ 176508 w 2074163"/>
              <a:gd name="connsiteY5" fmla="*/ 1609878 h 1623282"/>
              <a:gd name="connsiteX6" fmla="*/ 133 w 2074163"/>
              <a:gd name="connsiteY6" fmla="*/ 1424365 h 1623282"/>
              <a:gd name="connsiteX0" fmla="*/ 133 w 2074163"/>
              <a:gd name="connsiteY0" fmla="*/ 1424365 h 1623282"/>
              <a:gd name="connsiteX1" fmla="*/ 1181811 w 2074163"/>
              <a:gd name="connsiteY1" fmla="*/ 2775 h 1623282"/>
              <a:gd name="connsiteX2" fmla="*/ 1893570 w 2074163"/>
              <a:gd name="connsiteY2" fmla="*/ 1981 h 1623282"/>
              <a:gd name="connsiteX3" fmla="*/ 2074163 w 2074163"/>
              <a:gd name="connsiteY3" fmla="*/ 216575 h 1623282"/>
              <a:gd name="connsiteX4" fmla="*/ 964356 w 2074163"/>
              <a:gd name="connsiteY4" fmla="*/ 1535096 h 1623282"/>
              <a:gd name="connsiteX5" fmla="*/ 176508 w 2074163"/>
              <a:gd name="connsiteY5" fmla="*/ 1609878 h 1623282"/>
              <a:gd name="connsiteX6" fmla="*/ 133 w 2074163"/>
              <a:gd name="connsiteY6" fmla="*/ 1424365 h 1623282"/>
              <a:gd name="connsiteX0" fmla="*/ 135 w 2074165"/>
              <a:gd name="connsiteY0" fmla="*/ 1424365 h 1623282"/>
              <a:gd name="connsiteX1" fmla="*/ 1181813 w 2074165"/>
              <a:gd name="connsiteY1" fmla="*/ 2775 h 1623282"/>
              <a:gd name="connsiteX2" fmla="*/ 1893572 w 2074165"/>
              <a:gd name="connsiteY2" fmla="*/ 1981 h 1623282"/>
              <a:gd name="connsiteX3" fmla="*/ 2074165 w 2074165"/>
              <a:gd name="connsiteY3" fmla="*/ 216575 h 1623282"/>
              <a:gd name="connsiteX4" fmla="*/ 964358 w 2074165"/>
              <a:gd name="connsiteY4" fmla="*/ 1535096 h 1623282"/>
              <a:gd name="connsiteX5" fmla="*/ 176510 w 2074165"/>
              <a:gd name="connsiteY5" fmla="*/ 1609878 h 1623282"/>
              <a:gd name="connsiteX6" fmla="*/ 135 w 2074165"/>
              <a:gd name="connsiteY6" fmla="*/ 1424365 h 1623282"/>
              <a:gd name="connsiteX0" fmla="*/ 140 w 2074170"/>
              <a:gd name="connsiteY0" fmla="*/ 1424365 h 1623282"/>
              <a:gd name="connsiteX1" fmla="*/ 1181818 w 2074170"/>
              <a:gd name="connsiteY1" fmla="*/ 2775 h 1623282"/>
              <a:gd name="connsiteX2" fmla="*/ 1893577 w 2074170"/>
              <a:gd name="connsiteY2" fmla="*/ 1981 h 1623282"/>
              <a:gd name="connsiteX3" fmla="*/ 2074170 w 2074170"/>
              <a:gd name="connsiteY3" fmla="*/ 216575 h 1623282"/>
              <a:gd name="connsiteX4" fmla="*/ 964363 w 2074170"/>
              <a:gd name="connsiteY4" fmla="*/ 1535096 h 1623282"/>
              <a:gd name="connsiteX5" fmla="*/ 176515 w 2074170"/>
              <a:gd name="connsiteY5" fmla="*/ 1609878 h 1623282"/>
              <a:gd name="connsiteX6" fmla="*/ 140 w 2074170"/>
              <a:gd name="connsiteY6" fmla="*/ 1424365 h 1623282"/>
              <a:gd name="connsiteX0" fmla="*/ 143 w 2074173"/>
              <a:gd name="connsiteY0" fmla="*/ 1424365 h 1623282"/>
              <a:gd name="connsiteX1" fmla="*/ 1181821 w 2074173"/>
              <a:gd name="connsiteY1" fmla="*/ 2775 h 1623282"/>
              <a:gd name="connsiteX2" fmla="*/ 1893580 w 2074173"/>
              <a:gd name="connsiteY2" fmla="*/ 1981 h 1623282"/>
              <a:gd name="connsiteX3" fmla="*/ 2074173 w 2074173"/>
              <a:gd name="connsiteY3" fmla="*/ 216575 h 1623282"/>
              <a:gd name="connsiteX4" fmla="*/ 964366 w 2074173"/>
              <a:gd name="connsiteY4" fmla="*/ 1535096 h 1623282"/>
              <a:gd name="connsiteX5" fmla="*/ 176518 w 2074173"/>
              <a:gd name="connsiteY5" fmla="*/ 1609878 h 1623282"/>
              <a:gd name="connsiteX6" fmla="*/ 143 w 2074173"/>
              <a:gd name="connsiteY6" fmla="*/ 1424365 h 1623282"/>
              <a:gd name="connsiteX0" fmla="*/ 143 w 2074173"/>
              <a:gd name="connsiteY0" fmla="*/ 1424365 h 1630465"/>
              <a:gd name="connsiteX1" fmla="*/ 1181821 w 2074173"/>
              <a:gd name="connsiteY1" fmla="*/ 2775 h 1630465"/>
              <a:gd name="connsiteX2" fmla="*/ 1893580 w 2074173"/>
              <a:gd name="connsiteY2" fmla="*/ 1981 h 1630465"/>
              <a:gd name="connsiteX3" fmla="*/ 2074173 w 2074173"/>
              <a:gd name="connsiteY3" fmla="*/ 216575 h 1630465"/>
              <a:gd name="connsiteX4" fmla="*/ 964366 w 2074173"/>
              <a:gd name="connsiteY4" fmla="*/ 1535096 h 1630465"/>
              <a:gd name="connsiteX5" fmla="*/ 176518 w 2074173"/>
              <a:gd name="connsiteY5" fmla="*/ 1609878 h 1630465"/>
              <a:gd name="connsiteX6" fmla="*/ 143 w 2074173"/>
              <a:gd name="connsiteY6" fmla="*/ 1424365 h 1630465"/>
              <a:gd name="connsiteX0" fmla="*/ 143 w 2074173"/>
              <a:gd name="connsiteY0" fmla="*/ 1424365 h 1676501"/>
              <a:gd name="connsiteX1" fmla="*/ 1181821 w 2074173"/>
              <a:gd name="connsiteY1" fmla="*/ 2775 h 1676501"/>
              <a:gd name="connsiteX2" fmla="*/ 1893580 w 2074173"/>
              <a:gd name="connsiteY2" fmla="*/ 1981 h 1676501"/>
              <a:gd name="connsiteX3" fmla="*/ 2074173 w 2074173"/>
              <a:gd name="connsiteY3" fmla="*/ 216575 h 1676501"/>
              <a:gd name="connsiteX4" fmla="*/ 915028 w 2074173"/>
              <a:gd name="connsiteY4" fmla="*/ 1607459 h 1676501"/>
              <a:gd name="connsiteX5" fmla="*/ 176518 w 2074173"/>
              <a:gd name="connsiteY5" fmla="*/ 1609878 h 1676501"/>
              <a:gd name="connsiteX6" fmla="*/ 143 w 2074173"/>
              <a:gd name="connsiteY6" fmla="*/ 1424365 h 1676501"/>
              <a:gd name="connsiteX0" fmla="*/ 143 w 2074173"/>
              <a:gd name="connsiteY0" fmla="*/ 1424365 h 1612418"/>
              <a:gd name="connsiteX1" fmla="*/ 1181821 w 2074173"/>
              <a:gd name="connsiteY1" fmla="*/ 2775 h 1612418"/>
              <a:gd name="connsiteX2" fmla="*/ 1893580 w 2074173"/>
              <a:gd name="connsiteY2" fmla="*/ 1981 h 1612418"/>
              <a:gd name="connsiteX3" fmla="*/ 2074173 w 2074173"/>
              <a:gd name="connsiteY3" fmla="*/ 216575 h 1612418"/>
              <a:gd name="connsiteX4" fmla="*/ 915028 w 2074173"/>
              <a:gd name="connsiteY4" fmla="*/ 1607459 h 1612418"/>
              <a:gd name="connsiteX5" fmla="*/ 176518 w 2074173"/>
              <a:gd name="connsiteY5" fmla="*/ 1609878 h 1612418"/>
              <a:gd name="connsiteX6" fmla="*/ 143 w 2074173"/>
              <a:gd name="connsiteY6" fmla="*/ 1424365 h 1612418"/>
              <a:gd name="connsiteX0" fmla="*/ 143 w 2074173"/>
              <a:gd name="connsiteY0" fmla="*/ 1424365 h 1609996"/>
              <a:gd name="connsiteX1" fmla="*/ 1181821 w 2074173"/>
              <a:gd name="connsiteY1" fmla="*/ 2775 h 1609996"/>
              <a:gd name="connsiteX2" fmla="*/ 1893580 w 2074173"/>
              <a:gd name="connsiteY2" fmla="*/ 1981 h 1609996"/>
              <a:gd name="connsiteX3" fmla="*/ 2074173 w 2074173"/>
              <a:gd name="connsiteY3" fmla="*/ 216575 h 1609996"/>
              <a:gd name="connsiteX4" fmla="*/ 915028 w 2074173"/>
              <a:gd name="connsiteY4" fmla="*/ 1607459 h 1609996"/>
              <a:gd name="connsiteX5" fmla="*/ 176518 w 2074173"/>
              <a:gd name="connsiteY5" fmla="*/ 1609878 h 1609996"/>
              <a:gd name="connsiteX6" fmla="*/ 143 w 2074173"/>
              <a:gd name="connsiteY6" fmla="*/ 1424365 h 1609996"/>
              <a:gd name="connsiteX0" fmla="*/ 168 w 2074198"/>
              <a:gd name="connsiteY0" fmla="*/ 1424365 h 1609878"/>
              <a:gd name="connsiteX1" fmla="*/ 1181846 w 2074198"/>
              <a:gd name="connsiteY1" fmla="*/ 2775 h 1609878"/>
              <a:gd name="connsiteX2" fmla="*/ 1893605 w 2074198"/>
              <a:gd name="connsiteY2" fmla="*/ 1981 h 1609878"/>
              <a:gd name="connsiteX3" fmla="*/ 2074198 w 2074198"/>
              <a:gd name="connsiteY3" fmla="*/ 216575 h 1609878"/>
              <a:gd name="connsiteX4" fmla="*/ 915053 w 2074198"/>
              <a:gd name="connsiteY4" fmla="*/ 1607459 h 1609878"/>
              <a:gd name="connsiteX5" fmla="*/ 176543 w 2074198"/>
              <a:gd name="connsiteY5" fmla="*/ 1609878 h 1609878"/>
              <a:gd name="connsiteX6" fmla="*/ 168 w 2074198"/>
              <a:gd name="connsiteY6" fmla="*/ 1424365 h 1609878"/>
              <a:gd name="connsiteX0" fmla="*/ 168 w 2074198"/>
              <a:gd name="connsiteY0" fmla="*/ 1424365 h 1609878"/>
              <a:gd name="connsiteX1" fmla="*/ 1181846 w 2074198"/>
              <a:gd name="connsiteY1" fmla="*/ 2775 h 1609878"/>
              <a:gd name="connsiteX2" fmla="*/ 1893605 w 2074198"/>
              <a:gd name="connsiteY2" fmla="*/ 1981 h 1609878"/>
              <a:gd name="connsiteX3" fmla="*/ 2074198 w 2074198"/>
              <a:gd name="connsiteY3" fmla="*/ 216575 h 1609878"/>
              <a:gd name="connsiteX4" fmla="*/ 915053 w 2074198"/>
              <a:gd name="connsiteY4" fmla="*/ 1607459 h 1609878"/>
              <a:gd name="connsiteX5" fmla="*/ 176543 w 2074198"/>
              <a:gd name="connsiteY5" fmla="*/ 1609878 h 1609878"/>
              <a:gd name="connsiteX6" fmla="*/ 168 w 2074198"/>
              <a:gd name="connsiteY6" fmla="*/ 1424365 h 1609878"/>
              <a:gd name="connsiteX0" fmla="*/ 168 w 2074198"/>
              <a:gd name="connsiteY0" fmla="*/ 1424365 h 1609878"/>
              <a:gd name="connsiteX1" fmla="*/ 1181846 w 2074198"/>
              <a:gd name="connsiteY1" fmla="*/ 2775 h 1609878"/>
              <a:gd name="connsiteX2" fmla="*/ 1893605 w 2074198"/>
              <a:gd name="connsiteY2" fmla="*/ 1981 h 1609878"/>
              <a:gd name="connsiteX3" fmla="*/ 2074198 w 2074198"/>
              <a:gd name="connsiteY3" fmla="*/ 216575 h 1609878"/>
              <a:gd name="connsiteX4" fmla="*/ 915053 w 2074198"/>
              <a:gd name="connsiteY4" fmla="*/ 1607459 h 1609878"/>
              <a:gd name="connsiteX5" fmla="*/ 176543 w 2074198"/>
              <a:gd name="connsiteY5" fmla="*/ 1609878 h 1609878"/>
              <a:gd name="connsiteX6" fmla="*/ 168 w 2074198"/>
              <a:gd name="connsiteY6" fmla="*/ 1424365 h 1609878"/>
              <a:gd name="connsiteX0" fmla="*/ 168 w 2074198"/>
              <a:gd name="connsiteY0" fmla="*/ 1424365 h 1609878"/>
              <a:gd name="connsiteX1" fmla="*/ 1181846 w 2074198"/>
              <a:gd name="connsiteY1" fmla="*/ 2775 h 1609878"/>
              <a:gd name="connsiteX2" fmla="*/ 1893605 w 2074198"/>
              <a:gd name="connsiteY2" fmla="*/ 1981 h 1609878"/>
              <a:gd name="connsiteX3" fmla="*/ 2074198 w 2074198"/>
              <a:gd name="connsiteY3" fmla="*/ 216575 h 1609878"/>
              <a:gd name="connsiteX4" fmla="*/ 915053 w 2074198"/>
              <a:gd name="connsiteY4" fmla="*/ 1607459 h 1609878"/>
              <a:gd name="connsiteX5" fmla="*/ 176543 w 2074198"/>
              <a:gd name="connsiteY5" fmla="*/ 1609878 h 1609878"/>
              <a:gd name="connsiteX6" fmla="*/ 168 w 2074198"/>
              <a:gd name="connsiteY6" fmla="*/ 1424365 h 1609878"/>
              <a:gd name="connsiteX0" fmla="*/ 168 w 2074198"/>
              <a:gd name="connsiteY0" fmla="*/ 1425562 h 1611075"/>
              <a:gd name="connsiteX1" fmla="*/ 1181846 w 2074198"/>
              <a:gd name="connsiteY1" fmla="*/ 3972 h 1611075"/>
              <a:gd name="connsiteX2" fmla="*/ 1893605 w 2074198"/>
              <a:gd name="connsiteY2" fmla="*/ 3178 h 1611075"/>
              <a:gd name="connsiteX3" fmla="*/ 2074198 w 2074198"/>
              <a:gd name="connsiteY3" fmla="*/ 217772 h 1611075"/>
              <a:gd name="connsiteX4" fmla="*/ 915053 w 2074198"/>
              <a:gd name="connsiteY4" fmla="*/ 1608656 h 1611075"/>
              <a:gd name="connsiteX5" fmla="*/ 176543 w 2074198"/>
              <a:gd name="connsiteY5" fmla="*/ 1611075 h 1611075"/>
              <a:gd name="connsiteX6" fmla="*/ 168 w 2074198"/>
              <a:gd name="connsiteY6" fmla="*/ 1425562 h 1611075"/>
              <a:gd name="connsiteX0" fmla="*/ 168 w 2074198"/>
              <a:gd name="connsiteY0" fmla="*/ 1425562 h 1611075"/>
              <a:gd name="connsiteX1" fmla="*/ 1181846 w 2074198"/>
              <a:gd name="connsiteY1" fmla="*/ 3972 h 1611075"/>
              <a:gd name="connsiteX2" fmla="*/ 1893605 w 2074198"/>
              <a:gd name="connsiteY2" fmla="*/ 3178 h 1611075"/>
              <a:gd name="connsiteX3" fmla="*/ 2074198 w 2074198"/>
              <a:gd name="connsiteY3" fmla="*/ 217772 h 1611075"/>
              <a:gd name="connsiteX4" fmla="*/ 915053 w 2074198"/>
              <a:gd name="connsiteY4" fmla="*/ 1608656 h 1611075"/>
              <a:gd name="connsiteX5" fmla="*/ 176543 w 2074198"/>
              <a:gd name="connsiteY5" fmla="*/ 1611075 h 1611075"/>
              <a:gd name="connsiteX6" fmla="*/ 168 w 2074198"/>
              <a:gd name="connsiteY6" fmla="*/ 1425562 h 1611075"/>
              <a:gd name="connsiteX0" fmla="*/ 168 w 2074198"/>
              <a:gd name="connsiteY0" fmla="*/ 1425562 h 1611075"/>
              <a:gd name="connsiteX1" fmla="*/ 1181846 w 2074198"/>
              <a:gd name="connsiteY1" fmla="*/ 3972 h 1611075"/>
              <a:gd name="connsiteX2" fmla="*/ 1893605 w 2074198"/>
              <a:gd name="connsiteY2" fmla="*/ 3178 h 1611075"/>
              <a:gd name="connsiteX3" fmla="*/ 2074198 w 2074198"/>
              <a:gd name="connsiteY3" fmla="*/ 217772 h 1611075"/>
              <a:gd name="connsiteX4" fmla="*/ 915053 w 2074198"/>
              <a:gd name="connsiteY4" fmla="*/ 1608656 h 1611075"/>
              <a:gd name="connsiteX5" fmla="*/ 176543 w 2074198"/>
              <a:gd name="connsiteY5" fmla="*/ 1611075 h 1611075"/>
              <a:gd name="connsiteX6" fmla="*/ 168 w 2074198"/>
              <a:gd name="connsiteY6" fmla="*/ 1425562 h 1611075"/>
              <a:gd name="connsiteX0" fmla="*/ 168 w 2074198"/>
              <a:gd name="connsiteY0" fmla="*/ 1425562 h 1611075"/>
              <a:gd name="connsiteX1" fmla="*/ 1181846 w 2074198"/>
              <a:gd name="connsiteY1" fmla="*/ 3972 h 1611075"/>
              <a:gd name="connsiteX2" fmla="*/ 1893605 w 2074198"/>
              <a:gd name="connsiteY2" fmla="*/ 3178 h 1611075"/>
              <a:gd name="connsiteX3" fmla="*/ 2074198 w 2074198"/>
              <a:gd name="connsiteY3" fmla="*/ 217772 h 1611075"/>
              <a:gd name="connsiteX4" fmla="*/ 915053 w 2074198"/>
              <a:gd name="connsiteY4" fmla="*/ 1608656 h 1611075"/>
              <a:gd name="connsiteX5" fmla="*/ 176543 w 2074198"/>
              <a:gd name="connsiteY5" fmla="*/ 1611075 h 1611075"/>
              <a:gd name="connsiteX6" fmla="*/ 168 w 2074198"/>
              <a:gd name="connsiteY6" fmla="*/ 1425562 h 1611075"/>
              <a:gd name="connsiteX0" fmla="*/ 168 w 2074198"/>
              <a:gd name="connsiteY0" fmla="*/ 1425562 h 1611075"/>
              <a:gd name="connsiteX1" fmla="*/ 1181846 w 2074198"/>
              <a:gd name="connsiteY1" fmla="*/ 3972 h 1611075"/>
              <a:gd name="connsiteX2" fmla="*/ 1893605 w 2074198"/>
              <a:gd name="connsiteY2" fmla="*/ 3178 h 1611075"/>
              <a:gd name="connsiteX3" fmla="*/ 2074198 w 2074198"/>
              <a:gd name="connsiteY3" fmla="*/ 217772 h 1611075"/>
              <a:gd name="connsiteX4" fmla="*/ 915053 w 2074198"/>
              <a:gd name="connsiteY4" fmla="*/ 1608656 h 1611075"/>
              <a:gd name="connsiteX5" fmla="*/ 176543 w 2074198"/>
              <a:gd name="connsiteY5" fmla="*/ 1611075 h 1611075"/>
              <a:gd name="connsiteX6" fmla="*/ 168 w 2074198"/>
              <a:gd name="connsiteY6" fmla="*/ 1425562 h 1611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74198" h="1611075">
                <a:moveTo>
                  <a:pt x="168" y="1425562"/>
                </a:moveTo>
                <a:cubicBezTo>
                  <a:pt x="-13747" y="2036916"/>
                  <a:pt x="948780" y="3379"/>
                  <a:pt x="1181846" y="3972"/>
                </a:cubicBezTo>
                <a:lnTo>
                  <a:pt x="1893605" y="3178"/>
                </a:lnTo>
                <a:cubicBezTo>
                  <a:pt x="1974634" y="8924"/>
                  <a:pt x="2072119" y="-57691"/>
                  <a:pt x="2074198" y="217772"/>
                </a:cubicBezTo>
                <a:cubicBezTo>
                  <a:pt x="2066085" y="-563017"/>
                  <a:pt x="1202760" y="1596748"/>
                  <a:pt x="915053" y="1608656"/>
                </a:cubicBezTo>
                <a:lnTo>
                  <a:pt x="176543" y="1611075"/>
                </a:lnTo>
                <a:cubicBezTo>
                  <a:pt x="87416" y="1598403"/>
                  <a:pt x="-4473" y="1617577"/>
                  <a:pt x="168" y="1425562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0"/>
                </a:schemeClr>
              </a:gs>
              <a:gs pos="50418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ko-KR" altLang="en-US" sz="2000"/>
          </a:p>
        </p:txBody>
      </p:sp>
      <p:sp>
        <p:nvSpPr>
          <p:cNvPr id="808" name="Parallelogram 31">
            <a:extLst>
              <a:ext uri="{FF2B5EF4-FFF2-40B4-BE49-F238E27FC236}">
                <a16:creationId xmlns:a16="http://schemas.microsoft.com/office/drawing/2014/main" id="{7FCE85D5-76ED-3C6B-A85C-94A898FE70B3}"/>
              </a:ext>
            </a:extLst>
          </p:cNvPr>
          <p:cNvSpPr/>
          <p:nvPr/>
        </p:nvSpPr>
        <p:spPr>
          <a:xfrm rot="5400000">
            <a:off x="316791" y="2229833"/>
            <a:ext cx="1096898" cy="1730480"/>
          </a:xfrm>
          <a:custGeom>
            <a:avLst/>
            <a:gdLst>
              <a:gd name="connsiteX0" fmla="*/ 0 w 2160038"/>
              <a:gd name="connsiteY0" fmla="*/ 1598104 h 1598104"/>
              <a:gd name="connsiteX1" fmla="*/ 1205194 w 2160038"/>
              <a:gd name="connsiteY1" fmla="*/ 0 h 1598104"/>
              <a:gd name="connsiteX2" fmla="*/ 2160038 w 2160038"/>
              <a:gd name="connsiteY2" fmla="*/ 0 h 1598104"/>
              <a:gd name="connsiteX3" fmla="*/ 954844 w 2160038"/>
              <a:gd name="connsiteY3" fmla="*/ 1598104 h 1598104"/>
              <a:gd name="connsiteX4" fmla="*/ 0 w 2160038"/>
              <a:gd name="connsiteY4" fmla="*/ 1598104 h 1598104"/>
              <a:gd name="connsiteX0" fmla="*/ 0 w 2160038"/>
              <a:gd name="connsiteY0" fmla="*/ 1598104 h 1598104"/>
              <a:gd name="connsiteX1" fmla="*/ 1205194 w 2160038"/>
              <a:gd name="connsiteY1" fmla="*/ 0 h 1598104"/>
              <a:gd name="connsiteX2" fmla="*/ 2160038 w 2160038"/>
              <a:gd name="connsiteY2" fmla="*/ 0 h 1598104"/>
              <a:gd name="connsiteX3" fmla="*/ 954844 w 2160038"/>
              <a:gd name="connsiteY3" fmla="*/ 1598104 h 1598104"/>
              <a:gd name="connsiteX4" fmla="*/ 196602 w 2160038"/>
              <a:gd name="connsiteY4" fmla="*/ 1593944 h 1598104"/>
              <a:gd name="connsiteX5" fmla="*/ 0 w 2160038"/>
              <a:gd name="connsiteY5" fmla="*/ 1598104 h 1598104"/>
              <a:gd name="connsiteX0" fmla="*/ 0 w 2086559"/>
              <a:gd name="connsiteY0" fmla="*/ 1489247 h 1598104"/>
              <a:gd name="connsiteX1" fmla="*/ 1131715 w 2086559"/>
              <a:gd name="connsiteY1" fmla="*/ 0 h 1598104"/>
              <a:gd name="connsiteX2" fmla="*/ 2086559 w 2086559"/>
              <a:gd name="connsiteY2" fmla="*/ 0 h 1598104"/>
              <a:gd name="connsiteX3" fmla="*/ 881365 w 2086559"/>
              <a:gd name="connsiteY3" fmla="*/ 1598104 h 1598104"/>
              <a:gd name="connsiteX4" fmla="*/ 123123 w 2086559"/>
              <a:gd name="connsiteY4" fmla="*/ 1593944 h 1598104"/>
              <a:gd name="connsiteX5" fmla="*/ 0 w 2086559"/>
              <a:gd name="connsiteY5" fmla="*/ 1489247 h 1598104"/>
              <a:gd name="connsiteX0" fmla="*/ 0 w 2086559"/>
              <a:gd name="connsiteY0" fmla="*/ 1489247 h 1598104"/>
              <a:gd name="connsiteX1" fmla="*/ 1131715 w 2086559"/>
              <a:gd name="connsiteY1" fmla="*/ 0 h 1598104"/>
              <a:gd name="connsiteX2" fmla="*/ 2086559 w 2086559"/>
              <a:gd name="connsiteY2" fmla="*/ 0 h 1598104"/>
              <a:gd name="connsiteX3" fmla="*/ 881365 w 2086559"/>
              <a:gd name="connsiteY3" fmla="*/ 1598104 h 1598104"/>
              <a:gd name="connsiteX4" fmla="*/ 123123 w 2086559"/>
              <a:gd name="connsiteY4" fmla="*/ 1593944 h 1598104"/>
              <a:gd name="connsiteX5" fmla="*/ 0 w 2086559"/>
              <a:gd name="connsiteY5" fmla="*/ 1489247 h 1598104"/>
              <a:gd name="connsiteX0" fmla="*/ 0 w 2078395"/>
              <a:gd name="connsiteY0" fmla="*/ 1478364 h 1598104"/>
              <a:gd name="connsiteX1" fmla="*/ 1123551 w 2078395"/>
              <a:gd name="connsiteY1" fmla="*/ 0 h 1598104"/>
              <a:gd name="connsiteX2" fmla="*/ 2078395 w 2078395"/>
              <a:gd name="connsiteY2" fmla="*/ 0 h 1598104"/>
              <a:gd name="connsiteX3" fmla="*/ 873201 w 2078395"/>
              <a:gd name="connsiteY3" fmla="*/ 1598104 h 1598104"/>
              <a:gd name="connsiteX4" fmla="*/ 114959 w 2078395"/>
              <a:gd name="connsiteY4" fmla="*/ 1593944 h 1598104"/>
              <a:gd name="connsiteX5" fmla="*/ 0 w 2078395"/>
              <a:gd name="connsiteY5" fmla="*/ 1478364 h 1598104"/>
              <a:gd name="connsiteX0" fmla="*/ 0 w 2078395"/>
              <a:gd name="connsiteY0" fmla="*/ 1478364 h 1598104"/>
              <a:gd name="connsiteX1" fmla="*/ 1123551 w 2078395"/>
              <a:gd name="connsiteY1" fmla="*/ 0 h 1598104"/>
              <a:gd name="connsiteX2" fmla="*/ 2078395 w 2078395"/>
              <a:gd name="connsiteY2" fmla="*/ 0 h 1598104"/>
              <a:gd name="connsiteX3" fmla="*/ 873201 w 2078395"/>
              <a:gd name="connsiteY3" fmla="*/ 1598104 h 1598104"/>
              <a:gd name="connsiteX4" fmla="*/ 114959 w 2078395"/>
              <a:gd name="connsiteY4" fmla="*/ 1593944 h 1598104"/>
              <a:gd name="connsiteX5" fmla="*/ 0 w 2078395"/>
              <a:gd name="connsiteY5" fmla="*/ 1478364 h 1598104"/>
              <a:gd name="connsiteX0" fmla="*/ 0 w 2078395"/>
              <a:gd name="connsiteY0" fmla="*/ 1478364 h 1598104"/>
              <a:gd name="connsiteX1" fmla="*/ 1123551 w 2078395"/>
              <a:gd name="connsiteY1" fmla="*/ 0 h 1598104"/>
              <a:gd name="connsiteX2" fmla="*/ 2078395 w 2078395"/>
              <a:gd name="connsiteY2" fmla="*/ 0 h 1598104"/>
              <a:gd name="connsiteX3" fmla="*/ 873201 w 2078395"/>
              <a:gd name="connsiteY3" fmla="*/ 1598104 h 1598104"/>
              <a:gd name="connsiteX4" fmla="*/ 114959 w 2078395"/>
              <a:gd name="connsiteY4" fmla="*/ 1593944 h 1598104"/>
              <a:gd name="connsiteX5" fmla="*/ 0 w 2078395"/>
              <a:gd name="connsiteY5" fmla="*/ 1478364 h 1598104"/>
              <a:gd name="connsiteX0" fmla="*/ 0 w 2078395"/>
              <a:gd name="connsiteY0" fmla="*/ 1478364 h 1598104"/>
              <a:gd name="connsiteX1" fmla="*/ 1123551 w 2078395"/>
              <a:gd name="connsiteY1" fmla="*/ 0 h 1598104"/>
              <a:gd name="connsiteX2" fmla="*/ 2078395 w 2078395"/>
              <a:gd name="connsiteY2" fmla="*/ 0 h 1598104"/>
              <a:gd name="connsiteX3" fmla="*/ 873201 w 2078395"/>
              <a:gd name="connsiteY3" fmla="*/ 1598104 h 1598104"/>
              <a:gd name="connsiteX4" fmla="*/ 114959 w 2078395"/>
              <a:gd name="connsiteY4" fmla="*/ 1593944 h 1598104"/>
              <a:gd name="connsiteX5" fmla="*/ 0 w 2078395"/>
              <a:gd name="connsiteY5" fmla="*/ 1478364 h 1598104"/>
              <a:gd name="connsiteX0" fmla="*/ 0 w 2078395"/>
              <a:gd name="connsiteY0" fmla="*/ 1478364 h 1598104"/>
              <a:gd name="connsiteX1" fmla="*/ 1123551 w 2078395"/>
              <a:gd name="connsiteY1" fmla="*/ 0 h 1598104"/>
              <a:gd name="connsiteX2" fmla="*/ 2078395 w 2078395"/>
              <a:gd name="connsiteY2" fmla="*/ 0 h 1598104"/>
              <a:gd name="connsiteX3" fmla="*/ 873201 w 2078395"/>
              <a:gd name="connsiteY3" fmla="*/ 1598104 h 1598104"/>
              <a:gd name="connsiteX4" fmla="*/ 114959 w 2078395"/>
              <a:gd name="connsiteY4" fmla="*/ 1593944 h 1598104"/>
              <a:gd name="connsiteX5" fmla="*/ 0 w 2078395"/>
              <a:gd name="connsiteY5" fmla="*/ 1478364 h 1598104"/>
              <a:gd name="connsiteX0" fmla="*/ 0 w 2089280"/>
              <a:gd name="connsiteY0" fmla="*/ 1478366 h 1598104"/>
              <a:gd name="connsiteX1" fmla="*/ 1134436 w 2089280"/>
              <a:gd name="connsiteY1" fmla="*/ 0 h 1598104"/>
              <a:gd name="connsiteX2" fmla="*/ 2089280 w 2089280"/>
              <a:gd name="connsiteY2" fmla="*/ 0 h 1598104"/>
              <a:gd name="connsiteX3" fmla="*/ 884086 w 2089280"/>
              <a:gd name="connsiteY3" fmla="*/ 1598104 h 1598104"/>
              <a:gd name="connsiteX4" fmla="*/ 125844 w 2089280"/>
              <a:gd name="connsiteY4" fmla="*/ 1593944 h 1598104"/>
              <a:gd name="connsiteX5" fmla="*/ 0 w 2089280"/>
              <a:gd name="connsiteY5" fmla="*/ 1478366 h 1598104"/>
              <a:gd name="connsiteX0" fmla="*/ 0 w 2089280"/>
              <a:gd name="connsiteY0" fmla="*/ 1470201 h 1598104"/>
              <a:gd name="connsiteX1" fmla="*/ 1134436 w 2089280"/>
              <a:gd name="connsiteY1" fmla="*/ 0 h 1598104"/>
              <a:gd name="connsiteX2" fmla="*/ 2089280 w 2089280"/>
              <a:gd name="connsiteY2" fmla="*/ 0 h 1598104"/>
              <a:gd name="connsiteX3" fmla="*/ 884086 w 2089280"/>
              <a:gd name="connsiteY3" fmla="*/ 1598104 h 1598104"/>
              <a:gd name="connsiteX4" fmla="*/ 125844 w 2089280"/>
              <a:gd name="connsiteY4" fmla="*/ 1593944 h 1598104"/>
              <a:gd name="connsiteX5" fmla="*/ 0 w 2089280"/>
              <a:gd name="connsiteY5" fmla="*/ 1470201 h 1598104"/>
              <a:gd name="connsiteX0" fmla="*/ 0 w 2116495"/>
              <a:gd name="connsiteY0" fmla="*/ 1413051 h 1598104"/>
              <a:gd name="connsiteX1" fmla="*/ 1161651 w 2116495"/>
              <a:gd name="connsiteY1" fmla="*/ 0 h 1598104"/>
              <a:gd name="connsiteX2" fmla="*/ 2116495 w 2116495"/>
              <a:gd name="connsiteY2" fmla="*/ 0 h 1598104"/>
              <a:gd name="connsiteX3" fmla="*/ 911301 w 2116495"/>
              <a:gd name="connsiteY3" fmla="*/ 1598104 h 1598104"/>
              <a:gd name="connsiteX4" fmla="*/ 153059 w 2116495"/>
              <a:gd name="connsiteY4" fmla="*/ 1593944 h 1598104"/>
              <a:gd name="connsiteX5" fmla="*/ 0 w 2116495"/>
              <a:gd name="connsiteY5" fmla="*/ 1413051 h 1598104"/>
              <a:gd name="connsiteX0" fmla="*/ 0 w 2116495"/>
              <a:gd name="connsiteY0" fmla="*/ 1413051 h 1598104"/>
              <a:gd name="connsiteX1" fmla="*/ 1161651 w 2116495"/>
              <a:gd name="connsiteY1" fmla="*/ 0 h 1598104"/>
              <a:gd name="connsiteX2" fmla="*/ 2116495 w 2116495"/>
              <a:gd name="connsiteY2" fmla="*/ 0 h 1598104"/>
              <a:gd name="connsiteX3" fmla="*/ 911301 w 2116495"/>
              <a:gd name="connsiteY3" fmla="*/ 1598104 h 1598104"/>
              <a:gd name="connsiteX4" fmla="*/ 153059 w 2116495"/>
              <a:gd name="connsiteY4" fmla="*/ 1593944 h 1598104"/>
              <a:gd name="connsiteX5" fmla="*/ 0 w 2116495"/>
              <a:gd name="connsiteY5" fmla="*/ 1413051 h 1598104"/>
              <a:gd name="connsiteX0" fmla="*/ 0 w 2116495"/>
              <a:gd name="connsiteY0" fmla="*/ 1413051 h 1598104"/>
              <a:gd name="connsiteX1" fmla="*/ 1161651 w 2116495"/>
              <a:gd name="connsiteY1" fmla="*/ 0 h 1598104"/>
              <a:gd name="connsiteX2" fmla="*/ 2116495 w 2116495"/>
              <a:gd name="connsiteY2" fmla="*/ 0 h 1598104"/>
              <a:gd name="connsiteX3" fmla="*/ 911301 w 2116495"/>
              <a:gd name="connsiteY3" fmla="*/ 1598104 h 1598104"/>
              <a:gd name="connsiteX4" fmla="*/ 153059 w 2116495"/>
              <a:gd name="connsiteY4" fmla="*/ 1593944 h 1598104"/>
              <a:gd name="connsiteX5" fmla="*/ 0 w 2116495"/>
              <a:gd name="connsiteY5" fmla="*/ 1413051 h 1598104"/>
              <a:gd name="connsiteX0" fmla="*/ 0 w 2127381"/>
              <a:gd name="connsiteY0" fmla="*/ 1323246 h 1598104"/>
              <a:gd name="connsiteX1" fmla="*/ 1172537 w 2127381"/>
              <a:gd name="connsiteY1" fmla="*/ 0 h 1598104"/>
              <a:gd name="connsiteX2" fmla="*/ 2127381 w 2127381"/>
              <a:gd name="connsiteY2" fmla="*/ 0 h 1598104"/>
              <a:gd name="connsiteX3" fmla="*/ 922187 w 2127381"/>
              <a:gd name="connsiteY3" fmla="*/ 1598104 h 1598104"/>
              <a:gd name="connsiteX4" fmla="*/ 163945 w 2127381"/>
              <a:gd name="connsiteY4" fmla="*/ 1593944 h 1598104"/>
              <a:gd name="connsiteX5" fmla="*/ 0 w 2127381"/>
              <a:gd name="connsiteY5" fmla="*/ 1323246 h 1598104"/>
              <a:gd name="connsiteX0" fmla="*/ 993 w 2128374"/>
              <a:gd name="connsiteY0" fmla="*/ 1323246 h 1598104"/>
              <a:gd name="connsiteX1" fmla="*/ 1173530 w 2128374"/>
              <a:gd name="connsiteY1" fmla="*/ 0 h 1598104"/>
              <a:gd name="connsiteX2" fmla="*/ 2128374 w 2128374"/>
              <a:gd name="connsiteY2" fmla="*/ 0 h 1598104"/>
              <a:gd name="connsiteX3" fmla="*/ 923180 w 2128374"/>
              <a:gd name="connsiteY3" fmla="*/ 1598104 h 1598104"/>
              <a:gd name="connsiteX4" fmla="*/ 164938 w 2128374"/>
              <a:gd name="connsiteY4" fmla="*/ 1593944 h 1598104"/>
              <a:gd name="connsiteX5" fmla="*/ 993 w 2128374"/>
              <a:gd name="connsiteY5" fmla="*/ 1323246 h 1598104"/>
              <a:gd name="connsiteX0" fmla="*/ 993 w 2128374"/>
              <a:gd name="connsiteY0" fmla="*/ 1323246 h 1598104"/>
              <a:gd name="connsiteX1" fmla="*/ 1173530 w 2128374"/>
              <a:gd name="connsiteY1" fmla="*/ 0 h 1598104"/>
              <a:gd name="connsiteX2" fmla="*/ 2128374 w 2128374"/>
              <a:gd name="connsiteY2" fmla="*/ 0 h 1598104"/>
              <a:gd name="connsiteX3" fmla="*/ 923180 w 2128374"/>
              <a:gd name="connsiteY3" fmla="*/ 1598104 h 1598104"/>
              <a:gd name="connsiteX4" fmla="*/ 164938 w 2128374"/>
              <a:gd name="connsiteY4" fmla="*/ 1593944 h 1598104"/>
              <a:gd name="connsiteX5" fmla="*/ 993 w 2128374"/>
              <a:gd name="connsiteY5" fmla="*/ 1323246 h 1598104"/>
              <a:gd name="connsiteX0" fmla="*/ 0 w 2127381"/>
              <a:gd name="connsiteY0" fmla="*/ 1323246 h 1598104"/>
              <a:gd name="connsiteX1" fmla="*/ 1172537 w 2127381"/>
              <a:gd name="connsiteY1" fmla="*/ 0 h 1598104"/>
              <a:gd name="connsiteX2" fmla="*/ 2127381 w 2127381"/>
              <a:gd name="connsiteY2" fmla="*/ 0 h 1598104"/>
              <a:gd name="connsiteX3" fmla="*/ 922187 w 2127381"/>
              <a:gd name="connsiteY3" fmla="*/ 1598104 h 1598104"/>
              <a:gd name="connsiteX4" fmla="*/ 163945 w 2127381"/>
              <a:gd name="connsiteY4" fmla="*/ 1593944 h 1598104"/>
              <a:gd name="connsiteX5" fmla="*/ 0 w 2127381"/>
              <a:gd name="connsiteY5" fmla="*/ 1323246 h 1598104"/>
              <a:gd name="connsiteX0" fmla="*/ 0 w 2127381"/>
              <a:gd name="connsiteY0" fmla="*/ 1323246 h 1598104"/>
              <a:gd name="connsiteX1" fmla="*/ 1172537 w 2127381"/>
              <a:gd name="connsiteY1" fmla="*/ 0 h 1598104"/>
              <a:gd name="connsiteX2" fmla="*/ 2127381 w 2127381"/>
              <a:gd name="connsiteY2" fmla="*/ 0 h 1598104"/>
              <a:gd name="connsiteX3" fmla="*/ 922187 w 2127381"/>
              <a:gd name="connsiteY3" fmla="*/ 1598104 h 1598104"/>
              <a:gd name="connsiteX4" fmla="*/ 163945 w 2127381"/>
              <a:gd name="connsiteY4" fmla="*/ 1593944 h 1598104"/>
              <a:gd name="connsiteX5" fmla="*/ 0 w 2127381"/>
              <a:gd name="connsiteY5" fmla="*/ 1323246 h 1598104"/>
              <a:gd name="connsiteX0" fmla="*/ 0 w 2140988"/>
              <a:gd name="connsiteY0" fmla="*/ 1325969 h 1598104"/>
              <a:gd name="connsiteX1" fmla="*/ 1186144 w 2140988"/>
              <a:gd name="connsiteY1" fmla="*/ 0 h 1598104"/>
              <a:gd name="connsiteX2" fmla="*/ 2140988 w 2140988"/>
              <a:gd name="connsiteY2" fmla="*/ 0 h 1598104"/>
              <a:gd name="connsiteX3" fmla="*/ 935794 w 2140988"/>
              <a:gd name="connsiteY3" fmla="*/ 1598104 h 1598104"/>
              <a:gd name="connsiteX4" fmla="*/ 177552 w 2140988"/>
              <a:gd name="connsiteY4" fmla="*/ 1593944 h 1598104"/>
              <a:gd name="connsiteX5" fmla="*/ 0 w 2140988"/>
              <a:gd name="connsiteY5" fmla="*/ 1325969 h 1598104"/>
              <a:gd name="connsiteX0" fmla="*/ 0 w 2140988"/>
              <a:gd name="connsiteY0" fmla="*/ 1325969 h 1598104"/>
              <a:gd name="connsiteX1" fmla="*/ 1186144 w 2140988"/>
              <a:gd name="connsiteY1" fmla="*/ 0 h 1598104"/>
              <a:gd name="connsiteX2" fmla="*/ 2140988 w 2140988"/>
              <a:gd name="connsiteY2" fmla="*/ 0 h 1598104"/>
              <a:gd name="connsiteX3" fmla="*/ 935794 w 2140988"/>
              <a:gd name="connsiteY3" fmla="*/ 1598104 h 1598104"/>
              <a:gd name="connsiteX4" fmla="*/ 177552 w 2140988"/>
              <a:gd name="connsiteY4" fmla="*/ 1593944 h 1598104"/>
              <a:gd name="connsiteX5" fmla="*/ 0 w 2140988"/>
              <a:gd name="connsiteY5" fmla="*/ 1325969 h 1598104"/>
              <a:gd name="connsiteX0" fmla="*/ 0 w 2140988"/>
              <a:gd name="connsiteY0" fmla="*/ 1325969 h 1598104"/>
              <a:gd name="connsiteX1" fmla="*/ 1186144 w 2140988"/>
              <a:gd name="connsiteY1" fmla="*/ 0 h 1598104"/>
              <a:gd name="connsiteX2" fmla="*/ 2140988 w 2140988"/>
              <a:gd name="connsiteY2" fmla="*/ 0 h 1598104"/>
              <a:gd name="connsiteX3" fmla="*/ 935794 w 2140988"/>
              <a:gd name="connsiteY3" fmla="*/ 1598104 h 1598104"/>
              <a:gd name="connsiteX4" fmla="*/ 177552 w 2140988"/>
              <a:gd name="connsiteY4" fmla="*/ 1593944 h 1598104"/>
              <a:gd name="connsiteX5" fmla="*/ 0 w 2140988"/>
              <a:gd name="connsiteY5" fmla="*/ 1325969 h 1598104"/>
              <a:gd name="connsiteX0" fmla="*/ 0 w 2140988"/>
              <a:gd name="connsiteY0" fmla="*/ 1325969 h 1598104"/>
              <a:gd name="connsiteX1" fmla="*/ 1186144 w 2140988"/>
              <a:gd name="connsiteY1" fmla="*/ 0 h 1598104"/>
              <a:gd name="connsiteX2" fmla="*/ 2140988 w 2140988"/>
              <a:gd name="connsiteY2" fmla="*/ 0 h 1598104"/>
              <a:gd name="connsiteX3" fmla="*/ 935794 w 2140988"/>
              <a:gd name="connsiteY3" fmla="*/ 1598104 h 1598104"/>
              <a:gd name="connsiteX4" fmla="*/ 177552 w 2140988"/>
              <a:gd name="connsiteY4" fmla="*/ 1593944 h 1598104"/>
              <a:gd name="connsiteX5" fmla="*/ 0 w 2140988"/>
              <a:gd name="connsiteY5" fmla="*/ 1325969 h 1598104"/>
              <a:gd name="connsiteX0" fmla="*/ 0 w 2140988"/>
              <a:gd name="connsiteY0" fmla="*/ 1325969 h 1598104"/>
              <a:gd name="connsiteX1" fmla="*/ 1186144 w 2140988"/>
              <a:gd name="connsiteY1" fmla="*/ 0 h 1598104"/>
              <a:gd name="connsiteX2" fmla="*/ 2140988 w 2140988"/>
              <a:gd name="connsiteY2" fmla="*/ 0 h 1598104"/>
              <a:gd name="connsiteX3" fmla="*/ 935794 w 2140988"/>
              <a:gd name="connsiteY3" fmla="*/ 1598104 h 1598104"/>
              <a:gd name="connsiteX4" fmla="*/ 177552 w 2140988"/>
              <a:gd name="connsiteY4" fmla="*/ 1593944 h 1598104"/>
              <a:gd name="connsiteX5" fmla="*/ 0 w 2140988"/>
              <a:gd name="connsiteY5" fmla="*/ 1325969 h 1598104"/>
              <a:gd name="connsiteX0" fmla="*/ 0 w 2140988"/>
              <a:gd name="connsiteY0" fmla="*/ 1325969 h 1598104"/>
              <a:gd name="connsiteX1" fmla="*/ 1186144 w 2140988"/>
              <a:gd name="connsiteY1" fmla="*/ 0 h 1598104"/>
              <a:gd name="connsiteX2" fmla="*/ 2140988 w 2140988"/>
              <a:gd name="connsiteY2" fmla="*/ 0 h 1598104"/>
              <a:gd name="connsiteX3" fmla="*/ 935794 w 2140988"/>
              <a:gd name="connsiteY3" fmla="*/ 1598104 h 1598104"/>
              <a:gd name="connsiteX4" fmla="*/ 177552 w 2140988"/>
              <a:gd name="connsiteY4" fmla="*/ 1593944 h 1598104"/>
              <a:gd name="connsiteX5" fmla="*/ 0 w 2140988"/>
              <a:gd name="connsiteY5" fmla="*/ 1325969 h 1598104"/>
              <a:gd name="connsiteX0" fmla="*/ 0 w 2113774"/>
              <a:gd name="connsiteY0" fmla="*/ 1502861 h 1718854"/>
              <a:gd name="connsiteX1" fmla="*/ 1158930 w 2113774"/>
              <a:gd name="connsiteY1" fmla="*/ 0 h 1718854"/>
              <a:gd name="connsiteX2" fmla="*/ 2113774 w 2113774"/>
              <a:gd name="connsiteY2" fmla="*/ 0 h 1718854"/>
              <a:gd name="connsiteX3" fmla="*/ 908580 w 2113774"/>
              <a:gd name="connsiteY3" fmla="*/ 1598104 h 1718854"/>
              <a:gd name="connsiteX4" fmla="*/ 150338 w 2113774"/>
              <a:gd name="connsiteY4" fmla="*/ 1593944 h 1718854"/>
              <a:gd name="connsiteX5" fmla="*/ 0 w 2113774"/>
              <a:gd name="connsiteY5" fmla="*/ 1502861 h 1718854"/>
              <a:gd name="connsiteX0" fmla="*/ 0 w 2113774"/>
              <a:gd name="connsiteY0" fmla="*/ 1502861 h 1718854"/>
              <a:gd name="connsiteX1" fmla="*/ 1158930 w 2113774"/>
              <a:gd name="connsiteY1" fmla="*/ 0 h 1718854"/>
              <a:gd name="connsiteX2" fmla="*/ 2113774 w 2113774"/>
              <a:gd name="connsiteY2" fmla="*/ 0 h 1718854"/>
              <a:gd name="connsiteX3" fmla="*/ 908580 w 2113774"/>
              <a:gd name="connsiteY3" fmla="*/ 1598104 h 1718854"/>
              <a:gd name="connsiteX4" fmla="*/ 150338 w 2113774"/>
              <a:gd name="connsiteY4" fmla="*/ 1593944 h 1718854"/>
              <a:gd name="connsiteX5" fmla="*/ 0 w 2113774"/>
              <a:gd name="connsiteY5" fmla="*/ 1502861 h 1718854"/>
              <a:gd name="connsiteX0" fmla="*/ 0 w 2113774"/>
              <a:gd name="connsiteY0" fmla="*/ 1502861 h 1598104"/>
              <a:gd name="connsiteX1" fmla="*/ 1158930 w 2113774"/>
              <a:gd name="connsiteY1" fmla="*/ 0 h 1598104"/>
              <a:gd name="connsiteX2" fmla="*/ 2113774 w 2113774"/>
              <a:gd name="connsiteY2" fmla="*/ 0 h 1598104"/>
              <a:gd name="connsiteX3" fmla="*/ 908580 w 2113774"/>
              <a:gd name="connsiteY3" fmla="*/ 1598104 h 1598104"/>
              <a:gd name="connsiteX4" fmla="*/ 150338 w 2113774"/>
              <a:gd name="connsiteY4" fmla="*/ 1593944 h 1598104"/>
              <a:gd name="connsiteX5" fmla="*/ 0 w 2113774"/>
              <a:gd name="connsiteY5" fmla="*/ 1502861 h 1598104"/>
              <a:gd name="connsiteX0" fmla="*/ 0 w 2113774"/>
              <a:gd name="connsiteY0" fmla="*/ 1502861 h 1598104"/>
              <a:gd name="connsiteX1" fmla="*/ 1158930 w 2113774"/>
              <a:gd name="connsiteY1" fmla="*/ 0 h 1598104"/>
              <a:gd name="connsiteX2" fmla="*/ 2113774 w 2113774"/>
              <a:gd name="connsiteY2" fmla="*/ 0 h 1598104"/>
              <a:gd name="connsiteX3" fmla="*/ 908580 w 2113774"/>
              <a:gd name="connsiteY3" fmla="*/ 1598104 h 1598104"/>
              <a:gd name="connsiteX4" fmla="*/ 150338 w 2113774"/>
              <a:gd name="connsiteY4" fmla="*/ 1593944 h 1598104"/>
              <a:gd name="connsiteX5" fmla="*/ 0 w 2113774"/>
              <a:gd name="connsiteY5" fmla="*/ 1502861 h 1598104"/>
              <a:gd name="connsiteX0" fmla="*/ 1 w 2113775"/>
              <a:gd name="connsiteY0" fmla="*/ 1502861 h 1598104"/>
              <a:gd name="connsiteX1" fmla="*/ 1158931 w 2113775"/>
              <a:gd name="connsiteY1" fmla="*/ 0 h 1598104"/>
              <a:gd name="connsiteX2" fmla="*/ 2113775 w 2113775"/>
              <a:gd name="connsiteY2" fmla="*/ 0 h 1598104"/>
              <a:gd name="connsiteX3" fmla="*/ 908581 w 2113775"/>
              <a:gd name="connsiteY3" fmla="*/ 1598104 h 1598104"/>
              <a:gd name="connsiteX4" fmla="*/ 150339 w 2113775"/>
              <a:gd name="connsiteY4" fmla="*/ 1593944 h 1598104"/>
              <a:gd name="connsiteX5" fmla="*/ 1 w 2113775"/>
              <a:gd name="connsiteY5" fmla="*/ 1502861 h 1598104"/>
              <a:gd name="connsiteX0" fmla="*/ 1 w 2113775"/>
              <a:gd name="connsiteY0" fmla="*/ 1502861 h 1598104"/>
              <a:gd name="connsiteX1" fmla="*/ 1158931 w 2113775"/>
              <a:gd name="connsiteY1" fmla="*/ 0 h 1598104"/>
              <a:gd name="connsiteX2" fmla="*/ 2113775 w 2113775"/>
              <a:gd name="connsiteY2" fmla="*/ 0 h 1598104"/>
              <a:gd name="connsiteX3" fmla="*/ 908581 w 2113775"/>
              <a:gd name="connsiteY3" fmla="*/ 1598104 h 1598104"/>
              <a:gd name="connsiteX4" fmla="*/ 150339 w 2113775"/>
              <a:gd name="connsiteY4" fmla="*/ 1593944 h 1598104"/>
              <a:gd name="connsiteX5" fmla="*/ 1 w 2113775"/>
              <a:gd name="connsiteY5" fmla="*/ 1502861 h 1598104"/>
              <a:gd name="connsiteX0" fmla="*/ 1 w 2113775"/>
              <a:gd name="connsiteY0" fmla="*/ 1502861 h 1598104"/>
              <a:gd name="connsiteX1" fmla="*/ 1158931 w 2113775"/>
              <a:gd name="connsiteY1" fmla="*/ 0 h 1598104"/>
              <a:gd name="connsiteX2" fmla="*/ 2113775 w 2113775"/>
              <a:gd name="connsiteY2" fmla="*/ 0 h 1598104"/>
              <a:gd name="connsiteX3" fmla="*/ 908581 w 2113775"/>
              <a:gd name="connsiteY3" fmla="*/ 1598104 h 1598104"/>
              <a:gd name="connsiteX4" fmla="*/ 150339 w 2113775"/>
              <a:gd name="connsiteY4" fmla="*/ 1593944 h 1598104"/>
              <a:gd name="connsiteX5" fmla="*/ 1 w 2113775"/>
              <a:gd name="connsiteY5" fmla="*/ 1502861 h 1598104"/>
              <a:gd name="connsiteX0" fmla="*/ 1 w 2113775"/>
              <a:gd name="connsiteY0" fmla="*/ 1502861 h 1598104"/>
              <a:gd name="connsiteX1" fmla="*/ 1158931 w 2113775"/>
              <a:gd name="connsiteY1" fmla="*/ 0 h 1598104"/>
              <a:gd name="connsiteX2" fmla="*/ 2113775 w 2113775"/>
              <a:gd name="connsiteY2" fmla="*/ 0 h 1598104"/>
              <a:gd name="connsiteX3" fmla="*/ 908581 w 2113775"/>
              <a:gd name="connsiteY3" fmla="*/ 1598104 h 1598104"/>
              <a:gd name="connsiteX4" fmla="*/ 150339 w 2113775"/>
              <a:gd name="connsiteY4" fmla="*/ 1593944 h 1598104"/>
              <a:gd name="connsiteX5" fmla="*/ 1 w 2113775"/>
              <a:gd name="connsiteY5" fmla="*/ 1502861 h 1598104"/>
              <a:gd name="connsiteX0" fmla="*/ 1 w 2129230"/>
              <a:gd name="connsiteY0" fmla="*/ 1459075 h 1598104"/>
              <a:gd name="connsiteX1" fmla="*/ 1174386 w 2129230"/>
              <a:gd name="connsiteY1" fmla="*/ 0 h 1598104"/>
              <a:gd name="connsiteX2" fmla="*/ 2129230 w 2129230"/>
              <a:gd name="connsiteY2" fmla="*/ 0 h 1598104"/>
              <a:gd name="connsiteX3" fmla="*/ 924036 w 2129230"/>
              <a:gd name="connsiteY3" fmla="*/ 1598104 h 1598104"/>
              <a:gd name="connsiteX4" fmla="*/ 165794 w 2129230"/>
              <a:gd name="connsiteY4" fmla="*/ 1593944 h 1598104"/>
              <a:gd name="connsiteX5" fmla="*/ 1 w 2129230"/>
              <a:gd name="connsiteY5" fmla="*/ 1459075 h 1598104"/>
              <a:gd name="connsiteX0" fmla="*/ 2 w 2124080"/>
              <a:gd name="connsiteY0" fmla="*/ 1448772 h 1598104"/>
              <a:gd name="connsiteX1" fmla="*/ 1169236 w 2124080"/>
              <a:gd name="connsiteY1" fmla="*/ 0 h 1598104"/>
              <a:gd name="connsiteX2" fmla="*/ 2124080 w 2124080"/>
              <a:gd name="connsiteY2" fmla="*/ 0 h 1598104"/>
              <a:gd name="connsiteX3" fmla="*/ 918886 w 2124080"/>
              <a:gd name="connsiteY3" fmla="*/ 1598104 h 1598104"/>
              <a:gd name="connsiteX4" fmla="*/ 160644 w 2124080"/>
              <a:gd name="connsiteY4" fmla="*/ 1593944 h 1598104"/>
              <a:gd name="connsiteX5" fmla="*/ 2 w 2124080"/>
              <a:gd name="connsiteY5" fmla="*/ 1448772 h 1598104"/>
              <a:gd name="connsiteX0" fmla="*/ 2 w 2124080"/>
              <a:gd name="connsiteY0" fmla="*/ 1448772 h 1598104"/>
              <a:gd name="connsiteX1" fmla="*/ 1169236 w 2124080"/>
              <a:gd name="connsiteY1" fmla="*/ 0 h 1598104"/>
              <a:gd name="connsiteX2" fmla="*/ 2124080 w 2124080"/>
              <a:gd name="connsiteY2" fmla="*/ 0 h 1598104"/>
              <a:gd name="connsiteX3" fmla="*/ 918886 w 2124080"/>
              <a:gd name="connsiteY3" fmla="*/ 1598104 h 1598104"/>
              <a:gd name="connsiteX4" fmla="*/ 160644 w 2124080"/>
              <a:gd name="connsiteY4" fmla="*/ 1593944 h 1598104"/>
              <a:gd name="connsiteX5" fmla="*/ 2 w 2124080"/>
              <a:gd name="connsiteY5" fmla="*/ 1448772 h 1598104"/>
              <a:gd name="connsiteX0" fmla="*/ 0 w 2124078"/>
              <a:gd name="connsiteY0" fmla="*/ 1448772 h 1598104"/>
              <a:gd name="connsiteX1" fmla="*/ 1169234 w 2124078"/>
              <a:gd name="connsiteY1" fmla="*/ 0 h 1598104"/>
              <a:gd name="connsiteX2" fmla="*/ 2124078 w 2124078"/>
              <a:gd name="connsiteY2" fmla="*/ 0 h 1598104"/>
              <a:gd name="connsiteX3" fmla="*/ 918884 w 2124078"/>
              <a:gd name="connsiteY3" fmla="*/ 1598104 h 1598104"/>
              <a:gd name="connsiteX4" fmla="*/ 160642 w 2124078"/>
              <a:gd name="connsiteY4" fmla="*/ 1593944 h 1598104"/>
              <a:gd name="connsiteX5" fmla="*/ 0 w 2124078"/>
              <a:gd name="connsiteY5" fmla="*/ 1448772 h 1598104"/>
              <a:gd name="connsiteX0" fmla="*/ 0 w 2124078"/>
              <a:gd name="connsiteY0" fmla="*/ 1448772 h 1598104"/>
              <a:gd name="connsiteX1" fmla="*/ 1169234 w 2124078"/>
              <a:gd name="connsiteY1" fmla="*/ 0 h 1598104"/>
              <a:gd name="connsiteX2" fmla="*/ 2124078 w 2124078"/>
              <a:gd name="connsiteY2" fmla="*/ 0 h 1598104"/>
              <a:gd name="connsiteX3" fmla="*/ 918884 w 2124078"/>
              <a:gd name="connsiteY3" fmla="*/ 1598104 h 1598104"/>
              <a:gd name="connsiteX4" fmla="*/ 160642 w 2124078"/>
              <a:gd name="connsiteY4" fmla="*/ 1593944 h 1598104"/>
              <a:gd name="connsiteX5" fmla="*/ 0 w 2124078"/>
              <a:gd name="connsiteY5" fmla="*/ 1448772 h 1598104"/>
              <a:gd name="connsiteX0" fmla="*/ 31 w 2124109"/>
              <a:gd name="connsiteY0" fmla="*/ 1448772 h 1598104"/>
              <a:gd name="connsiteX1" fmla="*/ 1169265 w 2124109"/>
              <a:gd name="connsiteY1" fmla="*/ 0 h 1598104"/>
              <a:gd name="connsiteX2" fmla="*/ 2124109 w 2124109"/>
              <a:gd name="connsiteY2" fmla="*/ 0 h 1598104"/>
              <a:gd name="connsiteX3" fmla="*/ 918915 w 2124109"/>
              <a:gd name="connsiteY3" fmla="*/ 1598104 h 1598104"/>
              <a:gd name="connsiteX4" fmla="*/ 160673 w 2124109"/>
              <a:gd name="connsiteY4" fmla="*/ 1593944 h 1598104"/>
              <a:gd name="connsiteX5" fmla="*/ 31 w 2124109"/>
              <a:gd name="connsiteY5" fmla="*/ 1448772 h 1598104"/>
              <a:gd name="connsiteX0" fmla="*/ 31 w 2124109"/>
              <a:gd name="connsiteY0" fmla="*/ 1448772 h 1598104"/>
              <a:gd name="connsiteX1" fmla="*/ 1169265 w 2124109"/>
              <a:gd name="connsiteY1" fmla="*/ 0 h 1598104"/>
              <a:gd name="connsiteX2" fmla="*/ 2124109 w 2124109"/>
              <a:gd name="connsiteY2" fmla="*/ 0 h 1598104"/>
              <a:gd name="connsiteX3" fmla="*/ 918915 w 2124109"/>
              <a:gd name="connsiteY3" fmla="*/ 1598104 h 1598104"/>
              <a:gd name="connsiteX4" fmla="*/ 160673 w 2124109"/>
              <a:gd name="connsiteY4" fmla="*/ 1593944 h 1598104"/>
              <a:gd name="connsiteX5" fmla="*/ 31 w 2124109"/>
              <a:gd name="connsiteY5" fmla="*/ 1448772 h 1598104"/>
              <a:gd name="connsiteX0" fmla="*/ 177 w 2124255"/>
              <a:gd name="connsiteY0" fmla="*/ 1448772 h 1598104"/>
              <a:gd name="connsiteX1" fmla="*/ 1169411 w 2124255"/>
              <a:gd name="connsiteY1" fmla="*/ 0 h 1598104"/>
              <a:gd name="connsiteX2" fmla="*/ 2124255 w 2124255"/>
              <a:gd name="connsiteY2" fmla="*/ 0 h 1598104"/>
              <a:gd name="connsiteX3" fmla="*/ 919061 w 2124255"/>
              <a:gd name="connsiteY3" fmla="*/ 1598104 h 1598104"/>
              <a:gd name="connsiteX4" fmla="*/ 160819 w 2124255"/>
              <a:gd name="connsiteY4" fmla="*/ 1593944 h 1598104"/>
              <a:gd name="connsiteX5" fmla="*/ 177 w 2124255"/>
              <a:gd name="connsiteY5" fmla="*/ 1448772 h 1598104"/>
              <a:gd name="connsiteX0" fmla="*/ 177 w 2124255"/>
              <a:gd name="connsiteY0" fmla="*/ 1448772 h 1598104"/>
              <a:gd name="connsiteX1" fmla="*/ 1169411 w 2124255"/>
              <a:gd name="connsiteY1" fmla="*/ 0 h 1598104"/>
              <a:gd name="connsiteX2" fmla="*/ 2124255 w 2124255"/>
              <a:gd name="connsiteY2" fmla="*/ 0 h 1598104"/>
              <a:gd name="connsiteX3" fmla="*/ 919061 w 2124255"/>
              <a:gd name="connsiteY3" fmla="*/ 1598104 h 1598104"/>
              <a:gd name="connsiteX4" fmla="*/ 160819 w 2124255"/>
              <a:gd name="connsiteY4" fmla="*/ 1593944 h 1598104"/>
              <a:gd name="connsiteX5" fmla="*/ 177 w 2124255"/>
              <a:gd name="connsiteY5" fmla="*/ 1448772 h 1598104"/>
              <a:gd name="connsiteX0" fmla="*/ 176 w 2126830"/>
              <a:gd name="connsiteY0" fmla="*/ 1428168 h 1598104"/>
              <a:gd name="connsiteX1" fmla="*/ 1171986 w 2126830"/>
              <a:gd name="connsiteY1" fmla="*/ 0 h 1598104"/>
              <a:gd name="connsiteX2" fmla="*/ 2126830 w 2126830"/>
              <a:gd name="connsiteY2" fmla="*/ 0 h 1598104"/>
              <a:gd name="connsiteX3" fmla="*/ 921636 w 2126830"/>
              <a:gd name="connsiteY3" fmla="*/ 1598104 h 1598104"/>
              <a:gd name="connsiteX4" fmla="*/ 163394 w 2126830"/>
              <a:gd name="connsiteY4" fmla="*/ 1593944 h 1598104"/>
              <a:gd name="connsiteX5" fmla="*/ 176 w 2126830"/>
              <a:gd name="connsiteY5" fmla="*/ 1428168 h 1598104"/>
              <a:gd name="connsiteX0" fmla="*/ 174 w 2136696"/>
              <a:gd name="connsiteY0" fmla="*/ 1421590 h 1598104"/>
              <a:gd name="connsiteX1" fmla="*/ 1181852 w 2136696"/>
              <a:gd name="connsiteY1" fmla="*/ 0 h 1598104"/>
              <a:gd name="connsiteX2" fmla="*/ 2136696 w 2136696"/>
              <a:gd name="connsiteY2" fmla="*/ 0 h 1598104"/>
              <a:gd name="connsiteX3" fmla="*/ 931502 w 2136696"/>
              <a:gd name="connsiteY3" fmla="*/ 1598104 h 1598104"/>
              <a:gd name="connsiteX4" fmla="*/ 173260 w 2136696"/>
              <a:gd name="connsiteY4" fmla="*/ 1593944 h 1598104"/>
              <a:gd name="connsiteX5" fmla="*/ 174 w 2136696"/>
              <a:gd name="connsiteY5" fmla="*/ 1421590 h 1598104"/>
              <a:gd name="connsiteX0" fmla="*/ 174 w 2136696"/>
              <a:gd name="connsiteY0" fmla="*/ 1421590 h 1598104"/>
              <a:gd name="connsiteX1" fmla="*/ 1181852 w 2136696"/>
              <a:gd name="connsiteY1" fmla="*/ 0 h 1598104"/>
              <a:gd name="connsiteX2" fmla="*/ 2136696 w 2136696"/>
              <a:gd name="connsiteY2" fmla="*/ 0 h 1598104"/>
              <a:gd name="connsiteX3" fmla="*/ 931502 w 2136696"/>
              <a:gd name="connsiteY3" fmla="*/ 1598104 h 1598104"/>
              <a:gd name="connsiteX4" fmla="*/ 173260 w 2136696"/>
              <a:gd name="connsiteY4" fmla="*/ 1593944 h 1598104"/>
              <a:gd name="connsiteX5" fmla="*/ 174 w 2136696"/>
              <a:gd name="connsiteY5" fmla="*/ 1421590 h 1598104"/>
              <a:gd name="connsiteX0" fmla="*/ 174 w 2136696"/>
              <a:gd name="connsiteY0" fmla="*/ 1421590 h 1598104"/>
              <a:gd name="connsiteX1" fmla="*/ 1181852 w 2136696"/>
              <a:gd name="connsiteY1" fmla="*/ 0 h 1598104"/>
              <a:gd name="connsiteX2" fmla="*/ 2136696 w 2136696"/>
              <a:gd name="connsiteY2" fmla="*/ 0 h 1598104"/>
              <a:gd name="connsiteX3" fmla="*/ 931502 w 2136696"/>
              <a:gd name="connsiteY3" fmla="*/ 1598104 h 1598104"/>
              <a:gd name="connsiteX4" fmla="*/ 173260 w 2136696"/>
              <a:gd name="connsiteY4" fmla="*/ 1593944 h 1598104"/>
              <a:gd name="connsiteX5" fmla="*/ 174 w 2136696"/>
              <a:gd name="connsiteY5" fmla="*/ 1421590 h 1598104"/>
              <a:gd name="connsiteX0" fmla="*/ 174 w 2136696"/>
              <a:gd name="connsiteY0" fmla="*/ 1421590 h 1598104"/>
              <a:gd name="connsiteX1" fmla="*/ 1181852 w 2136696"/>
              <a:gd name="connsiteY1" fmla="*/ 0 h 1598104"/>
              <a:gd name="connsiteX2" fmla="*/ 2136696 w 2136696"/>
              <a:gd name="connsiteY2" fmla="*/ 0 h 1598104"/>
              <a:gd name="connsiteX3" fmla="*/ 931502 w 2136696"/>
              <a:gd name="connsiteY3" fmla="*/ 1598104 h 1598104"/>
              <a:gd name="connsiteX4" fmla="*/ 173260 w 2136696"/>
              <a:gd name="connsiteY4" fmla="*/ 1593944 h 1598104"/>
              <a:gd name="connsiteX5" fmla="*/ 174 w 2136696"/>
              <a:gd name="connsiteY5" fmla="*/ 1421590 h 1598104"/>
              <a:gd name="connsiteX0" fmla="*/ 103 w 2136625"/>
              <a:gd name="connsiteY0" fmla="*/ 1421590 h 1598104"/>
              <a:gd name="connsiteX1" fmla="*/ 1181781 w 2136625"/>
              <a:gd name="connsiteY1" fmla="*/ 0 h 1598104"/>
              <a:gd name="connsiteX2" fmla="*/ 2136625 w 2136625"/>
              <a:gd name="connsiteY2" fmla="*/ 0 h 1598104"/>
              <a:gd name="connsiteX3" fmla="*/ 931431 w 2136625"/>
              <a:gd name="connsiteY3" fmla="*/ 1598104 h 1598104"/>
              <a:gd name="connsiteX4" fmla="*/ 173189 w 2136625"/>
              <a:gd name="connsiteY4" fmla="*/ 1593944 h 1598104"/>
              <a:gd name="connsiteX5" fmla="*/ 103 w 2136625"/>
              <a:gd name="connsiteY5" fmla="*/ 1421590 h 1598104"/>
              <a:gd name="connsiteX0" fmla="*/ 136 w 2136658"/>
              <a:gd name="connsiteY0" fmla="*/ 1421590 h 1598104"/>
              <a:gd name="connsiteX1" fmla="*/ 1181814 w 2136658"/>
              <a:gd name="connsiteY1" fmla="*/ 0 h 1598104"/>
              <a:gd name="connsiteX2" fmla="*/ 2136658 w 2136658"/>
              <a:gd name="connsiteY2" fmla="*/ 0 h 1598104"/>
              <a:gd name="connsiteX3" fmla="*/ 931464 w 2136658"/>
              <a:gd name="connsiteY3" fmla="*/ 1598104 h 1598104"/>
              <a:gd name="connsiteX4" fmla="*/ 173222 w 2136658"/>
              <a:gd name="connsiteY4" fmla="*/ 1593944 h 1598104"/>
              <a:gd name="connsiteX5" fmla="*/ 136 w 2136658"/>
              <a:gd name="connsiteY5" fmla="*/ 1421590 h 1598104"/>
              <a:gd name="connsiteX0" fmla="*/ 103 w 2136625"/>
              <a:gd name="connsiteY0" fmla="*/ 1421590 h 1598104"/>
              <a:gd name="connsiteX1" fmla="*/ 1181781 w 2136625"/>
              <a:gd name="connsiteY1" fmla="*/ 0 h 1598104"/>
              <a:gd name="connsiteX2" fmla="*/ 2136625 w 2136625"/>
              <a:gd name="connsiteY2" fmla="*/ 0 h 1598104"/>
              <a:gd name="connsiteX3" fmla="*/ 931431 w 2136625"/>
              <a:gd name="connsiteY3" fmla="*/ 1598104 h 1598104"/>
              <a:gd name="connsiteX4" fmla="*/ 173189 w 2136625"/>
              <a:gd name="connsiteY4" fmla="*/ 1593944 h 1598104"/>
              <a:gd name="connsiteX5" fmla="*/ 103 w 2136625"/>
              <a:gd name="connsiteY5" fmla="*/ 1421590 h 1598104"/>
              <a:gd name="connsiteX0" fmla="*/ 0 w 2136522"/>
              <a:gd name="connsiteY0" fmla="*/ 1421590 h 1598104"/>
              <a:gd name="connsiteX1" fmla="*/ 1181678 w 2136522"/>
              <a:gd name="connsiteY1" fmla="*/ 0 h 1598104"/>
              <a:gd name="connsiteX2" fmla="*/ 2136522 w 2136522"/>
              <a:gd name="connsiteY2" fmla="*/ 0 h 1598104"/>
              <a:gd name="connsiteX3" fmla="*/ 931328 w 2136522"/>
              <a:gd name="connsiteY3" fmla="*/ 1598104 h 1598104"/>
              <a:gd name="connsiteX4" fmla="*/ 173086 w 2136522"/>
              <a:gd name="connsiteY4" fmla="*/ 1593944 h 1598104"/>
              <a:gd name="connsiteX5" fmla="*/ 0 w 2136522"/>
              <a:gd name="connsiteY5" fmla="*/ 1421590 h 1598104"/>
              <a:gd name="connsiteX0" fmla="*/ 0 w 2136522"/>
              <a:gd name="connsiteY0" fmla="*/ 1421590 h 1598104"/>
              <a:gd name="connsiteX1" fmla="*/ 1181678 w 2136522"/>
              <a:gd name="connsiteY1" fmla="*/ 0 h 1598104"/>
              <a:gd name="connsiteX2" fmla="*/ 2136522 w 2136522"/>
              <a:gd name="connsiteY2" fmla="*/ 0 h 1598104"/>
              <a:gd name="connsiteX3" fmla="*/ 931328 w 2136522"/>
              <a:gd name="connsiteY3" fmla="*/ 1598104 h 1598104"/>
              <a:gd name="connsiteX4" fmla="*/ 173086 w 2136522"/>
              <a:gd name="connsiteY4" fmla="*/ 1593944 h 1598104"/>
              <a:gd name="connsiteX5" fmla="*/ 0 w 2136522"/>
              <a:gd name="connsiteY5" fmla="*/ 1421590 h 1598104"/>
              <a:gd name="connsiteX0" fmla="*/ 0 w 2136522"/>
              <a:gd name="connsiteY0" fmla="*/ 1421590 h 1605886"/>
              <a:gd name="connsiteX1" fmla="*/ 1181678 w 2136522"/>
              <a:gd name="connsiteY1" fmla="*/ 0 h 1605886"/>
              <a:gd name="connsiteX2" fmla="*/ 2136522 w 2136522"/>
              <a:gd name="connsiteY2" fmla="*/ 0 h 1605886"/>
              <a:gd name="connsiteX3" fmla="*/ 931328 w 2136522"/>
              <a:gd name="connsiteY3" fmla="*/ 1598104 h 1605886"/>
              <a:gd name="connsiteX4" fmla="*/ 173086 w 2136522"/>
              <a:gd name="connsiteY4" fmla="*/ 1593944 h 1605886"/>
              <a:gd name="connsiteX5" fmla="*/ 0 w 2136522"/>
              <a:gd name="connsiteY5" fmla="*/ 1421590 h 1605886"/>
              <a:gd name="connsiteX0" fmla="*/ 379 w 2136901"/>
              <a:gd name="connsiteY0" fmla="*/ 1421590 h 1598104"/>
              <a:gd name="connsiteX1" fmla="*/ 1182057 w 2136901"/>
              <a:gd name="connsiteY1" fmla="*/ 0 h 1598104"/>
              <a:gd name="connsiteX2" fmla="*/ 2136901 w 2136901"/>
              <a:gd name="connsiteY2" fmla="*/ 0 h 1598104"/>
              <a:gd name="connsiteX3" fmla="*/ 931707 w 2136901"/>
              <a:gd name="connsiteY3" fmla="*/ 1598104 h 1598104"/>
              <a:gd name="connsiteX4" fmla="*/ 173465 w 2136901"/>
              <a:gd name="connsiteY4" fmla="*/ 1593944 h 1598104"/>
              <a:gd name="connsiteX5" fmla="*/ 379 w 2136901"/>
              <a:gd name="connsiteY5" fmla="*/ 1421590 h 1598104"/>
              <a:gd name="connsiteX0" fmla="*/ 379 w 2136901"/>
              <a:gd name="connsiteY0" fmla="*/ 1421590 h 1598104"/>
              <a:gd name="connsiteX1" fmla="*/ 1182057 w 2136901"/>
              <a:gd name="connsiteY1" fmla="*/ 0 h 1598104"/>
              <a:gd name="connsiteX2" fmla="*/ 2136901 w 2136901"/>
              <a:gd name="connsiteY2" fmla="*/ 0 h 1598104"/>
              <a:gd name="connsiteX3" fmla="*/ 931707 w 2136901"/>
              <a:gd name="connsiteY3" fmla="*/ 1598104 h 1598104"/>
              <a:gd name="connsiteX4" fmla="*/ 173465 w 2136901"/>
              <a:gd name="connsiteY4" fmla="*/ 1593944 h 1598104"/>
              <a:gd name="connsiteX5" fmla="*/ 379 w 2136901"/>
              <a:gd name="connsiteY5" fmla="*/ 1421590 h 1598104"/>
              <a:gd name="connsiteX0" fmla="*/ 379 w 2136901"/>
              <a:gd name="connsiteY0" fmla="*/ 1421590 h 1598104"/>
              <a:gd name="connsiteX1" fmla="*/ 1182057 w 2136901"/>
              <a:gd name="connsiteY1" fmla="*/ 0 h 1598104"/>
              <a:gd name="connsiteX2" fmla="*/ 2136901 w 2136901"/>
              <a:gd name="connsiteY2" fmla="*/ 0 h 1598104"/>
              <a:gd name="connsiteX3" fmla="*/ 931707 w 2136901"/>
              <a:gd name="connsiteY3" fmla="*/ 1598104 h 1598104"/>
              <a:gd name="connsiteX4" fmla="*/ 173465 w 2136901"/>
              <a:gd name="connsiteY4" fmla="*/ 1593944 h 1598104"/>
              <a:gd name="connsiteX5" fmla="*/ 379 w 2136901"/>
              <a:gd name="connsiteY5" fmla="*/ 1421590 h 1598104"/>
              <a:gd name="connsiteX0" fmla="*/ 175 w 2136697"/>
              <a:gd name="connsiteY0" fmla="*/ 1421590 h 1598104"/>
              <a:gd name="connsiteX1" fmla="*/ 1181853 w 2136697"/>
              <a:gd name="connsiteY1" fmla="*/ 0 h 1598104"/>
              <a:gd name="connsiteX2" fmla="*/ 2136697 w 2136697"/>
              <a:gd name="connsiteY2" fmla="*/ 0 h 1598104"/>
              <a:gd name="connsiteX3" fmla="*/ 931503 w 2136697"/>
              <a:gd name="connsiteY3" fmla="*/ 1598104 h 1598104"/>
              <a:gd name="connsiteX4" fmla="*/ 173261 w 2136697"/>
              <a:gd name="connsiteY4" fmla="*/ 1593944 h 1598104"/>
              <a:gd name="connsiteX5" fmla="*/ 175 w 2136697"/>
              <a:gd name="connsiteY5" fmla="*/ 1421590 h 1598104"/>
              <a:gd name="connsiteX0" fmla="*/ 175 w 2136697"/>
              <a:gd name="connsiteY0" fmla="*/ 1421590 h 1598104"/>
              <a:gd name="connsiteX1" fmla="*/ 1181853 w 2136697"/>
              <a:gd name="connsiteY1" fmla="*/ 0 h 1598104"/>
              <a:gd name="connsiteX2" fmla="*/ 2136697 w 2136697"/>
              <a:gd name="connsiteY2" fmla="*/ 0 h 1598104"/>
              <a:gd name="connsiteX3" fmla="*/ 931503 w 2136697"/>
              <a:gd name="connsiteY3" fmla="*/ 1598104 h 1598104"/>
              <a:gd name="connsiteX4" fmla="*/ 173261 w 2136697"/>
              <a:gd name="connsiteY4" fmla="*/ 1593944 h 1598104"/>
              <a:gd name="connsiteX5" fmla="*/ 175 w 2136697"/>
              <a:gd name="connsiteY5" fmla="*/ 1421590 h 1598104"/>
              <a:gd name="connsiteX0" fmla="*/ 175 w 2136697"/>
              <a:gd name="connsiteY0" fmla="*/ 1421590 h 1598104"/>
              <a:gd name="connsiteX1" fmla="*/ 1181853 w 2136697"/>
              <a:gd name="connsiteY1" fmla="*/ 0 h 1598104"/>
              <a:gd name="connsiteX2" fmla="*/ 2136697 w 2136697"/>
              <a:gd name="connsiteY2" fmla="*/ 0 h 1598104"/>
              <a:gd name="connsiteX3" fmla="*/ 931503 w 2136697"/>
              <a:gd name="connsiteY3" fmla="*/ 1598104 h 1598104"/>
              <a:gd name="connsiteX4" fmla="*/ 173261 w 2136697"/>
              <a:gd name="connsiteY4" fmla="*/ 1593944 h 1598104"/>
              <a:gd name="connsiteX5" fmla="*/ 175 w 2136697"/>
              <a:gd name="connsiteY5" fmla="*/ 1421590 h 1598104"/>
              <a:gd name="connsiteX0" fmla="*/ 175 w 2136697"/>
              <a:gd name="connsiteY0" fmla="*/ 1421590 h 1624516"/>
              <a:gd name="connsiteX1" fmla="*/ 1181853 w 2136697"/>
              <a:gd name="connsiteY1" fmla="*/ 0 h 1624516"/>
              <a:gd name="connsiteX2" fmla="*/ 2136697 w 2136697"/>
              <a:gd name="connsiteY2" fmla="*/ 0 h 1624516"/>
              <a:gd name="connsiteX3" fmla="*/ 931503 w 2136697"/>
              <a:gd name="connsiteY3" fmla="*/ 1598104 h 1624516"/>
              <a:gd name="connsiteX4" fmla="*/ 173261 w 2136697"/>
              <a:gd name="connsiteY4" fmla="*/ 1593944 h 1624516"/>
              <a:gd name="connsiteX5" fmla="*/ 175 w 2136697"/>
              <a:gd name="connsiteY5" fmla="*/ 1421590 h 1624516"/>
              <a:gd name="connsiteX0" fmla="*/ 175 w 2136697"/>
              <a:gd name="connsiteY0" fmla="*/ 1421590 h 1615756"/>
              <a:gd name="connsiteX1" fmla="*/ 1181853 w 2136697"/>
              <a:gd name="connsiteY1" fmla="*/ 0 h 1615756"/>
              <a:gd name="connsiteX2" fmla="*/ 2136697 w 2136697"/>
              <a:gd name="connsiteY2" fmla="*/ 0 h 1615756"/>
              <a:gd name="connsiteX3" fmla="*/ 931503 w 2136697"/>
              <a:gd name="connsiteY3" fmla="*/ 1598104 h 1615756"/>
              <a:gd name="connsiteX4" fmla="*/ 173261 w 2136697"/>
              <a:gd name="connsiteY4" fmla="*/ 1593944 h 1615756"/>
              <a:gd name="connsiteX5" fmla="*/ 175 w 2136697"/>
              <a:gd name="connsiteY5" fmla="*/ 1421590 h 1615756"/>
              <a:gd name="connsiteX0" fmla="*/ 175 w 2136697"/>
              <a:gd name="connsiteY0" fmla="*/ 1421590 h 1604305"/>
              <a:gd name="connsiteX1" fmla="*/ 1181853 w 2136697"/>
              <a:gd name="connsiteY1" fmla="*/ 0 h 1604305"/>
              <a:gd name="connsiteX2" fmla="*/ 2136697 w 2136697"/>
              <a:gd name="connsiteY2" fmla="*/ 0 h 1604305"/>
              <a:gd name="connsiteX3" fmla="*/ 934795 w 2136697"/>
              <a:gd name="connsiteY3" fmla="*/ 1581660 h 1604305"/>
              <a:gd name="connsiteX4" fmla="*/ 173261 w 2136697"/>
              <a:gd name="connsiteY4" fmla="*/ 1593944 h 1604305"/>
              <a:gd name="connsiteX5" fmla="*/ 175 w 2136697"/>
              <a:gd name="connsiteY5" fmla="*/ 1421590 h 1604305"/>
              <a:gd name="connsiteX0" fmla="*/ 175 w 2136697"/>
              <a:gd name="connsiteY0" fmla="*/ 1421590 h 1608521"/>
              <a:gd name="connsiteX1" fmla="*/ 1181853 w 2136697"/>
              <a:gd name="connsiteY1" fmla="*/ 0 h 1608521"/>
              <a:gd name="connsiteX2" fmla="*/ 2136697 w 2136697"/>
              <a:gd name="connsiteY2" fmla="*/ 0 h 1608521"/>
              <a:gd name="connsiteX3" fmla="*/ 934795 w 2136697"/>
              <a:gd name="connsiteY3" fmla="*/ 1581660 h 1608521"/>
              <a:gd name="connsiteX4" fmla="*/ 173261 w 2136697"/>
              <a:gd name="connsiteY4" fmla="*/ 1593944 h 1608521"/>
              <a:gd name="connsiteX5" fmla="*/ 175 w 2136697"/>
              <a:gd name="connsiteY5" fmla="*/ 1421590 h 1608521"/>
              <a:gd name="connsiteX0" fmla="*/ 175 w 2136697"/>
              <a:gd name="connsiteY0" fmla="*/ 1421590 h 1595941"/>
              <a:gd name="connsiteX1" fmla="*/ 1181853 w 2136697"/>
              <a:gd name="connsiteY1" fmla="*/ 0 h 1595941"/>
              <a:gd name="connsiteX2" fmla="*/ 2136697 w 2136697"/>
              <a:gd name="connsiteY2" fmla="*/ 0 h 1595941"/>
              <a:gd name="connsiteX3" fmla="*/ 951241 w 2136697"/>
              <a:gd name="connsiteY3" fmla="*/ 1555346 h 1595941"/>
              <a:gd name="connsiteX4" fmla="*/ 173261 w 2136697"/>
              <a:gd name="connsiteY4" fmla="*/ 1593944 h 1595941"/>
              <a:gd name="connsiteX5" fmla="*/ 175 w 2136697"/>
              <a:gd name="connsiteY5" fmla="*/ 1421590 h 1595941"/>
              <a:gd name="connsiteX0" fmla="*/ 175 w 2136697"/>
              <a:gd name="connsiteY0" fmla="*/ 1421590 h 1610638"/>
              <a:gd name="connsiteX1" fmla="*/ 1181853 w 2136697"/>
              <a:gd name="connsiteY1" fmla="*/ 0 h 1610638"/>
              <a:gd name="connsiteX2" fmla="*/ 2136697 w 2136697"/>
              <a:gd name="connsiteY2" fmla="*/ 0 h 1610638"/>
              <a:gd name="connsiteX3" fmla="*/ 951241 w 2136697"/>
              <a:gd name="connsiteY3" fmla="*/ 1555346 h 1610638"/>
              <a:gd name="connsiteX4" fmla="*/ 173261 w 2136697"/>
              <a:gd name="connsiteY4" fmla="*/ 1593944 h 1610638"/>
              <a:gd name="connsiteX5" fmla="*/ 175 w 2136697"/>
              <a:gd name="connsiteY5" fmla="*/ 1421590 h 1610638"/>
              <a:gd name="connsiteX0" fmla="*/ 175 w 2136697"/>
              <a:gd name="connsiteY0" fmla="*/ 1421590 h 1616000"/>
              <a:gd name="connsiteX1" fmla="*/ 1181853 w 2136697"/>
              <a:gd name="connsiteY1" fmla="*/ 0 h 1616000"/>
              <a:gd name="connsiteX2" fmla="*/ 2136697 w 2136697"/>
              <a:gd name="connsiteY2" fmla="*/ 0 h 1616000"/>
              <a:gd name="connsiteX3" fmla="*/ 951241 w 2136697"/>
              <a:gd name="connsiteY3" fmla="*/ 1555346 h 1616000"/>
              <a:gd name="connsiteX4" fmla="*/ 173261 w 2136697"/>
              <a:gd name="connsiteY4" fmla="*/ 1593944 h 1616000"/>
              <a:gd name="connsiteX5" fmla="*/ 175 w 2136697"/>
              <a:gd name="connsiteY5" fmla="*/ 1421590 h 1616000"/>
              <a:gd name="connsiteX0" fmla="*/ 175 w 2136697"/>
              <a:gd name="connsiteY0" fmla="*/ 1421590 h 1621935"/>
              <a:gd name="connsiteX1" fmla="*/ 1181853 w 2136697"/>
              <a:gd name="connsiteY1" fmla="*/ 0 h 1621935"/>
              <a:gd name="connsiteX2" fmla="*/ 2136697 w 2136697"/>
              <a:gd name="connsiteY2" fmla="*/ 0 h 1621935"/>
              <a:gd name="connsiteX3" fmla="*/ 951241 w 2136697"/>
              <a:gd name="connsiteY3" fmla="*/ 1555346 h 1621935"/>
              <a:gd name="connsiteX4" fmla="*/ 176550 w 2136697"/>
              <a:gd name="connsiteY4" fmla="*/ 1607103 h 1621935"/>
              <a:gd name="connsiteX5" fmla="*/ 175 w 2136697"/>
              <a:gd name="connsiteY5" fmla="*/ 1421590 h 1621935"/>
              <a:gd name="connsiteX0" fmla="*/ 175 w 2136697"/>
              <a:gd name="connsiteY0" fmla="*/ 1421590 h 1612307"/>
              <a:gd name="connsiteX1" fmla="*/ 1181853 w 2136697"/>
              <a:gd name="connsiteY1" fmla="*/ 0 h 1612307"/>
              <a:gd name="connsiteX2" fmla="*/ 2136697 w 2136697"/>
              <a:gd name="connsiteY2" fmla="*/ 0 h 1612307"/>
              <a:gd name="connsiteX3" fmla="*/ 964398 w 2136697"/>
              <a:gd name="connsiteY3" fmla="*/ 1532321 h 1612307"/>
              <a:gd name="connsiteX4" fmla="*/ 176550 w 2136697"/>
              <a:gd name="connsiteY4" fmla="*/ 1607103 h 1612307"/>
              <a:gd name="connsiteX5" fmla="*/ 175 w 2136697"/>
              <a:gd name="connsiteY5" fmla="*/ 1421590 h 1612307"/>
              <a:gd name="connsiteX0" fmla="*/ 175 w 2136697"/>
              <a:gd name="connsiteY0" fmla="*/ 1421590 h 1620507"/>
              <a:gd name="connsiteX1" fmla="*/ 1181853 w 2136697"/>
              <a:gd name="connsiteY1" fmla="*/ 0 h 1620507"/>
              <a:gd name="connsiteX2" fmla="*/ 2136697 w 2136697"/>
              <a:gd name="connsiteY2" fmla="*/ 0 h 1620507"/>
              <a:gd name="connsiteX3" fmla="*/ 964398 w 2136697"/>
              <a:gd name="connsiteY3" fmla="*/ 1532321 h 1620507"/>
              <a:gd name="connsiteX4" fmla="*/ 176550 w 2136697"/>
              <a:gd name="connsiteY4" fmla="*/ 1607103 h 1620507"/>
              <a:gd name="connsiteX5" fmla="*/ 175 w 2136697"/>
              <a:gd name="connsiteY5" fmla="*/ 1421590 h 1620507"/>
              <a:gd name="connsiteX0" fmla="*/ 175 w 2136697"/>
              <a:gd name="connsiteY0" fmla="*/ 1422384 h 1621301"/>
              <a:gd name="connsiteX1" fmla="*/ 1181853 w 2136697"/>
              <a:gd name="connsiteY1" fmla="*/ 794 h 1621301"/>
              <a:gd name="connsiteX2" fmla="*/ 1893612 w 2136697"/>
              <a:gd name="connsiteY2" fmla="*/ 0 h 1621301"/>
              <a:gd name="connsiteX3" fmla="*/ 2136697 w 2136697"/>
              <a:gd name="connsiteY3" fmla="*/ 794 h 1621301"/>
              <a:gd name="connsiteX4" fmla="*/ 964398 w 2136697"/>
              <a:gd name="connsiteY4" fmla="*/ 1533115 h 1621301"/>
              <a:gd name="connsiteX5" fmla="*/ 176550 w 2136697"/>
              <a:gd name="connsiteY5" fmla="*/ 1607897 h 1621301"/>
              <a:gd name="connsiteX6" fmla="*/ 175 w 2136697"/>
              <a:gd name="connsiteY6" fmla="*/ 1422384 h 1621301"/>
              <a:gd name="connsiteX0" fmla="*/ 175 w 2067623"/>
              <a:gd name="connsiteY0" fmla="*/ 1422384 h 1621301"/>
              <a:gd name="connsiteX1" fmla="*/ 1181853 w 2067623"/>
              <a:gd name="connsiteY1" fmla="*/ 794 h 1621301"/>
              <a:gd name="connsiteX2" fmla="*/ 1893612 w 2067623"/>
              <a:gd name="connsiteY2" fmla="*/ 0 h 1621301"/>
              <a:gd name="connsiteX3" fmla="*/ 2067623 w 2067623"/>
              <a:gd name="connsiteY3" fmla="*/ 115917 h 1621301"/>
              <a:gd name="connsiteX4" fmla="*/ 964398 w 2067623"/>
              <a:gd name="connsiteY4" fmla="*/ 1533115 h 1621301"/>
              <a:gd name="connsiteX5" fmla="*/ 176550 w 2067623"/>
              <a:gd name="connsiteY5" fmla="*/ 1607897 h 1621301"/>
              <a:gd name="connsiteX6" fmla="*/ 175 w 2067623"/>
              <a:gd name="connsiteY6" fmla="*/ 1422384 h 1621301"/>
              <a:gd name="connsiteX0" fmla="*/ 175 w 2073421"/>
              <a:gd name="connsiteY0" fmla="*/ 1422384 h 1621301"/>
              <a:gd name="connsiteX1" fmla="*/ 1181853 w 2073421"/>
              <a:gd name="connsiteY1" fmla="*/ 794 h 1621301"/>
              <a:gd name="connsiteX2" fmla="*/ 1893612 w 2073421"/>
              <a:gd name="connsiteY2" fmla="*/ 0 h 1621301"/>
              <a:gd name="connsiteX3" fmla="*/ 2067623 w 2073421"/>
              <a:gd name="connsiteY3" fmla="*/ 115917 h 1621301"/>
              <a:gd name="connsiteX4" fmla="*/ 964398 w 2073421"/>
              <a:gd name="connsiteY4" fmla="*/ 1533115 h 1621301"/>
              <a:gd name="connsiteX5" fmla="*/ 176550 w 2073421"/>
              <a:gd name="connsiteY5" fmla="*/ 1607897 h 1621301"/>
              <a:gd name="connsiteX6" fmla="*/ 175 w 2073421"/>
              <a:gd name="connsiteY6" fmla="*/ 1422384 h 1621301"/>
              <a:gd name="connsiteX0" fmla="*/ 175 w 2079798"/>
              <a:gd name="connsiteY0" fmla="*/ 1422384 h 1621301"/>
              <a:gd name="connsiteX1" fmla="*/ 1181853 w 2079798"/>
              <a:gd name="connsiteY1" fmla="*/ 794 h 1621301"/>
              <a:gd name="connsiteX2" fmla="*/ 1893612 w 2079798"/>
              <a:gd name="connsiteY2" fmla="*/ 0 h 1621301"/>
              <a:gd name="connsiteX3" fmla="*/ 2074201 w 2079798"/>
              <a:gd name="connsiteY3" fmla="*/ 155388 h 1621301"/>
              <a:gd name="connsiteX4" fmla="*/ 964398 w 2079798"/>
              <a:gd name="connsiteY4" fmla="*/ 1533115 h 1621301"/>
              <a:gd name="connsiteX5" fmla="*/ 176550 w 2079798"/>
              <a:gd name="connsiteY5" fmla="*/ 1607897 h 1621301"/>
              <a:gd name="connsiteX6" fmla="*/ 175 w 2079798"/>
              <a:gd name="connsiteY6" fmla="*/ 1422384 h 1621301"/>
              <a:gd name="connsiteX0" fmla="*/ 175 w 2086273"/>
              <a:gd name="connsiteY0" fmla="*/ 1422384 h 1621301"/>
              <a:gd name="connsiteX1" fmla="*/ 1181853 w 2086273"/>
              <a:gd name="connsiteY1" fmla="*/ 794 h 1621301"/>
              <a:gd name="connsiteX2" fmla="*/ 1893612 w 2086273"/>
              <a:gd name="connsiteY2" fmla="*/ 0 h 1621301"/>
              <a:gd name="connsiteX3" fmla="*/ 2074201 w 2086273"/>
              <a:gd name="connsiteY3" fmla="*/ 155388 h 1621301"/>
              <a:gd name="connsiteX4" fmla="*/ 964398 w 2086273"/>
              <a:gd name="connsiteY4" fmla="*/ 1533115 h 1621301"/>
              <a:gd name="connsiteX5" fmla="*/ 176550 w 2086273"/>
              <a:gd name="connsiteY5" fmla="*/ 1607897 h 1621301"/>
              <a:gd name="connsiteX6" fmla="*/ 175 w 2086273"/>
              <a:gd name="connsiteY6" fmla="*/ 1422384 h 1621301"/>
              <a:gd name="connsiteX0" fmla="*/ 175 w 2086273"/>
              <a:gd name="connsiteY0" fmla="*/ 1422384 h 1621301"/>
              <a:gd name="connsiteX1" fmla="*/ 1181853 w 2086273"/>
              <a:gd name="connsiteY1" fmla="*/ 794 h 1621301"/>
              <a:gd name="connsiteX2" fmla="*/ 1893612 w 2086273"/>
              <a:gd name="connsiteY2" fmla="*/ 0 h 1621301"/>
              <a:gd name="connsiteX3" fmla="*/ 2074201 w 2086273"/>
              <a:gd name="connsiteY3" fmla="*/ 155388 h 1621301"/>
              <a:gd name="connsiteX4" fmla="*/ 964398 w 2086273"/>
              <a:gd name="connsiteY4" fmla="*/ 1533115 h 1621301"/>
              <a:gd name="connsiteX5" fmla="*/ 176550 w 2086273"/>
              <a:gd name="connsiteY5" fmla="*/ 1607897 h 1621301"/>
              <a:gd name="connsiteX6" fmla="*/ 175 w 2086273"/>
              <a:gd name="connsiteY6" fmla="*/ 1422384 h 1621301"/>
              <a:gd name="connsiteX0" fmla="*/ 175 w 2088520"/>
              <a:gd name="connsiteY0" fmla="*/ 1422384 h 1621301"/>
              <a:gd name="connsiteX1" fmla="*/ 1181853 w 2088520"/>
              <a:gd name="connsiteY1" fmla="*/ 794 h 1621301"/>
              <a:gd name="connsiteX2" fmla="*/ 1893612 w 2088520"/>
              <a:gd name="connsiteY2" fmla="*/ 0 h 1621301"/>
              <a:gd name="connsiteX3" fmla="*/ 2074201 w 2088520"/>
              <a:gd name="connsiteY3" fmla="*/ 155388 h 1621301"/>
              <a:gd name="connsiteX4" fmla="*/ 964398 w 2088520"/>
              <a:gd name="connsiteY4" fmla="*/ 1533115 h 1621301"/>
              <a:gd name="connsiteX5" fmla="*/ 176550 w 2088520"/>
              <a:gd name="connsiteY5" fmla="*/ 1607897 h 1621301"/>
              <a:gd name="connsiteX6" fmla="*/ 175 w 2088520"/>
              <a:gd name="connsiteY6" fmla="*/ 1422384 h 1621301"/>
              <a:gd name="connsiteX0" fmla="*/ 175 w 2075561"/>
              <a:gd name="connsiteY0" fmla="*/ 1422384 h 1621301"/>
              <a:gd name="connsiteX1" fmla="*/ 1181853 w 2075561"/>
              <a:gd name="connsiteY1" fmla="*/ 794 h 1621301"/>
              <a:gd name="connsiteX2" fmla="*/ 1893612 w 2075561"/>
              <a:gd name="connsiteY2" fmla="*/ 0 h 1621301"/>
              <a:gd name="connsiteX3" fmla="*/ 2061048 w 2075561"/>
              <a:gd name="connsiteY3" fmla="*/ 145520 h 1621301"/>
              <a:gd name="connsiteX4" fmla="*/ 964398 w 2075561"/>
              <a:gd name="connsiteY4" fmla="*/ 1533115 h 1621301"/>
              <a:gd name="connsiteX5" fmla="*/ 176550 w 2075561"/>
              <a:gd name="connsiteY5" fmla="*/ 1607897 h 1621301"/>
              <a:gd name="connsiteX6" fmla="*/ 175 w 2075561"/>
              <a:gd name="connsiteY6" fmla="*/ 1422384 h 1621301"/>
              <a:gd name="connsiteX0" fmla="*/ 175 w 2088524"/>
              <a:gd name="connsiteY0" fmla="*/ 1422384 h 1621301"/>
              <a:gd name="connsiteX1" fmla="*/ 1181853 w 2088524"/>
              <a:gd name="connsiteY1" fmla="*/ 794 h 1621301"/>
              <a:gd name="connsiteX2" fmla="*/ 1893612 w 2088524"/>
              <a:gd name="connsiteY2" fmla="*/ 0 h 1621301"/>
              <a:gd name="connsiteX3" fmla="*/ 2074205 w 2088524"/>
              <a:gd name="connsiteY3" fmla="*/ 214594 h 1621301"/>
              <a:gd name="connsiteX4" fmla="*/ 964398 w 2088524"/>
              <a:gd name="connsiteY4" fmla="*/ 1533115 h 1621301"/>
              <a:gd name="connsiteX5" fmla="*/ 176550 w 2088524"/>
              <a:gd name="connsiteY5" fmla="*/ 1607897 h 1621301"/>
              <a:gd name="connsiteX6" fmla="*/ 175 w 2088524"/>
              <a:gd name="connsiteY6" fmla="*/ 1422384 h 1621301"/>
              <a:gd name="connsiteX0" fmla="*/ 175 w 2088524"/>
              <a:gd name="connsiteY0" fmla="*/ 1422384 h 1621301"/>
              <a:gd name="connsiteX1" fmla="*/ 1181853 w 2088524"/>
              <a:gd name="connsiteY1" fmla="*/ 794 h 1621301"/>
              <a:gd name="connsiteX2" fmla="*/ 1893612 w 2088524"/>
              <a:gd name="connsiteY2" fmla="*/ 0 h 1621301"/>
              <a:gd name="connsiteX3" fmla="*/ 2074205 w 2088524"/>
              <a:gd name="connsiteY3" fmla="*/ 214594 h 1621301"/>
              <a:gd name="connsiteX4" fmla="*/ 964398 w 2088524"/>
              <a:gd name="connsiteY4" fmla="*/ 1533115 h 1621301"/>
              <a:gd name="connsiteX5" fmla="*/ 176550 w 2088524"/>
              <a:gd name="connsiteY5" fmla="*/ 1607897 h 1621301"/>
              <a:gd name="connsiteX6" fmla="*/ 175 w 2088524"/>
              <a:gd name="connsiteY6" fmla="*/ 1422384 h 1621301"/>
              <a:gd name="connsiteX0" fmla="*/ 175 w 2074539"/>
              <a:gd name="connsiteY0" fmla="*/ 1422384 h 1621301"/>
              <a:gd name="connsiteX1" fmla="*/ 1181853 w 2074539"/>
              <a:gd name="connsiteY1" fmla="*/ 794 h 1621301"/>
              <a:gd name="connsiteX2" fmla="*/ 1893612 w 2074539"/>
              <a:gd name="connsiteY2" fmla="*/ 0 h 1621301"/>
              <a:gd name="connsiteX3" fmla="*/ 2074205 w 2074539"/>
              <a:gd name="connsiteY3" fmla="*/ 214594 h 1621301"/>
              <a:gd name="connsiteX4" fmla="*/ 964398 w 2074539"/>
              <a:gd name="connsiteY4" fmla="*/ 1533115 h 1621301"/>
              <a:gd name="connsiteX5" fmla="*/ 176550 w 2074539"/>
              <a:gd name="connsiteY5" fmla="*/ 1607897 h 1621301"/>
              <a:gd name="connsiteX6" fmla="*/ 175 w 2074539"/>
              <a:gd name="connsiteY6" fmla="*/ 1422384 h 1621301"/>
              <a:gd name="connsiteX0" fmla="*/ 175 w 2074205"/>
              <a:gd name="connsiteY0" fmla="*/ 1422384 h 1621301"/>
              <a:gd name="connsiteX1" fmla="*/ 1181853 w 2074205"/>
              <a:gd name="connsiteY1" fmla="*/ 794 h 1621301"/>
              <a:gd name="connsiteX2" fmla="*/ 1893612 w 2074205"/>
              <a:gd name="connsiteY2" fmla="*/ 0 h 1621301"/>
              <a:gd name="connsiteX3" fmla="*/ 2074205 w 2074205"/>
              <a:gd name="connsiteY3" fmla="*/ 214594 h 1621301"/>
              <a:gd name="connsiteX4" fmla="*/ 964398 w 2074205"/>
              <a:gd name="connsiteY4" fmla="*/ 1533115 h 1621301"/>
              <a:gd name="connsiteX5" fmla="*/ 176550 w 2074205"/>
              <a:gd name="connsiteY5" fmla="*/ 1607897 h 1621301"/>
              <a:gd name="connsiteX6" fmla="*/ 175 w 2074205"/>
              <a:gd name="connsiteY6" fmla="*/ 1422384 h 1621301"/>
              <a:gd name="connsiteX0" fmla="*/ 175 w 2074205"/>
              <a:gd name="connsiteY0" fmla="*/ 1422384 h 1621301"/>
              <a:gd name="connsiteX1" fmla="*/ 1181853 w 2074205"/>
              <a:gd name="connsiteY1" fmla="*/ 794 h 1621301"/>
              <a:gd name="connsiteX2" fmla="*/ 1893612 w 2074205"/>
              <a:gd name="connsiteY2" fmla="*/ 0 h 1621301"/>
              <a:gd name="connsiteX3" fmla="*/ 2074205 w 2074205"/>
              <a:gd name="connsiteY3" fmla="*/ 214594 h 1621301"/>
              <a:gd name="connsiteX4" fmla="*/ 964398 w 2074205"/>
              <a:gd name="connsiteY4" fmla="*/ 1533115 h 1621301"/>
              <a:gd name="connsiteX5" fmla="*/ 176550 w 2074205"/>
              <a:gd name="connsiteY5" fmla="*/ 1607897 h 1621301"/>
              <a:gd name="connsiteX6" fmla="*/ 175 w 2074205"/>
              <a:gd name="connsiteY6" fmla="*/ 1422384 h 1621301"/>
              <a:gd name="connsiteX0" fmla="*/ 175 w 2074205"/>
              <a:gd name="connsiteY0" fmla="*/ 1422384 h 1621301"/>
              <a:gd name="connsiteX1" fmla="*/ 1181853 w 2074205"/>
              <a:gd name="connsiteY1" fmla="*/ 794 h 1621301"/>
              <a:gd name="connsiteX2" fmla="*/ 1893612 w 2074205"/>
              <a:gd name="connsiteY2" fmla="*/ 0 h 1621301"/>
              <a:gd name="connsiteX3" fmla="*/ 2074205 w 2074205"/>
              <a:gd name="connsiteY3" fmla="*/ 214594 h 1621301"/>
              <a:gd name="connsiteX4" fmla="*/ 964398 w 2074205"/>
              <a:gd name="connsiteY4" fmla="*/ 1533115 h 1621301"/>
              <a:gd name="connsiteX5" fmla="*/ 176550 w 2074205"/>
              <a:gd name="connsiteY5" fmla="*/ 1607897 h 1621301"/>
              <a:gd name="connsiteX6" fmla="*/ 175 w 2074205"/>
              <a:gd name="connsiteY6" fmla="*/ 1422384 h 1621301"/>
              <a:gd name="connsiteX0" fmla="*/ 175 w 2074205"/>
              <a:gd name="connsiteY0" fmla="*/ 1422384 h 1621301"/>
              <a:gd name="connsiteX1" fmla="*/ 1181853 w 2074205"/>
              <a:gd name="connsiteY1" fmla="*/ 794 h 1621301"/>
              <a:gd name="connsiteX2" fmla="*/ 1893612 w 2074205"/>
              <a:gd name="connsiteY2" fmla="*/ 0 h 1621301"/>
              <a:gd name="connsiteX3" fmla="*/ 2074205 w 2074205"/>
              <a:gd name="connsiteY3" fmla="*/ 214594 h 1621301"/>
              <a:gd name="connsiteX4" fmla="*/ 964398 w 2074205"/>
              <a:gd name="connsiteY4" fmla="*/ 1533115 h 1621301"/>
              <a:gd name="connsiteX5" fmla="*/ 176550 w 2074205"/>
              <a:gd name="connsiteY5" fmla="*/ 1607897 h 1621301"/>
              <a:gd name="connsiteX6" fmla="*/ 175 w 2074205"/>
              <a:gd name="connsiteY6" fmla="*/ 1422384 h 1621301"/>
              <a:gd name="connsiteX0" fmla="*/ 175 w 2074205"/>
              <a:gd name="connsiteY0" fmla="*/ 1422384 h 1621301"/>
              <a:gd name="connsiteX1" fmla="*/ 1181853 w 2074205"/>
              <a:gd name="connsiteY1" fmla="*/ 794 h 1621301"/>
              <a:gd name="connsiteX2" fmla="*/ 1893612 w 2074205"/>
              <a:gd name="connsiteY2" fmla="*/ 0 h 1621301"/>
              <a:gd name="connsiteX3" fmla="*/ 2074205 w 2074205"/>
              <a:gd name="connsiteY3" fmla="*/ 214594 h 1621301"/>
              <a:gd name="connsiteX4" fmla="*/ 964398 w 2074205"/>
              <a:gd name="connsiteY4" fmla="*/ 1533115 h 1621301"/>
              <a:gd name="connsiteX5" fmla="*/ 176550 w 2074205"/>
              <a:gd name="connsiteY5" fmla="*/ 1607897 h 1621301"/>
              <a:gd name="connsiteX6" fmla="*/ 175 w 2074205"/>
              <a:gd name="connsiteY6" fmla="*/ 1422384 h 1621301"/>
              <a:gd name="connsiteX0" fmla="*/ 175 w 2074205"/>
              <a:gd name="connsiteY0" fmla="*/ 1422384 h 1621301"/>
              <a:gd name="connsiteX1" fmla="*/ 1181853 w 2074205"/>
              <a:gd name="connsiteY1" fmla="*/ 794 h 1621301"/>
              <a:gd name="connsiteX2" fmla="*/ 1893612 w 2074205"/>
              <a:gd name="connsiteY2" fmla="*/ 0 h 1621301"/>
              <a:gd name="connsiteX3" fmla="*/ 2074205 w 2074205"/>
              <a:gd name="connsiteY3" fmla="*/ 214594 h 1621301"/>
              <a:gd name="connsiteX4" fmla="*/ 964398 w 2074205"/>
              <a:gd name="connsiteY4" fmla="*/ 1533115 h 1621301"/>
              <a:gd name="connsiteX5" fmla="*/ 176550 w 2074205"/>
              <a:gd name="connsiteY5" fmla="*/ 1607897 h 1621301"/>
              <a:gd name="connsiteX6" fmla="*/ 175 w 2074205"/>
              <a:gd name="connsiteY6" fmla="*/ 1422384 h 1621301"/>
              <a:gd name="connsiteX0" fmla="*/ 175 w 2074205"/>
              <a:gd name="connsiteY0" fmla="*/ 1422384 h 1621301"/>
              <a:gd name="connsiteX1" fmla="*/ 1181853 w 2074205"/>
              <a:gd name="connsiteY1" fmla="*/ 794 h 1621301"/>
              <a:gd name="connsiteX2" fmla="*/ 1893612 w 2074205"/>
              <a:gd name="connsiteY2" fmla="*/ 0 h 1621301"/>
              <a:gd name="connsiteX3" fmla="*/ 2074205 w 2074205"/>
              <a:gd name="connsiteY3" fmla="*/ 214594 h 1621301"/>
              <a:gd name="connsiteX4" fmla="*/ 964398 w 2074205"/>
              <a:gd name="connsiteY4" fmla="*/ 1533115 h 1621301"/>
              <a:gd name="connsiteX5" fmla="*/ 176550 w 2074205"/>
              <a:gd name="connsiteY5" fmla="*/ 1607897 h 1621301"/>
              <a:gd name="connsiteX6" fmla="*/ 175 w 2074205"/>
              <a:gd name="connsiteY6" fmla="*/ 1422384 h 1621301"/>
              <a:gd name="connsiteX0" fmla="*/ 175 w 2074205"/>
              <a:gd name="connsiteY0" fmla="*/ 1423822 h 1622739"/>
              <a:gd name="connsiteX1" fmla="*/ 1181853 w 2074205"/>
              <a:gd name="connsiteY1" fmla="*/ 2232 h 1622739"/>
              <a:gd name="connsiteX2" fmla="*/ 1893612 w 2074205"/>
              <a:gd name="connsiteY2" fmla="*/ 1438 h 1622739"/>
              <a:gd name="connsiteX3" fmla="*/ 2074205 w 2074205"/>
              <a:gd name="connsiteY3" fmla="*/ 216032 h 1622739"/>
              <a:gd name="connsiteX4" fmla="*/ 964398 w 2074205"/>
              <a:gd name="connsiteY4" fmla="*/ 1534553 h 1622739"/>
              <a:gd name="connsiteX5" fmla="*/ 176550 w 2074205"/>
              <a:gd name="connsiteY5" fmla="*/ 1609335 h 1622739"/>
              <a:gd name="connsiteX6" fmla="*/ 175 w 2074205"/>
              <a:gd name="connsiteY6" fmla="*/ 1423822 h 1622739"/>
              <a:gd name="connsiteX0" fmla="*/ 175 w 2074205"/>
              <a:gd name="connsiteY0" fmla="*/ 1424365 h 1623282"/>
              <a:gd name="connsiteX1" fmla="*/ 1181853 w 2074205"/>
              <a:gd name="connsiteY1" fmla="*/ 2775 h 1623282"/>
              <a:gd name="connsiteX2" fmla="*/ 1893612 w 2074205"/>
              <a:gd name="connsiteY2" fmla="*/ 1981 h 1623282"/>
              <a:gd name="connsiteX3" fmla="*/ 2074205 w 2074205"/>
              <a:gd name="connsiteY3" fmla="*/ 216575 h 1623282"/>
              <a:gd name="connsiteX4" fmla="*/ 964398 w 2074205"/>
              <a:gd name="connsiteY4" fmla="*/ 1535096 h 1623282"/>
              <a:gd name="connsiteX5" fmla="*/ 176550 w 2074205"/>
              <a:gd name="connsiteY5" fmla="*/ 1609878 h 1623282"/>
              <a:gd name="connsiteX6" fmla="*/ 175 w 2074205"/>
              <a:gd name="connsiteY6" fmla="*/ 1424365 h 1623282"/>
              <a:gd name="connsiteX0" fmla="*/ 175 w 2074205"/>
              <a:gd name="connsiteY0" fmla="*/ 1424365 h 1623282"/>
              <a:gd name="connsiteX1" fmla="*/ 1181853 w 2074205"/>
              <a:gd name="connsiteY1" fmla="*/ 2775 h 1623282"/>
              <a:gd name="connsiteX2" fmla="*/ 1893612 w 2074205"/>
              <a:gd name="connsiteY2" fmla="*/ 1981 h 1623282"/>
              <a:gd name="connsiteX3" fmla="*/ 2074205 w 2074205"/>
              <a:gd name="connsiteY3" fmla="*/ 216575 h 1623282"/>
              <a:gd name="connsiteX4" fmla="*/ 964398 w 2074205"/>
              <a:gd name="connsiteY4" fmla="*/ 1535096 h 1623282"/>
              <a:gd name="connsiteX5" fmla="*/ 176550 w 2074205"/>
              <a:gd name="connsiteY5" fmla="*/ 1609878 h 1623282"/>
              <a:gd name="connsiteX6" fmla="*/ 175 w 2074205"/>
              <a:gd name="connsiteY6" fmla="*/ 1424365 h 1623282"/>
              <a:gd name="connsiteX0" fmla="*/ 133 w 2074163"/>
              <a:gd name="connsiteY0" fmla="*/ 1424365 h 1623282"/>
              <a:gd name="connsiteX1" fmla="*/ 1181811 w 2074163"/>
              <a:gd name="connsiteY1" fmla="*/ 2775 h 1623282"/>
              <a:gd name="connsiteX2" fmla="*/ 1893570 w 2074163"/>
              <a:gd name="connsiteY2" fmla="*/ 1981 h 1623282"/>
              <a:gd name="connsiteX3" fmla="*/ 2074163 w 2074163"/>
              <a:gd name="connsiteY3" fmla="*/ 216575 h 1623282"/>
              <a:gd name="connsiteX4" fmla="*/ 964356 w 2074163"/>
              <a:gd name="connsiteY4" fmla="*/ 1535096 h 1623282"/>
              <a:gd name="connsiteX5" fmla="*/ 176508 w 2074163"/>
              <a:gd name="connsiteY5" fmla="*/ 1609878 h 1623282"/>
              <a:gd name="connsiteX6" fmla="*/ 133 w 2074163"/>
              <a:gd name="connsiteY6" fmla="*/ 1424365 h 1623282"/>
              <a:gd name="connsiteX0" fmla="*/ 133 w 2074163"/>
              <a:gd name="connsiteY0" fmla="*/ 1424365 h 1623282"/>
              <a:gd name="connsiteX1" fmla="*/ 1181811 w 2074163"/>
              <a:gd name="connsiteY1" fmla="*/ 2775 h 1623282"/>
              <a:gd name="connsiteX2" fmla="*/ 1893570 w 2074163"/>
              <a:gd name="connsiteY2" fmla="*/ 1981 h 1623282"/>
              <a:gd name="connsiteX3" fmla="*/ 2074163 w 2074163"/>
              <a:gd name="connsiteY3" fmla="*/ 216575 h 1623282"/>
              <a:gd name="connsiteX4" fmla="*/ 964356 w 2074163"/>
              <a:gd name="connsiteY4" fmla="*/ 1535096 h 1623282"/>
              <a:gd name="connsiteX5" fmla="*/ 176508 w 2074163"/>
              <a:gd name="connsiteY5" fmla="*/ 1609878 h 1623282"/>
              <a:gd name="connsiteX6" fmla="*/ 133 w 2074163"/>
              <a:gd name="connsiteY6" fmla="*/ 1424365 h 1623282"/>
              <a:gd name="connsiteX0" fmla="*/ 135 w 2074165"/>
              <a:gd name="connsiteY0" fmla="*/ 1424365 h 1623282"/>
              <a:gd name="connsiteX1" fmla="*/ 1181813 w 2074165"/>
              <a:gd name="connsiteY1" fmla="*/ 2775 h 1623282"/>
              <a:gd name="connsiteX2" fmla="*/ 1893572 w 2074165"/>
              <a:gd name="connsiteY2" fmla="*/ 1981 h 1623282"/>
              <a:gd name="connsiteX3" fmla="*/ 2074165 w 2074165"/>
              <a:gd name="connsiteY3" fmla="*/ 216575 h 1623282"/>
              <a:gd name="connsiteX4" fmla="*/ 964358 w 2074165"/>
              <a:gd name="connsiteY4" fmla="*/ 1535096 h 1623282"/>
              <a:gd name="connsiteX5" fmla="*/ 176510 w 2074165"/>
              <a:gd name="connsiteY5" fmla="*/ 1609878 h 1623282"/>
              <a:gd name="connsiteX6" fmla="*/ 135 w 2074165"/>
              <a:gd name="connsiteY6" fmla="*/ 1424365 h 1623282"/>
              <a:gd name="connsiteX0" fmla="*/ 140 w 2074170"/>
              <a:gd name="connsiteY0" fmla="*/ 1424365 h 1623282"/>
              <a:gd name="connsiteX1" fmla="*/ 1181818 w 2074170"/>
              <a:gd name="connsiteY1" fmla="*/ 2775 h 1623282"/>
              <a:gd name="connsiteX2" fmla="*/ 1893577 w 2074170"/>
              <a:gd name="connsiteY2" fmla="*/ 1981 h 1623282"/>
              <a:gd name="connsiteX3" fmla="*/ 2074170 w 2074170"/>
              <a:gd name="connsiteY3" fmla="*/ 216575 h 1623282"/>
              <a:gd name="connsiteX4" fmla="*/ 964363 w 2074170"/>
              <a:gd name="connsiteY4" fmla="*/ 1535096 h 1623282"/>
              <a:gd name="connsiteX5" fmla="*/ 176515 w 2074170"/>
              <a:gd name="connsiteY5" fmla="*/ 1609878 h 1623282"/>
              <a:gd name="connsiteX6" fmla="*/ 140 w 2074170"/>
              <a:gd name="connsiteY6" fmla="*/ 1424365 h 1623282"/>
              <a:gd name="connsiteX0" fmla="*/ 143 w 2074173"/>
              <a:gd name="connsiteY0" fmla="*/ 1424365 h 1623282"/>
              <a:gd name="connsiteX1" fmla="*/ 1181821 w 2074173"/>
              <a:gd name="connsiteY1" fmla="*/ 2775 h 1623282"/>
              <a:gd name="connsiteX2" fmla="*/ 1893580 w 2074173"/>
              <a:gd name="connsiteY2" fmla="*/ 1981 h 1623282"/>
              <a:gd name="connsiteX3" fmla="*/ 2074173 w 2074173"/>
              <a:gd name="connsiteY3" fmla="*/ 216575 h 1623282"/>
              <a:gd name="connsiteX4" fmla="*/ 964366 w 2074173"/>
              <a:gd name="connsiteY4" fmla="*/ 1535096 h 1623282"/>
              <a:gd name="connsiteX5" fmla="*/ 176518 w 2074173"/>
              <a:gd name="connsiteY5" fmla="*/ 1609878 h 1623282"/>
              <a:gd name="connsiteX6" fmla="*/ 143 w 2074173"/>
              <a:gd name="connsiteY6" fmla="*/ 1424365 h 1623282"/>
              <a:gd name="connsiteX0" fmla="*/ 143 w 2074173"/>
              <a:gd name="connsiteY0" fmla="*/ 1424365 h 1630465"/>
              <a:gd name="connsiteX1" fmla="*/ 1181821 w 2074173"/>
              <a:gd name="connsiteY1" fmla="*/ 2775 h 1630465"/>
              <a:gd name="connsiteX2" fmla="*/ 1893580 w 2074173"/>
              <a:gd name="connsiteY2" fmla="*/ 1981 h 1630465"/>
              <a:gd name="connsiteX3" fmla="*/ 2074173 w 2074173"/>
              <a:gd name="connsiteY3" fmla="*/ 216575 h 1630465"/>
              <a:gd name="connsiteX4" fmla="*/ 964366 w 2074173"/>
              <a:gd name="connsiteY4" fmla="*/ 1535096 h 1630465"/>
              <a:gd name="connsiteX5" fmla="*/ 176518 w 2074173"/>
              <a:gd name="connsiteY5" fmla="*/ 1609878 h 1630465"/>
              <a:gd name="connsiteX6" fmla="*/ 143 w 2074173"/>
              <a:gd name="connsiteY6" fmla="*/ 1424365 h 1630465"/>
              <a:gd name="connsiteX0" fmla="*/ 143 w 2074173"/>
              <a:gd name="connsiteY0" fmla="*/ 1424365 h 1676501"/>
              <a:gd name="connsiteX1" fmla="*/ 1181821 w 2074173"/>
              <a:gd name="connsiteY1" fmla="*/ 2775 h 1676501"/>
              <a:gd name="connsiteX2" fmla="*/ 1893580 w 2074173"/>
              <a:gd name="connsiteY2" fmla="*/ 1981 h 1676501"/>
              <a:gd name="connsiteX3" fmla="*/ 2074173 w 2074173"/>
              <a:gd name="connsiteY3" fmla="*/ 216575 h 1676501"/>
              <a:gd name="connsiteX4" fmla="*/ 915028 w 2074173"/>
              <a:gd name="connsiteY4" fmla="*/ 1607459 h 1676501"/>
              <a:gd name="connsiteX5" fmla="*/ 176518 w 2074173"/>
              <a:gd name="connsiteY5" fmla="*/ 1609878 h 1676501"/>
              <a:gd name="connsiteX6" fmla="*/ 143 w 2074173"/>
              <a:gd name="connsiteY6" fmla="*/ 1424365 h 1676501"/>
              <a:gd name="connsiteX0" fmla="*/ 143 w 2074173"/>
              <a:gd name="connsiteY0" fmla="*/ 1424365 h 1612418"/>
              <a:gd name="connsiteX1" fmla="*/ 1181821 w 2074173"/>
              <a:gd name="connsiteY1" fmla="*/ 2775 h 1612418"/>
              <a:gd name="connsiteX2" fmla="*/ 1893580 w 2074173"/>
              <a:gd name="connsiteY2" fmla="*/ 1981 h 1612418"/>
              <a:gd name="connsiteX3" fmla="*/ 2074173 w 2074173"/>
              <a:gd name="connsiteY3" fmla="*/ 216575 h 1612418"/>
              <a:gd name="connsiteX4" fmla="*/ 915028 w 2074173"/>
              <a:gd name="connsiteY4" fmla="*/ 1607459 h 1612418"/>
              <a:gd name="connsiteX5" fmla="*/ 176518 w 2074173"/>
              <a:gd name="connsiteY5" fmla="*/ 1609878 h 1612418"/>
              <a:gd name="connsiteX6" fmla="*/ 143 w 2074173"/>
              <a:gd name="connsiteY6" fmla="*/ 1424365 h 1612418"/>
              <a:gd name="connsiteX0" fmla="*/ 143 w 2074173"/>
              <a:gd name="connsiteY0" fmla="*/ 1424365 h 1609996"/>
              <a:gd name="connsiteX1" fmla="*/ 1181821 w 2074173"/>
              <a:gd name="connsiteY1" fmla="*/ 2775 h 1609996"/>
              <a:gd name="connsiteX2" fmla="*/ 1893580 w 2074173"/>
              <a:gd name="connsiteY2" fmla="*/ 1981 h 1609996"/>
              <a:gd name="connsiteX3" fmla="*/ 2074173 w 2074173"/>
              <a:gd name="connsiteY3" fmla="*/ 216575 h 1609996"/>
              <a:gd name="connsiteX4" fmla="*/ 915028 w 2074173"/>
              <a:gd name="connsiteY4" fmla="*/ 1607459 h 1609996"/>
              <a:gd name="connsiteX5" fmla="*/ 176518 w 2074173"/>
              <a:gd name="connsiteY5" fmla="*/ 1609878 h 1609996"/>
              <a:gd name="connsiteX6" fmla="*/ 143 w 2074173"/>
              <a:gd name="connsiteY6" fmla="*/ 1424365 h 1609996"/>
              <a:gd name="connsiteX0" fmla="*/ 168 w 2074198"/>
              <a:gd name="connsiteY0" fmla="*/ 1424365 h 1609878"/>
              <a:gd name="connsiteX1" fmla="*/ 1181846 w 2074198"/>
              <a:gd name="connsiteY1" fmla="*/ 2775 h 1609878"/>
              <a:gd name="connsiteX2" fmla="*/ 1893605 w 2074198"/>
              <a:gd name="connsiteY2" fmla="*/ 1981 h 1609878"/>
              <a:gd name="connsiteX3" fmla="*/ 2074198 w 2074198"/>
              <a:gd name="connsiteY3" fmla="*/ 216575 h 1609878"/>
              <a:gd name="connsiteX4" fmla="*/ 915053 w 2074198"/>
              <a:gd name="connsiteY4" fmla="*/ 1607459 h 1609878"/>
              <a:gd name="connsiteX5" fmla="*/ 176543 w 2074198"/>
              <a:gd name="connsiteY5" fmla="*/ 1609878 h 1609878"/>
              <a:gd name="connsiteX6" fmla="*/ 168 w 2074198"/>
              <a:gd name="connsiteY6" fmla="*/ 1424365 h 1609878"/>
              <a:gd name="connsiteX0" fmla="*/ 168 w 2074198"/>
              <a:gd name="connsiteY0" fmla="*/ 1424365 h 1609878"/>
              <a:gd name="connsiteX1" fmla="*/ 1181846 w 2074198"/>
              <a:gd name="connsiteY1" fmla="*/ 2775 h 1609878"/>
              <a:gd name="connsiteX2" fmla="*/ 1893605 w 2074198"/>
              <a:gd name="connsiteY2" fmla="*/ 1981 h 1609878"/>
              <a:gd name="connsiteX3" fmla="*/ 2074198 w 2074198"/>
              <a:gd name="connsiteY3" fmla="*/ 216575 h 1609878"/>
              <a:gd name="connsiteX4" fmla="*/ 915053 w 2074198"/>
              <a:gd name="connsiteY4" fmla="*/ 1607459 h 1609878"/>
              <a:gd name="connsiteX5" fmla="*/ 176543 w 2074198"/>
              <a:gd name="connsiteY5" fmla="*/ 1609878 h 1609878"/>
              <a:gd name="connsiteX6" fmla="*/ 168 w 2074198"/>
              <a:gd name="connsiteY6" fmla="*/ 1424365 h 1609878"/>
              <a:gd name="connsiteX0" fmla="*/ 168 w 2074198"/>
              <a:gd name="connsiteY0" fmla="*/ 1424365 h 1609878"/>
              <a:gd name="connsiteX1" fmla="*/ 1181846 w 2074198"/>
              <a:gd name="connsiteY1" fmla="*/ 2775 h 1609878"/>
              <a:gd name="connsiteX2" fmla="*/ 1893605 w 2074198"/>
              <a:gd name="connsiteY2" fmla="*/ 1981 h 1609878"/>
              <a:gd name="connsiteX3" fmla="*/ 2074198 w 2074198"/>
              <a:gd name="connsiteY3" fmla="*/ 216575 h 1609878"/>
              <a:gd name="connsiteX4" fmla="*/ 915053 w 2074198"/>
              <a:gd name="connsiteY4" fmla="*/ 1607459 h 1609878"/>
              <a:gd name="connsiteX5" fmla="*/ 176543 w 2074198"/>
              <a:gd name="connsiteY5" fmla="*/ 1609878 h 1609878"/>
              <a:gd name="connsiteX6" fmla="*/ 168 w 2074198"/>
              <a:gd name="connsiteY6" fmla="*/ 1424365 h 1609878"/>
              <a:gd name="connsiteX0" fmla="*/ 168 w 2074198"/>
              <a:gd name="connsiteY0" fmla="*/ 1424365 h 1609878"/>
              <a:gd name="connsiteX1" fmla="*/ 1181846 w 2074198"/>
              <a:gd name="connsiteY1" fmla="*/ 2775 h 1609878"/>
              <a:gd name="connsiteX2" fmla="*/ 1893605 w 2074198"/>
              <a:gd name="connsiteY2" fmla="*/ 1981 h 1609878"/>
              <a:gd name="connsiteX3" fmla="*/ 2074198 w 2074198"/>
              <a:gd name="connsiteY3" fmla="*/ 216575 h 1609878"/>
              <a:gd name="connsiteX4" fmla="*/ 915053 w 2074198"/>
              <a:gd name="connsiteY4" fmla="*/ 1607459 h 1609878"/>
              <a:gd name="connsiteX5" fmla="*/ 176543 w 2074198"/>
              <a:gd name="connsiteY5" fmla="*/ 1609878 h 1609878"/>
              <a:gd name="connsiteX6" fmla="*/ 168 w 2074198"/>
              <a:gd name="connsiteY6" fmla="*/ 1424365 h 1609878"/>
              <a:gd name="connsiteX0" fmla="*/ 168 w 2074198"/>
              <a:gd name="connsiteY0" fmla="*/ 1425562 h 1611075"/>
              <a:gd name="connsiteX1" fmla="*/ 1181846 w 2074198"/>
              <a:gd name="connsiteY1" fmla="*/ 3972 h 1611075"/>
              <a:gd name="connsiteX2" fmla="*/ 1893605 w 2074198"/>
              <a:gd name="connsiteY2" fmla="*/ 3178 h 1611075"/>
              <a:gd name="connsiteX3" fmla="*/ 2074198 w 2074198"/>
              <a:gd name="connsiteY3" fmla="*/ 217772 h 1611075"/>
              <a:gd name="connsiteX4" fmla="*/ 915053 w 2074198"/>
              <a:gd name="connsiteY4" fmla="*/ 1608656 h 1611075"/>
              <a:gd name="connsiteX5" fmla="*/ 176543 w 2074198"/>
              <a:gd name="connsiteY5" fmla="*/ 1611075 h 1611075"/>
              <a:gd name="connsiteX6" fmla="*/ 168 w 2074198"/>
              <a:gd name="connsiteY6" fmla="*/ 1425562 h 1611075"/>
              <a:gd name="connsiteX0" fmla="*/ 168 w 2074198"/>
              <a:gd name="connsiteY0" fmla="*/ 1425562 h 1611075"/>
              <a:gd name="connsiteX1" fmla="*/ 1181846 w 2074198"/>
              <a:gd name="connsiteY1" fmla="*/ 3972 h 1611075"/>
              <a:gd name="connsiteX2" fmla="*/ 1893605 w 2074198"/>
              <a:gd name="connsiteY2" fmla="*/ 3178 h 1611075"/>
              <a:gd name="connsiteX3" fmla="*/ 2074198 w 2074198"/>
              <a:gd name="connsiteY3" fmla="*/ 217772 h 1611075"/>
              <a:gd name="connsiteX4" fmla="*/ 915053 w 2074198"/>
              <a:gd name="connsiteY4" fmla="*/ 1608656 h 1611075"/>
              <a:gd name="connsiteX5" fmla="*/ 176543 w 2074198"/>
              <a:gd name="connsiteY5" fmla="*/ 1611075 h 1611075"/>
              <a:gd name="connsiteX6" fmla="*/ 168 w 2074198"/>
              <a:gd name="connsiteY6" fmla="*/ 1425562 h 1611075"/>
              <a:gd name="connsiteX0" fmla="*/ 168 w 2074198"/>
              <a:gd name="connsiteY0" fmla="*/ 1425562 h 1611075"/>
              <a:gd name="connsiteX1" fmla="*/ 1181846 w 2074198"/>
              <a:gd name="connsiteY1" fmla="*/ 3972 h 1611075"/>
              <a:gd name="connsiteX2" fmla="*/ 1893605 w 2074198"/>
              <a:gd name="connsiteY2" fmla="*/ 3178 h 1611075"/>
              <a:gd name="connsiteX3" fmla="*/ 2074198 w 2074198"/>
              <a:gd name="connsiteY3" fmla="*/ 217772 h 1611075"/>
              <a:gd name="connsiteX4" fmla="*/ 915053 w 2074198"/>
              <a:gd name="connsiteY4" fmla="*/ 1608656 h 1611075"/>
              <a:gd name="connsiteX5" fmla="*/ 176543 w 2074198"/>
              <a:gd name="connsiteY5" fmla="*/ 1611075 h 1611075"/>
              <a:gd name="connsiteX6" fmla="*/ 168 w 2074198"/>
              <a:gd name="connsiteY6" fmla="*/ 1425562 h 1611075"/>
              <a:gd name="connsiteX0" fmla="*/ 168 w 2074198"/>
              <a:gd name="connsiteY0" fmla="*/ 1425562 h 1611075"/>
              <a:gd name="connsiteX1" fmla="*/ 1181846 w 2074198"/>
              <a:gd name="connsiteY1" fmla="*/ 3972 h 1611075"/>
              <a:gd name="connsiteX2" fmla="*/ 1893605 w 2074198"/>
              <a:gd name="connsiteY2" fmla="*/ 3178 h 1611075"/>
              <a:gd name="connsiteX3" fmla="*/ 2074198 w 2074198"/>
              <a:gd name="connsiteY3" fmla="*/ 217772 h 1611075"/>
              <a:gd name="connsiteX4" fmla="*/ 915053 w 2074198"/>
              <a:gd name="connsiteY4" fmla="*/ 1608656 h 1611075"/>
              <a:gd name="connsiteX5" fmla="*/ 176543 w 2074198"/>
              <a:gd name="connsiteY5" fmla="*/ 1611075 h 1611075"/>
              <a:gd name="connsiteX6" fmla="*/ 168 w 2074198"/>
              <a:gd name="connsiteY6" fmla="*/ 1425562 h 1611075"/>
              <a:gd name="connsiteX0" fmla="*/ 168 w 2074198"/>
              <a:gd name="connsiteY0" fmla="*/ 1425562 h 1611075"/>
              <a:gd name="connsiteX1" fmla="*/ 1181846 w 2074198"/>
              <a:gd name="connsiteY1" fmla="*/ 3972 h 1611075"/>
              <a:gd name="connsiteX2" fmla="*/ 1893605 w 2074198"/>
              <a:gd name="connsiteY2" fmla="*/ 3178 h 1611075"/>
              <a:gd name="connsiteX3" fmla="*/ 2074198 w 2074198"/>
              <a:gd name="connsiteY3" fmla="*/ 217772 h 1611075"/>
              <a:gd name="connsiteX4" fmla="*/ 915053 w 2074198"/>
              <a:gd name="connsiteY4" fmla="*/ 1608656 h 1611075"/>
              <a:gd name="connsiteX5" fmla="*/ 176543 w 2074198"/>
              <a:gd name="connsiteY5" fmla="*/ 1611075 h 1611075"/>
              <a:gd name="connsiteX6" fmla="*/ 168 w 2074198"/>
              <a:gd name="connsiteY6" fmla="*/ 1425562 h 1611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74198" h="1611075">
                <a:moveTo>
                  <a:pt x="168" y="1425562"/>
                </a:moveTo>
                <a:cubicBezTo>
                  <a:pt x="-13747" y="2036916"/>
                  <a:pt x="948780" y="3379"/>
                  <a:pt x="1181846" y="3972"/>
                </a:cubicBezTo>
                <a:lnTo>
                  <a:pt x="1893605" y="3178"/>
                </a:lnTo>
                <a:cubicBezTo>
                  <a:pt x="1974634" y="8924"/>
                  <a:pt x="2072119" y="-57691"/>
                  <a:pt x="2074198" y="217772"/>
                </a:cubicBezTo>
                <a:cubicBezTo>
                  <a:pt x="2066085" y="-563017"/>
                  <a:pt x="1202760" y="1596748"/>
                  <a:pt x="915053" y="1608656"/>
                </a:cubicBezTo>
                <a:lnTo>
                  <a:pt x="176543" y="1611075"/>
                </a:lnTo>
                <a:cubicBezTo>
                  <a:pt x="87416" y="1598403"/>
                  <a:pt x="-4473" y="1617577"/>
                  <a:pt x="168" y="1425562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0"/>
                </a:schemeClr>
              </a:gs>
              <a:gs pos="50418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ko-KR" altLang="en-US" sz="2000"/>
          </a:p>
        </p:txBody>
      </p:sp>
      <p:sp>
        <p:nvSpPr>
          <p:cNvPr id="807" name="Parallelogram 31">
            <a:extLst>
              <a:ext uri="{FF2B5EF4-FFF2-40B4-BE49-F238E27FC236}">
                <a16:creationId xmlns:a16="http://schemas.microsoft.com/office/drawing/2014/main" id="{B041AB95-037F-D498-3C85-EF0741D23925}"/>
              </a:ext>
            </a:extLst>
          </p:cNvPr>
          <p:cNvSpPr/>
          <p:nvPr/>
        </p:nvSpPr>
        <p:spPr>
          <a:xfrm rot="5400000">
            <a:off x="316791" y="1174509"/>
            <a:ext cx="1096898" cy="1730480"/>
          </a:xfrm>
          <a:custGeom>
            <a:avLst/>
            <a:gdLst>
              <a:gd name="connsiteX0" fmla="*/ 0 w 2160038"/>
              <a:gd name="connsiteY0" fmla="*/ 1598104 h 1598104"/>
              <a:gd name="connsiteX1" fmla="*/ 1205194 w 2160038"/>
              <a:gd name="connsiteY1" fmla="*/ 0 h 1598104"/>
              <a:gd name="connsiteX2" fmla="*/ 2160038 w 2160038"/>
              <a:gd name="connsiteY2" fmla="*/ 0 h 1598104"/>
              <a:gd name="connsiteX3" fmla="*/ 954844 w 2160038"/>
              <a:gd name="connsiteY3" fmla="*/ 1598104 h 1598104"/>
              <a:gd name="connsiteX4" fmla="*/ 0 w 2160038"/>
              <a:gd name="connsiteY4" fmla="*/ 1598104 h 1598104"/>
              <a:gd name="connsiteX0" fmla="*/ 0 w 2160038"/>
              <a:gd name="connsiteY0" fmla="*/ 1598104 h 1598104"/>
              <a:gd name="connsiteX1" fmla="*/ 1205194 w 2160038"/>
              <a:gd name="connsiteY1" fmla="*/ 0 h 1598104"/>
              <a:gd name="connsiteX2" fmla="*/ 2160038 w 2160038"/>
              <a:gd name="connsiteY2" fmla="*/ 0 h 1598104"/>
              <a:gd name="connsiteX3" fmla="*/ 954844 w 2160038"/>
              <a:gd name="connsiteY3" fmla="*/ 1598104 h 1598104"/>
              <a:gd name="connsiteX4" fmla="*/ 196602 w 2160038"/>
              <a:gd name="connsiteY4" fmla="*/ 1593944 h 1598104"/>
              <a:gd name="connsiteX5" fmla="*/ 0 w 2160038"/>
              <a:gd name="connsiteY5" fmla="*/ 1598104 h 1598104"/>
              <a:gd name="connsiteX0" fmla="*/ 0 w 2086559"/>
              <a:gd name="connsiteY0" fmla="*/ 1489247 h 1598104"/>
              <a:gd name="connsiteX1" fmla="*/ 1131715 w 2086559"/>
              <a:gd name="connsiteY1" fmla="*/ 0 h 1598104"/>
              <a:gd name="connsiteX2" fmla="*/ 2086559 w 2086559"/>
              <a:gd name="connsiteY2" fmla="*/ 0 h 1598104"/>
              <a:gd name="connsiteX3" fmla="*/ 881365 w 2086559"/>
              <a:gd name="connsiteY3" fmla="*/ 1598104 h 1598104"/>
              <a:gd name="connsiteX4" fmla="*/ 123123 w 2086559"/>
              <a:gd name="connsiteY4" fmla="*/ 1593944 h 1598104"/>
              <a:gd name="connsiteX5" fmla="*/ 0 w 2086559"/>
              <a:gd name="connsiteY5" fmla="*/ 1489247 h 1598104"/>
              <a:gd name="connsiteX0" fmla="*/ 0 w 2086559"/>
              <a:gd name="connsiteY0" fmla="*/ 1489247 h 1598104"/>
              <a:gd name="connsiteX1" fmla="*/ 1131715 w 2086559"/>
              <a:gd name="connsiteY1" fmla="*/ 0 h 1598104"/>
              <a:gd name="connsiteX2" fmla="*/ 2086559 w 2086559"/>
              <a:gd name="connsiteY2" fmla="*/ 0 h 1598104"/>
              <a:gd name="connsiteX3" fmla="*/ 881365 w 2086559"/>
              <a:gd name="connsiteY3" fmla="*/ 1598104 h 1598104"/>
              <a:gd name="connsiteX4" fmla="*/ 123123 w 2086559"/>
              <a:gd name="connsiteY4" fmla="*/ 1593944 h 1598104"/>
              <a:gd name="connsiteX5" fmla="*/ 0 w 2086559"/>
              <a:gd name="connsiteY5" fmla="*/ 1489247 h 1598104"/>
              <a:gd name="connsiteX0" fmla="*/ 0 w 2078395"/>
              <a:gd name="connsiteY0" fmla="*/ 1478364 h 1598104"/>
              <a:gd name="connsiteX1" fmla="*/ 1123551 w 2078395"/>
              <a:gd name="connsiteY1" fmla="*/ 0 h 1598104"/>
              <a:gd name="connsiteX2" fmla="*/ 2078395 w 2078395"/>
              <a:gd name="connsiteY2" fmla="*/ 0 h 1598104"/>
              <a:gd name="connsiteX3" fmla="*/ 873201 w 2078395"/>
              <a:gd name="connsiteY3" fmla="*/ 1598104 h 1598104"/>
              <a:gd name="connsiteX4" fmla="*/ 114959 w 2078395"/>
              <a:gd name="connsiteY4" fmla="*/ 1593944 h 1598104"/>
              <a:gd name="connsiteX5" fmla="*/ 0 w 2078395"/>
              <a:gd name="connsiteY5" fmla="*/ 1478364 h 1598104"/>
              <a:gd name="connsiteX0" fmla="*/ 0 w 2078395"/>
              <a:gd name="connsiteY0" fmla="*/ 1478364 h 1598104"/>
              <a:gd name="connsiteX1" fmla="*/ 1123551 w 2078395"/>
              <a:gd name="connsiteY1" fmla="*/ 0 h 1598104"/>
              <a:gd name="connsiteX2" fmla="*/ 2078395 w 2078395"/>
              <a:gd name="connsiteY2" fmla="*/ 0 h 1598104"/>
              <a:gd name="connsiteX3" fmla="*/ 873201 w 2078395"/>
              <a:gd name="connsiteY3" fmla="*/ 1598104 h 1598104"/>
              <a:gd name="connsiteX4" fmla="*/ 114959 w 2078395"/>
              <a:gd name="connsiteY4" fmla="*/ 1593944 h 1598104"/>
              <a:gd name="connsiteX5" fmla="*/ 0 w 2078395"/>
              <a:gd name="connsiteY5" fmla="*/ 1478364 h 1598104"/>
              <a:gd name="connsiteX0" fmla="*/ 0 w 2078395"/>
              <a:gd name="connsiteY0" fmla="*/ 1478364 h 1598104"/>
              <a:gd name="connsiteX1" fmla="*/ 1123551 w 2078395"/>
              <a:gd name="connsiteY1" fmla="*/ 0 h 1598104"/>
              <a:gd name="connsiteX2" fmla="*/ 2078395 w 2078395"/>
              <a:gd name="connsiteY2" fmla="*/ 0 h 1598104"/>
              <a:gd name="connsiteX3" fmla="*/ 873201 w 2078395"/>
              <a:gd name="connsiteY3" fmla="*/ 1598104 h 1598104"/>
              <a:gd name="connsiteX4" fmla="*/ 114959 w 2078395"/>
              <a:gd name="connsiteY4" fmla="*/ 1593944 h 1598104"/>
              <a:gd name="connsiteX5" fmla="*/ 0 w 2078395"/>
              <a:gd name="connsiteY5" fmla="*/ 1478364 h 1598104"/>
              <a:gd name="connsiteX0" fmla="*/ 0 w 2078395"/>
              <a:gd name="connsiteY0" fmla="*/ 1478364 h 1598104"/>
              <a:gd name="connsiteX1" fmla="*/ 1123551 w 2078395"/>
              <a:gd name="connsiteY1" fmla="*/ 0 h 1598104"/>
              <a:gd name="connsiteX2" fmla="*/ 2078395 w 2078395"/>
              <a:gd name="connsiteY2" fmla="*/ 0 h 1598104"/>
              <a:gd name="connsiteX3" fmla="*/ 873201 w 2078395"/>
              <a:gd name="connsiteY3" fmla="*/ 1598104 h 1598104"/>
              <a:gd name="connsiteX4" fmla="*/ 114959 w 2078395"/>
              <a:gd name="connsiteY4" fmla="*/ 1593944 h 1598104"/>
              <a:gd name="connsiteX5" fmla="*/ 0 w 2078395"/>
              <a:gd name="connsiteY5" fmla="*/ 1478364 h 1598104"/>
              <a:gd name="connsiteX0" fmla="*/ 0 w 2078395"/>
              <a:gd name="connsiteY0" fmla="*/ 1478364 h 1598104"/>
              <a:gd name="connsiteX1" fmla="*/ 1123551 w 2078395"/>
              <a:gd name="connsiteY1" fmla="*/ 0 h 1598104"/>
              <a:gd name="connsiteX2" fmla="*/ 2078395 w 2078395"/>
              <a:gd name="connsiteY2" fmla="*/ 0 h 1598104"/>
              <a:gd name="connsiteX3" fmla="*/ 873201 w 2078395"/>
              <a:gd name="connsiteY3" fmla="*/ 1598104 h 1598104"/>
              <a:gd name="connsiteX4" fmla="*/ 114959 w 2078395"/>
              <a:gd name="connsiteY4" fmla="*/ 1593944 h 1598104"/>
              <a:gd name="connsiteX5" fmla="*/ 0 w 2078395"/>
              <a:gd name="connsiteY5" fmla="*/ 1478364 h 1598104"/>
              <a:gd name="connsiteX0" fmla="*/ 0 w 2089280"/>
              <a:gd name="connsiteY0" fmla="*/ 1478366 h 1598104"/>
              <a:gd name="connsiteX1" fmla="*/ 1134436 w 2089280"/>
              <a:gd name="connsiteY1" fmla="*/ 0 h 1598104"/>
              <a:gd name="connsiteX2" fmla="*/ 2089280 w 2089280"/>
              <a:gd name="connsiteY2" fmla="*/ 0 h 1598104"/>
              <a:gd name="connsiteX3" fmla="*/ 884086 w 2089280"/>
              <a:gd name="connsiteY3" fmla="*/ 1598104 h 1598104"/>
              <a:gd name="connsiteX4" fmla="*/ 125844 w 2089280"/>
              <a:gd name="connsiteY4" fmla="*/ 1593944 h 1598104"/>
              <a:gd name="connsiteX5" fmla="*/ 0 w 2089280"/>
              <a:gd name="connsiteY5" fmla="*/ 1478366 h 1598104"/>
              <a:gd name="connsiteX0" fmla="*/ 0 w 2089280"/>
              <a:gd name="connsiteY0" fmla="*/ 1470201 h 1598104"/>
              <a:gd name="connsiteX1" fmla="*/ 1134436 w 2089280"/>
              <a:gd name="connsiteY1" fmla="*/ 0 h 1598104"/>
              <a:gd name="connsiteX2" fmla="*/ 2089280 w 2089280"/>
              <a:gd name="connsiteY2" fmla="*/ 0 h 1598104"/>
              <a:gd name="connsiteX3" fmla="*/ 884086 w 2089280"/>
              <a:gd name="connsiteY3" fmla="*/ 1598104 h 1598104"/>
              <a:gd name="connsiteX4" fmla="*/ 125844 w 2089280"/>
              <a:gd name="connsiteY4" fmla="*/ 1593944 h 1598104"/>
              <a:gd name="connsiteX5" fmla="*/ 0 w 2089280"/>
              <a:gd name="connsiteY5" fmla="*/ 1470201 h 1598104"/>
              <a:gd name="connsiteX0" fmla="*/ 0 w 2116495"/>
              <a:gd name="connsiteY0" fmla="*/ 1413051 h 1598104"/>
              <a:gd name="connsiteX1" fmla="*/ 1161651 w 2116495"/>
              <a:gd name="connsiteY1" fmla="*/ 0 h 1598104"/>
              <a:gd name="connsiteX2" fmla="*/ 2116495 w 2116495"/>
              <a:gd name="connsiteY2" fmla="*/ 0 h 1598104"/>
              <a:gd name="connsiteX3" fmla="*/ 911301 w 2116495"/>
              <a:gd name="connsiteY3" fmla="*/ 1598104 h 1598104"/>
              <a:gd name="connsiteX4" fmla="*/ 153059 w 2116495"/>
              <a:gd name="connsiteY4" fmla="*/ 1593944 h 1598104"/>
              <a:gd name="connsiteX5" fmla="*/ 0 w 2116495"/>
              <a:gd name="connsiteY5" fmla="*/ 1413051 h 1598104"/>
              <a:gd name="connsiteX0" fmla="*/ 0 w 2116495"/>
              <a:gd name="connsiteY0" fmla="*/ 1413051 h 1598104"/>
              <a:gd name="connsiteX1" fmla="*/ 1161651 w 2116495"/>
              <a:gd name="connsiteY1" fmla="*/ 0 h 1598104"/>
              <a:gd name="connsiteX2" fmla="*/ 2116495 w 2116495"/>
              <a:gd name="connsiteY2" fmla="*/ 0 h 1598104"/>
              <a:gd name="connsiteX3" fmla="*/ 911301 w 2116495"/>
              <a:gd name="connsiteY3" fmla="*/ 1598104 h 1598104"/>
              <a:gd name="connsiteX4" fmla="*/ 153059 w 2116495"/>
              <a:gd name="connsiteY4" fmla="*/ 1593944 h 1598104"/>
              <a:gd name="connsiteX5" fmla="*/ 0 w 2116495"/>
              <a:gd name="connsiteY5" fmla="*/ 1413051 h 1598104"/>
              <a:gd name="connsiteX0" fmla="*/ 0 w 2116495"/>
              <a:gd name="connsiteY0" fmla="*/ 1413051 h 1598104"/>
              <a:gd name="connsiteX1" fmla="*/ 1161651 w 2116495"/>
              <a:gd name="connsiteY1" fmla="*/ 0 h 1598104"/>
              <a:gd name="connsiteX2" fmla="*/ 2116495 w 2116495"/>
              <a:gd name="connsiteY2" fmla="*/ 0 h 1598104"/>
              <a:gd name="connsiteX3" fmla="*/ 911301 w 2116495"/>
              <a:gd name="connsiteY3" fmla="*/ 1598104 h 1598104"/>
              <a:gd name="connsiteX4" fmla="*/ 153059 w 2116495"/>
              <a:gd name="connsiteY4" fmla="*/ 1593944 h 1598104"/>
              <a:gd name="connsiteX5" fmla="*/ 0 w 2116495"/>
              <a:gd name="connsiteY5" fmla="*/ 1413051 h 1598104"/>
              <a:gd name="connsiteX0" fmla="*/ 0 w 2127381"/>
              <a:gd name="connsiteY0" fmla="*/ 1323246 h 1598104"/>
              <a:gd name="connsiteX1" fmla="*/ 1172537 w 2127381"/>
              <a:gd name="connsiteY1" fmla="*/ 0 h 1598104"/>
              <a:gd name="connsiteX2" fmla="*/ 2127381 w 2127381"/>
              <a:gd name="connsiteY2" fmla="*/ 0 h 1598104"/>
              <a:gd name="connsiteX3" fmla="*/ 922187 w 2127381"/>
              <a:gd name="connsiteY3" fmla="*/ 1598104 h 1598104"/>
              <a:gd name="connsiteX4" fmla="*/ 163945 w 2127381"/>
              <a:gd name="connsiteY4" fmla="*/ 1593944 h 1598104"/>
              <a:gd name="connsiteX5" fmla="*/ 0 w 2127381"/>
              <a:gd name="connsiteY5" fmla="*/ 1323246 h 1598104"/>
              <a:gd name="connsiteX0" fmla="*/ 993 w 2128374"/>
              <a:gd name="connsiteY0" fmla="*/ 1323246 h 1598104"/>
              <a:gd name="connsiteX1" fmla="*/ 1173530 w 2128374"/>
              <a:gd name="connsiteY1" fmla="*/ 0 h 1598104"/>
              <a:gd name="connsiteX2" fmla="*/ 2128374 w 2128374"/>
              <a:gd name="connsiteY2" fmla="*/ 0 h 1598104"/>
              <a:gd name="connsiteX3" fmla="*/ 923180 w 2128374"/>
              <a:gd name="connsiteY3" fmla="*/ 1598104 h 1598104"/>
              <a:gd name="connsiteX4" fmla="*/ 164938 w 2128374"/>
              <a:gd name="connsiteY4" fmla="*/ 1593944 h 1598104"/>
              <a:gd name="connsiteX5" fmla="*/ 993 w 2128374"/>
              <a:gd name="connsiteY5" fmla="*/ 1323246 h 1598104"/>
              <a:gd name="connsiteX0" fmla="*/ 993 w 2128374"/>
              <a:gd name="connsiteY0" fmla="*/ 1323246 h 1598104"/>
              <a:gd name="connsiteX1" fmla="*/ 1173530 w 2128374"/>
              <a:gd name="connsiteY1" fmla="*/ 0 h 1598104"/>
              <a:gd name="connsiteX2" fmla="*/ 2128374 w 2128374"/>
              <a:gd name="connsiteY2" fmla="*/ 0 h 1598104"/>
              <a:gd name="connsiteX3" fmla="*/ 923180 w 2128374"/>
              <a:gd name="connsiteY3" fmla="*/ 1598104 h 1598104"/>
              <a:gd name="connsiteX4" fmla="*/ 164938 w 2128374"/>
              <a:gd name="connsiteY4" fmla="*/ 1593944 h 1598104"/>
              <a:gd name="connsiteX5" fmla="*/ 993 w 2128374"/>
              <a:gd name="connsiteY5" fmla="*/ 1323246 h 1598104"/>
              <a:gd name="connsiteX0" fmla="*/ 0 w 2127381"/>
              <a:gd name="connsiteY0" fmla="*/ 1323246 h 1598104"/>
              <a:gd name="connsiteX1" fmla="*/ 1172537 w 2127381"/>
              <a:gd name="connsiteY1" fmla="*/ 0 h 1598104"/>
              <a:gd name="connsiteX2" fmla="*/ 2127381 w 2127381"/>
              <a:gd name="connsiteY2" fmla="*/ 0 h 1598104"/>
              <a:gd name="connsiteX3" fmla="*/ 922187 w 2127381"/>
              <a:gd name="connsiteY3" fmla="*/ 1598104 h 1598104"/>
              <a:gd name="connsiteX4" fmla="*/ 163945 w 2127381"/>
              <a:gd name="connsiteY4" fmla="*/ 1593944 h 1598104"/>
              <a:gd name="connsiteX5" fmla="*/ 0 w 2127381"/>
              <a:gd name="connsiteY5" fmla="*/ 1323246 h 1598104"/>
              <a:gd name="connsiteX0" fmla="*/ 0 w 2127381"/>
              <a:gd name="connsiteY0" fmla="*/ 1323246 h 1598104"/>
              <a:gd name="connsiteX1" fmla="*/ 1172537 w 2127381"/>
              <a:gd name="connsiteY1" fmla="*/ 0 h 1598104"/>
              <a:gd name="connsiteX2" fmla="*/ 2127381 w 2127381"/>
              <a:gd name="connsiteY2" fmla="*/ 0 h 1598104"/>
              <a:gd name="connsiteX3" fmla="*/ 922187 w 2127381"/>
              <a:gd name="connsiteY3" fmla="*/ 1598104 h 1598104"/>
              <a:gd name="connsiteX4" fmla="*/ 163945 w 2127381"/>
              <a:gd name="connsiteY4" fmla="*/ 1593944 h 1598104"/>
              <a:gd name="connsiteX5" fmla="*/ 0 w 2127381"/>
              <a:gd name="connsiteY5" fmla="*/ 1323246 h 1598104"/>
              <a:gd name="connsiteX0" fmla="*/ 0 w 2140988"/>
              <a:gd name="connsiteY0" fmla="*/ 1325969 h 1598104"/>
              <a:gd name="connsiteX1" fmla="*/ 1186144 w 2140988"/>
              <a:gd name="connsiteY1" fmla="*/ 0 h 1598104"/>
              <a:gd name="connsiteX2" fmla="*/ 2140988 w 2140988"/>
              <a:gd name="connsiteY2" fmla="*/ 0 h 1598104"/>
              <a:gd name="connsiteX3" fmla="*/ 935794 w 2140988"/>
              <a:gd name="connsiteY3" fmla="*/ 1598104 h 1598104"/>
              <a:gd name="connsiteX4" fmla="*/ 177552 w 2140988"/>
              <a:gd name="connsiteY4" fmla="*/ 1593944 h 1598104"/>
              <a:gd name="connsiteX5" fmla="*/ 0 w 2140988"/>
              <a:gd name="connsiteY5" fmla="*/ 1325969 h 1598104"/>
              <a:gd name="connsiteX0" fmla="*/ 0 w 2140988"/>
              <a:gd name="connsiteY0" fmla="*/ 1325969 h 1598104"/>
              <a:gd name="connsiteX1" fmla="*/ 1186144 w 2140988"/>
              <a:gd name="connsiteY1" fmla="*/ 0 h 1598104"/>
              <a:gd name="connsiteX2" fmla="*/ 2140988 w 2140988"/>
              <a:gd name="connsiteY2" fmla="*/ 0 h 1598104"/>
              <a:gd name="connsiteX3" fmla="*/ 935794 w 2140988"/>
              <a:gd name="connsiteY3" fmla="*/ 1598104 h 1598104"/>
              <a:gd name="connsiteX4" fmla="*/ 177552 w 2140988"/>
              <a:gd name="connsiteY4" fmla="*/ 1593944 h 1598104"/>
              <a:gd name="connsiteX5" fmla="*/ 0 w 2140988"/>
              <a:gd name="connsiteY5" fmla="*/ 1325969 h 1598104"/>
              <a:gd name="connsiteX0" fmla="*/ 0 w 2140988"/>
              <a:gd name="connsiteY0" fmla="*/ 1325969 h 1598104"/>
              <a:gd name="connsiteX1" fmla="*/ 1186144 w 2140988"/>
              <a:gd name="connsiteY1" fmla="*/ 0 h 1598104"/>
              <a:gd name="connsiteX2" fmla="*/ 2140988 w 2140988"/>
              <a:gd name="connsiteY2" fmla="*/ 0 h 1598104"/>
              <a:gd name="connsiteX3" fmla="*/ 935794 w 2140988"/>
              <a:gd name="connsiteY3" fmla="*/ 1598104 h 1598104"/>
              <a:gd name="connsiteX4" fmla="*/ 177552 w 2140988"/>
              <a:gd name="connsiteY4" fmla="*/ 1593944 h 1598104"/>
              <a:gd name="connsiteX5" fmla="*/ 0 w 2140988"/>
              <a:gd name="connsiteY5" fmla="*/ 1325969 h 1598104"/>
              <a:gd name="connsiteX0" fmla="*/ 0 w 2140988"/>
              <a:gd name="connsiteY0" fmla="*/ 1325969 h 1598104"/>
              <a:gd name="connsiteX1" fmla="*/ 1186144 w 2140988"/>
              <a:gd name="connsiteY1" fmla="*/ 0 h 1598104"/>
              <a:gd name="connsiteX2" fmla="*/ 2140988 w 2140988"/>
              <a:gd name="connsiteY2" fmla="*/ 0 h 1598104"/>
              <a:gd name="connsiteX3" fmla="*/ 935794 w 2140988"/>
              <a:gd name="connsiteY3" fmla="*/ 1598104 h 1598104"/>
              <a:gd name="connsiteX4" fmla="*/ 177552 w 2140988"/>
              <a:gd name="connsiteY4" fmla="*/ 1593944 h 1598104"/>
              <a:gd name="connsiteX5" fmla="*/ 0 w 2140988"/>
              <a:gd name="connsiteY5" fmla="*/ 1325969 h 1598104"/>
              <a:gd name="connsiteX0" fmla="*/ 0 w 2140988"/>
              <a:gd name="connsiteY0" fmla="*/ 1325969 h 1598104"/>
              <a:gd name="connsiteX1" fmla="*/ 1186144 w 2140988"/>
              <a:gd name="connsiteY1" fmla="*/ 0 h 1598104"/>
              <a:gd name="connsiteX2" fmla="*/ 2140988 w 2140988"/>
              <a:gd name="connsiteY2" fmla="*/ 0 h 1598104"/>
              <a:gd name="connsiteX3" fmla="*/ 935794 w 2140988"/>
              <a:gd name="connsiteY3" fmla="*/ 1598104 h 1598104"/>
              <a:gd name="connsiteX4" fmla="*/ 177552 w 2140988"/>
              <a:gd name="connsiteY4" fmla="*/ 1593944 h 1598104"/>
              <a:gd name="connsiteX5" fmla="*/ 0 w 2140988"/>
              <a:gd name="connsiteY5" fmla="*/ 1325969 h 1598104"/>
              <a:gd name="connsiteX0" fmla="*/ 0 w 2140988"/>
              <a:gd name="connsiteY0" fmla="*/ 1325969 h 1598104"/>
              <a:gd name="connsiteX1" fmla="*/ 1186144 w 2140988"/>
              <a:gd name="connsiteY1" fmla="*/ 0 h 1598104"/>
              <a:gd name="connsiteX2" fmla="*/ 2140988 w 2140988"/>
              <a:gd name="connsiteY2" fmla="*/ 0 h 1598104"/>
              <a:gd name="connsiteX3" fmla="*/ 935794 w 2140988"/>
              <a:gd name="connsiteY3" fmla="*/ 1598104 h 1598104"/>
              <a:gd name="connsiteX4" fmla="*/ 177552 w 2140988"/>
              <a:gd name="connsiteY4" fmla="*/ 1593944 h 1598104"/>
              <a:gd name="connsiteX5" fmla="*/ 0 w 2140988"/>
              <a:gd name="connsiteY5" fmla="*/ 1325969 h 1598104"/>
              <a:gd name="connsiteX0" fmla="*/ 0 w 2113774"/>
              <a:gd name="connsiteY0" fmla="*/ 1502861 h 1718854"/>
              <a:gd name="connsiteX1" fmla="*/ 1158930 w 2113774"/>
              <a:gd name="connsiteY1" fmla="*/ 0 h 1718854"/>
              <a:gd name="connsiteX2" fmla="*/ 2113774 w 2113774"/>
              <a:gd name="connsiteY2" fmla="*/ 0 h 1718854"/>
              <a:gd name="connsiteX3" fmla="*/ 908580 w 2113774"/>
              <a:gd name="connsiteY3" fmla="*/ 1598104 h 1718854"/>
              <a:gd name="connsiteX4" fmla="*/ 150338 w 2113774"/>
              <a:gd name="connsiteY4" fmla="*/ 1593944 h 1718854"/>
              <a:gd name="connsiteX5" fmla="*/ 0 w 2113774"/>
              <a:gd name="connsiteY5" fmla="*/ 1502861 h 1718854"/>
              <a:gd name="connsiteX0" fmla="*/ 0 w 2113774"/>
              <a:gd name="connsiteY0" fmla="*/ 1502861 h 1718854"/>
              <a:gd name="connsiteX1" fmla="*/ 1158930 w 2113774"/>
              <a:gd name="connsiteY1" fmla="*/ 0 h 1718854"/>
              <a:gd name="connsiteX2" fmla="*/ 2113774 w 2113774"/>
              <a:gd name="connsiteY2" fmla="*/ 0 h 1718854"/>
              <a:gd name="connsiteX3" fmla="*/ 908580 w 2113774"/>
              <a:gd name="connsiteY3" fmla="*/ 1598104 h 1718854"/>
              <a:gd name="connsiteX4" fmla="*/ 150338 w 2113774"/>
              <a:gd name="connsiteY4" fmla="*/ 1593944 h 1718854"/>
              <a:gd name="connsiteX5" fmla="*/ 0 w 2113774"/>
              <a:gd name="connsiteY5" fmla="*/ 1502861 h 1718854"/>
              <a:gd name="connsiteX0" fmla="*/ 0 w 2113774"/>
              <a:gd name="connsiteY0" fmla="*/ 1502861 h 1598104"/>
              <a:gd name="connsiteX1" fmla="*/ 1158930 w 2113774"/>
              <a:gd name="connsiteY1" fmla="*/ 0 h 1598104"/>
              <a:gd name="connsiteX2" fmla="*/ 2113774 w 2113774"/>
              <a:gd name="connsiteY2" fmla="*/ 0 h 1598104"/>
              <a:gd name="connsiteX3" fmla="*/ 908580 w 2113774"/>
              <a:gd name="connsiteY3" fmla="*/ 1598104 h 1598104"/>
              <a:gd name="connsiteX4" fmla="*/ 150338 w 2113774"/>
              <a:gd name="connsiteY4" fmla="*/ 1593944 h 1598104"/>
              <a:gd name="connsiteX5" fmla="*/ 0 w 2113774"/>
              <a:gd name="connsiteY5" fmla="*/ 1502861 h 1598104"/>
              <a:gd name="connsiteX0" fmla="*/ 0 w 2113774"/>
              <a:gd name="connsiteY0" fmla="*/ 1502861 h 1598104"/>
              <a:gd name="connsiteX1" fmla="*/ 1158930 w 2113774"/>
              <a:gd name="connsiteY1" fmla="*/ 0 h 1598104"/>
              <a:gd name="connsiteX2" fmla="*/ 2113774 w 2113774"/>
              <a:gd name="connsiteY2" fmla="*/ 0 h 1598104"/>
              <a:gd name="connsiteX3" fmla="*/ 908580 w 2113774"/>
              <a:gd name="connsiteY3" fmla="*/ 1598104 h 1598104"/>
              <a:gd name="connsiteX4" fmla="*/ 150338 w 2113774"/>
              <a:gd name="connsiteY4" fmla="*/ 1593944 h 1598104"/>
              <a:gd name="connsiteX5" fmla="*/ 0 w 2113774"/>
              <a:gd name="connsiteY5" fmla="*/ 1502861 h 1598104"/>
              <a:gd name="connsiteX0" fmla="*/ 1 w 2113775"/>
              <a:gd name="connsiteY0" fmla="*/ 1502861 h 1598104"/>
              <a:gd name="connsiteX1" fmla="*/ 1158931 w 2113775"/>
              <a:gd name="connsiteY1" fmla="*/ 0 h 1598104"/>
              <a:gd name="connsiteX2" fmla="*/ 2113775 w 2113775"/>
              <a:gd name="connsiteY2" fmla="*/ 0 h 1598104"/>
              <a:gd name="connsiteX3" fmla="*/ 908581 w 2113775"/>
              <a:gd name="connsiteY3" fmla="*/ 1598104 h 1598104"/>
              <a:gd name="connsiteX4" fmla="*/ 150339 w 2113775"/>
              <a:gd name="connsiteY4" fmla="*/ 1593944 h 1598104"/>
              <a:gd name="connsiteX5" fmla="*/ 1 w 2113775"/>
              <a:gd name="connsiteY5" fmla="*/ 1502861 h 1598104"/>
              <a:gd name="connsiteX0" fmla="*/ 1 w 2113775"/>
              <a:gd name="connsiteY0" fmla="*/ 1502861 h 1598104"/>
              <a:gd name="connsiteX1" fmla="*/ 1158931 w 2113775"/>
              <a:gd name="connsiteY1" fmla="*/ 0 h 1598104"/>
              <a:gd name="connsiteX2" fmla="*/ 2113775 w 2113775"/>
              <a:gd name="connsiteY2" fmla="*/ 0 h 1598104"/>
              <a:gd name="connsiteX3" fmla="*/ 908581 w 2113775"/>
              <a:gd name="connsiteY3" fmla="*/ 1598104 h 1598104"/>
              <a:gd name="connsiteX4" fmla="*/ 150339 w 2113775"/>
              <a:gd name="connsiteY4" fmla="*/ 1593944 h 1598104"/>
              <a:gd name="connsiteX5" fmla="*/ 1 w 2113775"/>
              <a:gd name="connsiteY5" fmla="*/ 1502861 h 1598104"/>
              <a:gd name="connsiteX0" fmla="*/ 1 w 2113775"/>
              <a:gd name="connsiteY0" fmla="*/ 1502861 h 1598104"/>
              <a:gd name="connsiteX1" fmla="*/ 1158931 w 2113775"/>
              <a:gd name="connsiteY1" fmla="*/ 0 h 1598104"/>
              <a:gd name="connsiteX2" fmla="*/ 2113775 w 2113775"/>
              <a:gd name="connsiteY2" fmla="*/ 0 h 1598104"/>
              <a:gd name="connsiteX3" fmla="*/ 908581 w 2113775"/>
              <a:gd name="connsiteY3" fmla="*/ 1598104 h 1598104"/>
              <a:gd name="connsiteX4" fmla="*/ 150339 w 2113775"/>
              <a:gd name="connsiteY4" fmla="*/ 1593944 h 1598104"/>
              <a:gd name="connsiteX5" fmla="*/ 1 w 2113775"/>
              <a:gd name="connsiteY5" fmla="*/ 1502861 h 1598104"/>
              <a:gd name="connsiteX0" fmla="*/ 1 w 2113775"/>
              <a:gd name="connsiteY0" fmla="*/ 1502861 h 1598104"/>
              <a:gd name="connsiteX1" fmla="*/ 1158931 w 2113775"/>
              <a:gd name="connsiteY1" fmla="*/ 0 h 1598104"/>
              <a:gd name="connsiteX2" fmla="*/ 2113775 w 2113775"/>
              <a:gd name="connsiteY2" fmla="*/ 0 h 1598104"/>
              <a:gd name="connsiteX3" fmla="*/ 908581 w 2113775"/>
              <a:gd name="connsiteY3" fmla="*/ 1598104 h 1598104"/>
              <a:gd name="connsiteX4" fmla="*/ 150339 w 2113775"/>
              <a:gd name="connsiteY4" fmla="*/ 1593944 h 1598104"/>
              <a:gd name="connsiteX5" fmla="*/ 1 w 2113775"/>
              <a:gd name="connsiteY5" fmla="*/ 1502861 h 1598104"/>
              <a:gd name="connsiteX0" fmla="*/ 1 w 2129230"/>
              <a:gd name="connsiteY0" fmla="*/ 1459075 h 1598104"/>
              <a:gd name="connsiteX1" fmla="*/ 1174386 w 2129230"/>
              <a:gd name="connsiteY1" fmla="*/ 0 h 1598104"/>
              <a:gd name="connsiteX2" fmla="*/ 2129230 w 2129230"/>
              <a:gd name="connsiteY2" fmla="*/ 0 h 1598104"/>
              <a:gd name="connsiteX3" fmla="*/ 924036 w 2129230"/>
              <a:gd name="connsiteY3" fmla="*/ 1598104 h 1598104"/>
              <a:gd name="connsiteX4" fmla="*/ 165794 w 2129230"/>
              <a:gd name="connsiteY4" fmla="*/ 1593944 h 1598104"/>
              <a:gd name="connsiteX5" fmla="*/ 1 w 2129230"/>
              <a:gd name="connsiteY5" fmla="*/ 1459075 h 1598104"/>
              <a:gd name="connsiteX0" fmla="*/ 2 w 2124080"/>
              <a:gd name="connsiteY0" fmla="*/ 1448772 h 1598104"/>
              <a:gd name="connsiteX1" fmla="*/ 1169236 w 2124080"/>
              <a:gd name="connsiteY1" fmla="*/ 0 h 1598104"/>
              <a:gd name="connsiteX2" fmla="*/ 2124080 w 2124080"/>
              <a:gd name="connsiteY2" fmla="*/ 0 h 1598104"/>
              <a:gd name="connsiteX3" fmla="*/ 918886 w 2124080"/>
              <a:gd name="connsiteY3" fmla="*/ 1598104 h 1598104"/>
              <a:gd name="connsiteX4" fmla="*/ 160644 w 2124080"/>
              <a:gd name="connsiteY4" fmla="*/ 1593944 h 1598104"/>
              <a:gd name="connsiteX5" fmla="*/ 2 w 2124080"/>
              <a:gd name="connsiteY5" fmla="*/ 1448772 h 1598104"/>
              <a:gd name="connsiteX0" fmla="*/ 2 w 2124080"/>
              <a:gd name="connsiteY0" fmla="*/ 1448772 h 1598104"/>
              <a:gd name="connsiteX1" fmla="*/ 1169236 w 2124080"/>
              <a:gd name="connsiteY1" fmla="*/ 0 h 1598104"/>
              <a:gd name="connsiteX2" fmla="*/ 2124080 w 2124080"/>
              <a:gd name="connsiteY2" fmla="*/ 0 h 1598104"/>
              <a:gd name="connsiteX3" fmla="*/ 918886 w 2124080"/>
              <a:gd name="connsiteY3" fmla="*/ 1598104 h 1598104"/>
              <a:gd name="connsiteX4" fmla="*/ 160644 w 2124080"/>
              <a:gd name="connsiteY4" fmla="*/ 1593944 h 1598104"/>
              <a:gd name="connsiteX5" fmla="*/ 2 w 2124080"/>
              <a:gd name="connsiteY5" fmla="*/ 1448772 h 1598104"/>
              <a:gd name="connsiteX0" fmla="*/ 0 w 2124078"/>
              <a:gd name="connsiteY0" fmla="*/ 1448772 h 1598104"/>
              <a:gd name="connsiteX1" fmla="*/ 1169234 w 2124078"/>
              <a:gd name="connsiteY1" fmla="*/ 0 h 1598104"/>
              <a:gd name="connsiteX2" fmla="*/ 2124078 w 2124078"/>
              <a:gd name="connsiteY2" fmla="*/ 0 h 1598104"/>
              <a:gd name="connsiteX3" fmla="*/ 918884 w 2124078"/>
              <a:gd name="connsiteY3" fmla="*/ 1598104 h 1598104"/>
              <a:gd name="connsiteX4" fmla="*/ 160642 w 2124078"/>
              <a:gd name="connsiteY4" fmla="*/ 1593944 h 1598104"/>
              <a:gd name="connsiteX5" fmla="*/ 0 w 2124078"/>
              <a:gd name="connsiteY5" fmla="*/ 1448772 h 1598104"/>
              <a:gd name="connsiteX0" fmla="*/ 0 w 2124078"/>
              <a:gd name="connsiteY0" fmla="*/ 1448772 h 1598104"/>
              <a:gd name="connsiteX1" fmla="*/ 1169234 w 2124078"/>
              <a:gd name="connsiteY1" fmla="*/ 0 h 1598104"/>
              <a:gd name="connsiteX2" fmla="*/ 2124078 w 2124078"/>
              <a:gd name="connsiteY2" fmla="*/ 0 h 1598104"/>
              <a:gd name="connsiteX3" fmla="*/ 918884 w 2124078"/>
              <a:gd name="connsiteY3" fmla="*/ 1598104 h 1598104"/>
              <a:gd name="connsiteX4" fmla="*/ 160642 w 2124078"/>
              <a:gd name="connsiteY4" fmla="*/ 1593944 h 1598104"/>
              <a:gd name="connsiteX5" fmla="*/ 0 w 2124078"/>
              <a:gd name="connsiteY5" fmla="*/ 1448772 h 1598104"/>
              <a:gd name="connsiteX0" fmla="*/ 31 w 2124109"/>
              <a:gd name="connsiteY0" fmla="*/ 1448772 h 1598104"/>
              <a:gd name="connsiteX1" fmla="*/ 1169265 w 2124109"/>
              <a:gd name="connsiteY1" fmla="*/ 0 h 1598104"/>
              <a:gd name="connsiteX2" fmla="*/ 2124109 w 2124109"/>
              <a:gd name="connsiteY2" fmla="*/ 0 h 1598104"/>
              <a:gd name="connsiteX3" fmla="*/ 918915 w 2124109"/>
              <a:gd name="connsiteY3" fmla="*/ 1598104 h 1598104"/>
              <a:gd name="connsiteX4" fmla="*/ 160673 w 2124109"/>
              <a:gd name="connsiteY4" fmla="*/ 1593944 h 1598104"/>
              <a:gd name="connsiteX5" fmla="*/ 31 w 2124109"/>
              <a:gd name="connsiteY5" fmla="*/ 1448772 h 1598104"/>
              <a:gd name="connsiteX0" fmla="*/ 31 w 2124109"/>
              <a:gd name="connsiteY0" fmla="*/ 1448772 h 1598104"/>
              <a:gd name="connsiteX1" fmla="*/ 1169265 w 2124109"/>
              <a:gd name="connsiteY1" fmla="*/ 0 h 1598104"/>
              <a:gd name="connsiteX2" fmla="*/ 2124109 w 2124109"/>
              <a:gd name="connsiteY2" fmla="*/ 0 h 1598104"/>
              <a:gd name="connsiteX3" fmla="*/ 918915 w 2124109"/>
              <a:gd name="connsiteY3" fmla="*/ 1598104 h 1598104"/>
              <a:gd name="connsiteX4" fmla="*/ 160673 w 2124109"/>
              <a:gd name="connsiteY4" fmla="*/ 1593944 h 1598104"/>
              <a:gd name="connsiteX5" fmla="*/ 31 w 2124109"/>
              <a:gd name="connsiteY5" fmla="*/ 1448772 h 1598104"/>
              <a:gd name="connsiteX0" fmla="*/ 177 w 2124255"/>
              <a:gd name="connsiteY0" fmla="*/ 1448772 h 1598104"/>
              <a:gd name="connsiteX1" fmla="*/ 1169411 w 2124255"/>
              <a:gd name="connsiteY1" fmla="*/ 0 h 1598104"/>
              <a:gd name="connsiteX2" fmla="*/ 2124255 w 2124255"/>
              <a:gd name="connsiteY2" fmla="*/ 0 h 1598104"/>
              <a:gd name="connsiteX3" fmla="*/ 919061 w 2124255"/>
              <a:gd name="connsiteY3" fmla="*/ 1598104 h 1598104"/>
              <a:gd name="connsiteX4" fmla="*/ 160819 w 2124255"/>
              <a:gd name="connsiteY4" fmla="*/ 1593944 h 1598104"/>
              <a:gd name="connsiteX5" fmla="*/ 177 w 2124255"/>
              <a:gd name="connsiteY5" fmla="*/ 1448772 h 1598104"/>
              <a:gd name="connsiteX0" fmla="*/ 177 w 2124255"/>
              <a:gd name="connsiteY0" fmla="*/ 1448772 h 1598104"/>
              <a:gd name="connsiteX1" fmla="*/ 1169411 w 2124255"/>
              <a:gd name="connsiteY1" fmla="*/ 0 h 1598104"/>
              <a:gd name="connsiteX2" fmla="*/ 2124255 w 2124255"/>
              <a:gd name="connsiteY2" fmla="*/ 0 h 1598104"/>
              <a:gd name="connsiteX3" fmla="*/ 919061 w 2124255"/>
              <a:gd name="connsiteY3" fmla="*/ 1598104 h 1598104"/>
              <a:gd name="connsiteX4" fmla="*/ 160819 w 2124255"/>
              <a:gd name="connsiteY4" fmla="*/ 1593944 h 1598104"/>
              <a:gd name="connsiteX5" fmla="*/ 177 w 2124255"/>
              <a:gd name="connsiteY5" fmla="*/ 1448772 h 1598104"/>
              <a:gd name="connsiteX0" fmla="*/ 176 w 2126830"/>
              <a:gd name="connsiteY0" fmla="*/ 1428168 h 1598104"/>
              <a:gd name="connsiteX1" fmla="*/ 1171986 w 2126830"/>
              <a:gd name="connsiteY1" fmla="*/ 0 h 1598104"/>
              <a:gd name="connsiteX2" fmla="*/ 2126830 w 2126830"/>
              <a:gd name="connsiteY2" fmla="*/ 0 h 1598104"/>
              <a:gd name="connsiteX3" fmla="*/ 921636 w 2126830"/>
              <a:gd name="connsiteY3" fmla="*/ 1598104 h 1598104"/>
              <a:gd name="connsiteX4" fmla="*/ 163394 w 2126830"/>
              <a:gd name="connsiteY4" fmla="*/ 1593944 h 1598104"/>
              <a:gd name="connsiteX5" fmla="*/ 176 w 2126830"/>
              <a:gd name="connsiteY5" fmla="*/ 1428168 h 1598104"/>
              <a:gd name="connsiteX0" fmla="*/ 174 w 2136696"/>
              <a:gd name="connsiteY0" fmla="*/ 1421590 h 1598104"/>
              <a:gd name="connsiteX1" fmla="*/ 1181852 w 2136696"/>
              <a:gd name="connsiteY1" fmla="*/ 0 h 1598104"/>
              <a:gd name="connsiteX2" fmla="*/ 2136696 w 2136696"/>
              <a:gd name="connsiteY2" fmla="*/ 0 h 1598104"/>
              <a:gd name="connsiteX3" fmla="*/ 931502 w 2136696"/>
              <a:gd name="connsiteY3" fmla="*/ 1598104 h 1598104"/>
              <a:gd name="connsiteX4" fmla="*/ 173260 w 2136696"/>
              <a:gd name="connsiteY4" fmla="*/ 1593944 h 1598104"/>
              <a:gd name="connsiteX5" fmla="*/ 174 w 2136696"/>
              <a:gd name="connsiteY5" fmla="*/ 1421590 h 1598104"/>
              <a:gd name="connsiteX0" fmla="*/ 174 w 2136696"/>
              <a:gd name="connsiteY0" fmla="*/ 1421590 h 1598104"/>
              <a:gd name="connsiteX1" fmla="*/ 1181852 w 2136696"/>
              <a:gd name="connsiteY1" fmla="*/ 0 h 1598104"/>
              <a:gd name="connsiteX2" fmla="*/ 2136696 w 2136696"/>
              <a:gd name="connsiteY2" fmla="*/ 0 h 1598104"/>
              <a:gd name="connsiteX3" fmla="*/ 931502 w 2136696"/>
              <a:gd name="connsiteY3" fmla="*/ 1598104 h 1598104"/>
              <a:gd name="connsiteX4" fmla="*/ 173260 w 2136696"/>
              <a:gd name="connsiteY4" fmla="*/ 1593944 h 1598104"/>
              <a:gd name="connsiteX5" fmla="*/ 174 w 2136696"/>
              <a:gd name="connsiteY5" fmla="*/ 1421590 h 1598104"/>
              <a:gd name="connsiteX0" fmla="*/ 174 w 2136696"/>
              <a:gd name="connsiteY0" fmla="*/ 1421590 h 1598104"/>
              <a:gd name="connsiteX1" fmla="*/ 1181852 w 2136696"/>
              <a:gd name="connsiteY1" fmla="*/ 0 h 1598104"/>
              <a:gd name="connsiteX2" fmla="*/ 2136696 w 2136696"/>
              <a:gd name="connsiteY2" fmla="*/ 0 h 1598104"/>
              <a:gd name="connsiteX3" fmla="*/ 931502 w 2136696"/>
              <a:gd name="connsiteY3" fmla="*/ 1598104 h 1598104"/>
              <a:gd name="connsiteX4" fmla="*/ 173260 w 2136696"/>
              <a:gd name="connsiteY4" fmla="*/ 1593944 h 1598104"/>
              <a:gd name="connsiteX5" fmla="*/ 174 w 2136696"/>
              <a:gd name="connsiteY5" fmla="*/ 1421590 h 1598104"/>
              <a:gd name="connsiteX0" fmla="*/ 174 w 2136696"/>
              <a:gd name="connsiteY0" fmla="*/ 1421590 h 1598104"/>
              <a:gd name="connsiteX1" fmla="*/ 1181852 w 2136696"/>
              <a:gd name="connsiteY1" fmla="*/ 0 h 1598104"/>
              <a:gd name="connsiteX2" fmla="*/ 2136696 w 2136696"/>
              <a:gd name="connsiteY2" fmla="*/ 0 h 1598104"/>
              <a:gd name="connsiteX3" fmla="*/ 931502 w 2136696"/>
              <a:gd name="connsiteY3" fmla="*/ 1598104 h 1598104"/>
              <a:gd name="connsiteX4" fmla="*/ 173260 w 2136696"/>
              <a:gd name="connsiteY4" fmla="*/ 1593944 h 1598104"/>
              <a:gd name="connsiteX5" fmla="*/ 174 w 2136696"/>
              <a:gd name="connsiteY5" fmla="*/ 1421590 h 1598104"/>
              <a:gd name="connsiteX0" fmla="*/ 103 w 2136625"/>
              <a:gd name="connsiteY0" fmla="*/ 1421590 h 1598104"/>
              <a:gd name="connsiteX1" fmla="*/ 1181781 w 2136625"/>
              <a:gd name="connsiteY1" fmla="*/ 0 h 1598104"/>
              <a:gd name="connsiteX2" fmla="*/ 2136625 w 2136625"/>
              <a:gd name="connsiteY2" fmla="*/ 0 h 1598104"/>
              <a:gd name="connsiteX3" fmla="*/ 931431 w 2136625"/>
              <a:gd name="connsiteY3" fmla="*/ 1598104 h 1598104"/>
              <a:gd name="connsiteX4" fmla="*/ 173189 w 2136625"/>
              <a:gd name="connsiteY4" fmla="*/ 1593944 h 1598104"/>
              <a:gd name="connsiteX5" fmla="*/ 103 w 2136625"/>
              <a:gd name="connsiteY5" fmla="*/ 1421590 h 1598104"/>
              <a:gd name="connsiteX0" fmla="*/ 136 w 2136658"/>
              <a:gd name="connsiteY0" fmla="*/ 1421590 h 1598104"/>
              <a:gd name="connsiteX1" fmla="*/ 1181814 w 2136658"/>
              <a:gd name="connsiteY1" fmla="*/ 0 h 1598104"/>
              <a:gd name="connsiteX2" fmla="*/ 2136658 w 2136658"/>
              <a:gd name="connsiteY2" fmla="*/ 0 h 1598104"/>
              <a:gd name="connsiteX3" fmla="*/ 931464 w 2136658"/>
              <a:gd name="connsiteY3" fmla="*/ 1598104 h 1598104"/>
              <a:gd name="connsiteX4" fmla="*/ 173222 w 2136658"/>
              <a:gd name="connsiteY4" fmla="*/ 1593944 h 1598104"/>
              <a:gd name="connsiteX5" fmla="*/ 136 w 2136658"/>
              <a:gd name="connsiteY5" fmla="*/ 1421590 h 1598104"/>
              <a:gd name="connsiteX0" fmla="*/ 103 w 2136625"/>
              <a:gd name="connsiteY0" fmla="*/ 1421590 h 1598104"/>
              <a:gd name="connsiteX1" fmla="*/ 1181781 w 2136625"/>
              <a:gd name="connsiteY1" fmla="*/ 0 h 1598104"/>
              <a:gd name="connsiteX2" fmla="*/ 2136625 w 2136625"/>
              <a:gd name="connsiteY2" fmla="*/ 0 h 1598104"/>
              <a:gd name="connsiteX3" fmla="*/ 931431 w 2136625"/>
              <a:gd name="connsiteY3" fmla="*/ 1598104 h 1598104"/>
              <a:gd name="connsiteX4" fmla="*/ 173189 w 2136625"/>
              <a:gd name="connsiteY4" fmla="*/ 1593944 h 1598104"/>
              <a:gd name="connsiteX5" fmla="*/ 103 w 2136625"/>
              <a:gd name="connsiteY5" fmla="*/ 1421590 h 1598104"/>
              <a:gd name="connsiteX0" fmla="*/ 0 w 2136522"/>
              <a:gd name="connsiteY0" fmla="*/ 1421590 h 1598104"/>
              <a:gd name="connsiteX1" fmla="*/ 1181678 w 2136522"/>
              <a:gd name="connsiteY1" fmla="*/ 0 h 1598104"/>
              <a:gd name="connsiteX2" fmla="*/ 2136522 w 2136522"/>
              <a:gd name="connsiteY2" fmla="*/ 0 h 1598104"/>
              <a:gd name="connsiteX3" fmla="*/ 931328 w 2136522"/>
              <a:gd name="connsiteY3" fmla="*/ 1598104 h 1598104"/>
              <a:gd name="connsiteX4" fmla="*/ 173086 w 2136522"/>
              <a:gd name="connsiteY4" fmla="*/ 1593944 h 1598104"/>
              <a:gd name="connsiteX5" fmla="*/ 0 w 2136522"/>
              <a:gd name="connsiteY5" fmla="*/ 1421590 h 1598104"/>
              <a:gd name="connsiteX0" fmla="*/ 0 w 2136522"/>
              <a:gd name="connsiteY0" fmla="*/ 1421590 h 1598104"/>
              <a:gd name="connsiteX1" fmla="*/ 1181678 w 2136522"/>
              <a:gd name="connsiteY1" fmla="*/ 0 h 1598104"/>
              <a:gd name="connsiteX2" fmla="*/ 2136522 w 2136522"/>
              <a:gd name="connsiteY2" fmla="*/ 0 h 1598104"/>
              <a:gd name="connsiteX3" fmla="*/ 931328 w 2136522"/>
              <a:gd name="connsiteY3" fmla="*/ 1598104 h 1598104"/>
              <a:gd name="connsiteX4" fmla="*/ 173086 w 2136522"/>
              <a:gd name="connsiteY4" fmla="*/ 1593944 h 1598104"/>
              <a:gd name="connsiteX5" fmla="*/ 0 w 2136522"/>
              <a:gd name="connsiteY5" fmla="*/ 1421590 h 1598104"/>
              <a:gd name="connsiteX0" fmla="*/ 0 w 2136522"/>
              <a:gd name="connsiteY0" fmla="*/ 1421590 h 1605886"/>
              <a:gd name="connsiteX1" fmla="*/ 1181678 w 2136522"/>
              <a:gd name="connsiteY1" fmla="*/ 0 h 1605886"/>
              <a:gd name="connsiteX2" fmla="*/ 2136522 w 2136522"/>
              <a:gd name="connsiteY2" fmla="*/ 0 h 1605886"/>
              <a:gd name="connsiteX3" fmla="*/ 931328 w 2136522"/>
              <a:gd name="connsiteY3" fmla="*/ 1598104 h 1605886"/>
              <a:gd name="connsiteX4" fmla="*/ 173086 w 2136522"/>
              <a:gd name="connsiteY4" fmla="*/ 1593944 h 1605886"/>
              <a:gd name="connsiteX5" fmla="*/ 0 w 2136522"/>
              <a:gd name="connsiteY5" fmla="*/ 1421590 h 1605886"/>
              <a:gd name="connsiteX0" fmla="*/ 379 w 2136901"/>
              <a:gd name="connsiteY0" fmla="*/ 1421590 h 1598104"/>
              <a:gd name="connsiteX1" fmla="*/ 1182057 w 2136901"/>
              <a:gd name="connsiteY1" fmla="*/ 0 h 1598104"/>
              <a:gd name="connsiteX2" fmla="*/ 2136901 w 2136901"/>
              <a:gd name="connsiteY2" fmla="*/ 0 h 1598104"/>
              <a:gd name="connsiteX3" fmla="*/ 931707 w 2136901"/>
              <a:gd name="connsiteY3" fmla="*/ 1598104 h 1598104"/>
              <a:gd name="connsiteX4" fmla="*/ 173465 w 2136901"/>
              <a:gd name="connsiteY4" fmla="*/ 1593944 h 1598104"/>
              <a:gd name="connsiteX5" fmla="*/ 379 w 2136901"/>
              <a:gd name="connsiteY5" fmla="*/ 1421590 h 1598104"/>
              <a:gd name="connsiteX0" fmla="*/ 379 w 2136901"/>
              <a:gd name="connsiteY0" fmla="*/ 1421590 h 1598104"/>
              <a:gd name="connsiteX1" fmla="*/ 1182057 w 2136901"/>
              <a:gd name="connsiteY1" fmla="*/ 0 h 1598104"/>
              <a:gd name="connsiteX2" fmla="*/ 2136901 w 2136901"/>
              <a:gd name="connsiteY2" fmla="*/ 0 h 1598104"/>
              <a:gd name="connsiteX3" fmla="*/ 931707 w 2136901"/>
              <a:gd name="connsiteY3" fmla="*/ 1598104 h 1598104"/>
              <a:gd name="connsiteX4" fmla="*/ 173465 w 2136901"/>
              <a:gd name="connsiteY4" fmla="*/ 1593944 h 1598104"/>
              <a:gd name="connsiteX5" fmla="*/ 379 w 2136901"/>
              <a:gd name="connsiteY5" fmla="*/ 1421590 h 1598104"/>
              <a:gd name="connsiteX0" fmla="*/ 379 w 2136901"/>
              <a:gd name="connsiteY0" fmla="*/ 1421590 h 1598104"/>
              <a:gd name="connsiteX1" fmla="*/ 1182057 w 2136901"/>
              <a:gd name="connsiteY1" fmla="*/ 0 h 1598104"/>
              <a:gd name="connsiteX2" fmla="*/ 2136901 w 2136901"/>
              <a:gd name="connsiteY2" fmla="*/ 0 h 1598104"/>
              <a:gd name="connsiteX3" fmla="*/ 931707 w 2136901"/>
              <a:gd name="connsiteY3" fmla="*/ 1598104 h 1598104"/>
              <a:gd name="connsiteX4" fmla="*/ 173465 w 2136901"/>
              <a:gd name="connsiteY4" fmla="*/ 1593944 h 1598104"/>
              <a:gd name="connsiteX5" fmla="*/ 379 w 2136901"/>
              <a:gd name="connsiteY5" fmla="*/ 1421590 h 1598104"/>
              <a:gd name="connsiteX0" fmla="*/ 175 w 2136697"/>
              <a:gd name="connsiteY0" fmla="*/ 1421590 h 1598104"/>
              <a:gd name="connsiteX1" fmla="*/ 1181853 w 2136697"/>
              <a:gd name="connsiteY1" fmla="*/ 0 h 1598104"/>
              <a:gd name="connsiteX2" fmla="*/ 2136697 w 2136697"/>
              <a:gd name="connsiteY2" fmla="*/ 0 h 1598104"/>
              <a:gd name="connsiteX3" fmla="*/ 931503 w 2136697"/>
              <a:gd name="connsiteY3" fmla="*/ 1598104 h 1598104"/>
              <a:gd name="connsiteX4" fmla="*/ 173261 w 2136697"/>
              <a:gd name="connsiteY4" fmla="*/ 1593944 h 1598104"/>
              <a:gd name="connsiteX5" fmla="*/ 175 w 2136697"/>
              <a:gd name="connsiteY5" fmla="*/ 1421590 h 1598104"/>
              <a:gd name="connsiteX0" fmla="*/ 175 w 2136697"/>
              <a:gd name="connsiteY0" fmla="*/ 1421590 h 1598104"/>
              <a:gd name="connsiteX1" fmla="*/ 1181853 w 2136697"/>
              <a:gd name="connsiteY1" fmla="*/ 0 h 1598104"/>
              <a:gd name="connsiteX2" fmla="*/ 2136697 w 2136697"/>
              <a:gd name="connsiteY2" fmla="*/ 0 h 1598104"/>
              <a:gd name="connsiteX3" fmla="*/ 931503 w 2136697"/>
              <a:gd name="connsiteY3" fmla="*/ 1598104 h 1598104"/>
              <a:gd name="connsiteX4" fmla="*/ 173261 w 2136697"/>
              <a:gd name="connsiteY4" fmla="*/ 1593944 h 1598104"/>
              <a:gd name="connsiteX5" fmla="*/ 175 w 2136697"/>
              <a:gd name="connsiteY5" fmla="*/ 1421590 h 1598104"/>
              <a:gd name="connsiteX0" fmla="*/ 175 w 2136697"/>
              <a:gd name="connsiteY0" fmla="*/ 1421590 h 1598104"/>
              <a:gd name="connsiteX1" fmla="*/ 1181853 w 2136697"/>
              <a:gd name="connsiteY1" fmla="*/ 0 h 1598104"/>
              <a:gd name="connsiteX2" fmla="*/ 2136697 w 2136697"/>
              <a:gd name="connsiteY2" fmla="*/ 0 h 1598104"/>
              <a:gd name="connsiteX3" fmla="*/ 931503 w 2136697"/>
              <a:gd name="connsiteY3" fmla="*/ 1598104 h 1598104"/>
              <a:gd name="connsiteX4" fmla="*/ 173261 w 2136697"/>
              <a:gd name="connsiteY4" fmla="*/ 1593944 h 1598104"/>
              <a:gd name="connsiteX5" fmla="*/ 175 w 2136697"/>
              <a:gd name="connsiteY5" fmla="*/ 1421590 h 1598104"/>
              <a:gd name="connsiteX0" fmla="*/ 175 w 2136697"/>
              <a:gd name="connsiteY0" fmla="*/ 1421590 h 1624516"/>
              <a:gd name="connsiteX1" fmla="*/ 1181853 w 2136697"/>
              <a:gd name="connsiteY1" fmla="*/ 0 h 1624516"/>
              <a:gd name="connsiteX2" fmla="*/ 2136697 w 2136697"/>
              <a:gd name="connsiteY2" fmla="*/ 0 h 1624516"/>
              <a:gd name="connsiteX3" fmla="*/ 931503 w 2136697"/>
              <a:gd name="connsiteY3" fmla="*/ 1598104 h 1624516"/>
              <a:gd name="connsiteX4" fmla="*/ 173261 w 2136697"/>
              <a:gd name="connsiteY4" fmla="*/ 1593944 h 1624516"/>
              <a:gd name="connsiteX5" fmla="*/ 175 w 2136697"/>
              <a:gd name="connsiteY5" fmla="*/ 1421590 h 1624516"/>
              <a:gd name="connsiteX0" fmla="*/ 175 w 2136697"/>
              <a:gd name="connsiteY0" fmla="*/ 1421590 h 1615756"/>
              <a:gd name="connsiteX1" fmla="*/ 1181853 w 2136697"/>
              <a:gd name="connsiteY1" fmla="*/ 0 h 1615756"/>
              <a:gd name="connsiteX2" fmla="*/ 2136697 w 2136697"/>
              <a:gd name="connsiteY2" fmla="*/ 0 h 1615756"/>
              <a:gd name="connsiteX3" fmla="*/ 931503 w 2136697"/>
              <a:gd name="connsiteY3" fmla="*/ 1598104 h 1615756"/>
              <a:gd name="connsiteX4" fmla="*/ 173261 w 2136697"/>
              <a:gd name="connsiteY4" fmla="*/ 1593944 h 1615756"/>
              <a:gd name="connsiteX5" fmla="*/ 175 w 2136697"/>
              <a:gd name="connsiteY5" fmla="*/ 1421590 h 1615756"/>
              <a:gd name="connsiteX0" fmla="*/ 175 w 2136697"/>
              <a:gd name="connsiteY0" fmla="*/ 1421590 h 1604305"/>
              <a:gd name="connsiteX1" fmla="*/ 1181853 w 2136697"/>
              <a:gd name="connsiteY1" fmla="*/ 0 h 1604305"/>
              <a:gd name="connsiteX2" fmla="*/ 2136697 w 2136697"/>
              <a:gd name="connsiteY2" fmla="*/ 0 h 1604305"/>
              <a:gd name="connsiteX3" fmla="*/ 934795 w 2136697"/>
              <a:gd name="connsiteY3" fmla="*/ 1581660 h 1604305"/>
              <a:gd name="connsiteX4" fmla="*/ 173261 w 2136697"/>
              <a:gd name="connsiteY4" fmla="*/ 1593944 h 1604305"/>
              <a:gd name="connsiteX5" fmla="*/ 175 w 2136697"/>
              <a:gd name="connsiteY5" fmla="*/ 1421590 h 1604305"/>
              <a:gd name="connsiteX0" fmla="*/ 175 w 2136697"/>
              <a:gd name="connsiteY0" fmla="*/ 1421590 h 1608521"/>
              <a:gd name="connsiteX1" fmla="*/ 1181853 w 2136697"/>
              <a:gd name="connsiteY1" fmla="*/ 0 h 1608521"/>
              <a:gd name="connsiteX2" fmla="*/ 2136697 w 2136697"/>
              <a:gd name="connsiteY2" fmla="*/ 0 h 1608521"/>
              <a:gd name="connsiteX3" fmla="*/ 934795 w 2136697"/>
              <a:gd name="connsiteY3" fmla="*/ 1581660 h 1608521"/>
              <a:gd name="connsiteX4" fmla="*/ 173261 w 2136697"/>
              <a:gd name="connsiteY4" fmla="*/ 1593944 h 1608521"/>
              <a:gd name="connsiteX5" fmla="*/ 175 w 2136697"/>
              <a:gd name="connsiteY5" fmla="*/ 1421590 h 1608521"/>
              <a:gd name="connsiteX0" fmla="*/ 175 w 2136697"/>
              <a:gd name="connsiteY0" fmla="*/ 1421590 h 1595941"/>
              <a:gd name="connsiteX1" fmla="*/ 1181853 w 2136697"/>
              <a:gd name="connsiteY1" fmla="*/ 0 h 1595941"/>
              <a:gd name="connsiteX2" fmla="*/ 2136697 w 2136697"/>
              <a:gd name="connsiteY2" fmla="*/ 0 h 1595941"/>
              <a:gd name="connsiteX3" fmla="*/ 951241 w 2136697"/>
              <a:gd name="connsiteY3" fmla="*/ 1555346 h 1595941"/>
              <a:gd name="connsiteX4" fmla="*/ 173261 w 2136697"/>
              <a:gd name="connsiteY4" fmla="*/ 1593944 h 1595941"/>
              <a:gd name="connsiteX5" fmla="*/ 175 w 2136697"/>
              <a:gd name="connsiteY5" fmla="*/ 1421590 h 1595941"/>
              <a:gd name="connsiteX0" fmla="*/ 175 w 2136697"/>
              <a:gd name="connsiteY0" fmla="*/ 1421590 h 1610638"/>
              <a:gd name="connsiteX1" fmla="*/ 1181853 w 2136697"/>
              <a:gd name="connsiteY1" fmla="*/ 0 h 1610638"/>
              <a:gd name="connsiteX2" fmla="*/ 2136697 w 2136697"/>
              <a:gd name="connsiteY2" fmla="*/ 0 h 1610638"/>
              <a:gd name="connsiteX3" fmla="*/ 951241 w 2136697"/>
              <a:gd name="connsiteY3" fmla="*/ 1555346 h 1610638"/>
              <a:gd name="connsiteX4" fmla="*/ 173261 w 2136697"/>
              <a:gd name="connsiteY4" fmla="*/ 1593944 h 1610638"/>
              <a:gd name="connsiteX5" fmla="*/ 175 w 2136697"/>
              <a:gd name="connsiteY5" fmla="*/ 1421590 h 1610638"/>
              <a:gd name="connsiteX0" fmla="*/ 175 w 2136697"/>
              <a:gd name="connsiteY0" fmla="*/ 1421590 h 1616000"/>
              <a:gd name="connsiteX1" fmla="*/ 1181853 w 2136697"/>
              <a:gd name="connsiteY1" fmla="*/ 0 h 1616000"/>
              <a:gd name="connsiteX2" fmla="*/ 2136697 w 2136697"/>
              <a:gd name="connsiteY2" fmla="*/ 0 h 1616000"/>
              <a:gd name="connsiteX3" fmla="*/ 951241 w 2136697"/>
              <a:gd name="connsiteY3" fmla="*/ 1555346 h 1616000"/>
              <a:gd name="connsiteX4" fmla="*/ 173261 w 2136697"/>
              <a:gd name="connsiteY4" fmla="*/ 1593944 h 1616000"/>
              <a:gd name="connsiteX5" fmla="*/ 175 w 2136697"/>
              <a:gd name="connsiteY5" fmla="*/ 1421590 h 1616000"/>
              <a:gd name="connsiteX0" fmla="*/ 175 w 2136697"/>
              <a:gd name="connsiteY0" fmla="*/ 1421590 h 1621935"/>
              <a:gd name="connsiteX1" fmla="*/ 1181853 w 2136697"/>
              <a:gd name="connsiteY1" fmla="*/ 0 h 1621935"/>
              <a:gd name="connsiteX2" fmla="*/ 2136697 w 2136697"/>
              <a:gd name="connsiteY2" fmla="*/ 0 h 1621935"/>
              <a:gd name="connsiteX3" fmla="*/ 951241 w 2136697"/>
              <a:gd name="connsiteY3" fmla="*/ 1555346 h 1621935"/>
              <a:gd name="connsiteX4" fmla="*/ 176550 w 2136697"/>
              <a:gd name="connsiteY4" fmla="*/ 1607103 h 1621935"/>
              <a:gd name="connsiteX5" fmla="*/ 175 w 2136697"/>
              <a:gd name="connsiteY5" fmla="*/ 1421590 h 1621935"/>
              <a:gd name="connsiteX0" fmla="*/ 175 w 2136697"/>
              <a:gd name="connsiteY0" fmla="*/ 1421590 h 1612307"/>
              <a:gd name="connsiteX1" fmla="*/ 1181853 w 2136697"/>
              <a:gd name="connsiteY1" fmla="*/ 0 h 1612307"/>
              <a:gd name="connsiteX2" fmla="*/ 2136697 w 2136697"/>
              <a:gd name="connsiteY2" fmla="*/ 0 h 1612307"/>
              <a:gd name="connsiteX3" fmla="*/ 964398 w 2136697"/>
              <a:gd name="connsiteY3" fmla="*/ 1532321 h 1612307"/>
              <a:gd name="connsiteX4" fmla="*/ 176550 w 2136697"/>
              <a:gd name="connsiteY4" fmla="*/ 1607103 h 1612307"/>
              <a:gd name="connsiteX5" fmla="*/ 175 w 2136697"/>
              <a:gd name="connsiteY5" fmla="*/ 1421590 h 1612307"/>
              <a:gd name="connsiteX0" fmla="*/ 175 w 2136697"/>
              <a:gd name="connsiteY0" fmla="*/ 1421590 h 1620507"/>
              <a:gd name="connsiteX1" fmla="*/ 1181853 w 2136697"/>
              <a:gd name="connsiteY1" fmla="*/ 0 h 1620507"/>
              <a:gd name="connsiteX2" fmla="*/ 2136697 w 2136697"/>
              <a:gd name="connsiteY2" fmla="*/ 0 h 1620507"/>
              <a:gd name="connsiteX3" fmla="*/ 964398 w 2136697"/>
              <a:gd name="connsiteY3" fmla="*/ 1532321 h 1620507"/>
              <a:gd name="connsiteX4" fmla="*/ 176550 w 2136697"/>
              <a:gd name="connsiteY4" fmla="*/ 1607103 h 1620507"/>
              <a:gd name="connsiteX5" fmla="*/ 175 w 2136697"/>
              <a:gd name="connsiteY5" fmla="*/ 1421590 h 1620507"/>
              <a:gd name="connsiteX0" fmla="*/ 175 w 2136697"/>
              <a:gd name="connsiteY0" fmla="*/ 1422384 h 1621301"/>
              <a:gd name="connsiteX1" fmla="*/ 1181853 w 2136697"/>
              <a:gd name="connsiteY1" fmla="*/ 794 h 1621301"/>
              <a:gd name="connsiteX2" fmla="*/ 1893612 w 2136697"/>
              <a:gd name="connsiteY2" fmla="*/ 0 h 1621301"/>
              <a:gd name="connsiteX3" fmla="*/ 2136697 w 2136697"/>
              <a:gd name="connsiteY3" fmla="*/ 794 h 1621301"/>
              <a:gd name="connsiteX4" fmla="*/ 964398 w 2136697"/>
              <a:gd name="connsiteY4" fmla="*/ 1533115 h 1621301"/>
              <a:gd name="connsiteX5" fmla="*/ 176550 w 2136697"/>
              <a:gd name="connsiteY5" fmla="*/ 1607897 h 1621301"/>
              <a:gd name="connsiteX6" fmla="*/ 175 w 2136697"/>
              <a:gd name="connsiteY6" fmla="*/ 1422384 h 1621301"/>
              <a:gd name="connsiteX0" fmla="*/ 175 w 2067623"/>
              <a:gd name="connsiteY0" fmla="*/ 1422384 h 1621301"/>
              <a:gd name="connsiteX1" fmla="*/ 1181853 w 2067623"/>
              <a:gd name="connsiteY1" fmla="*/ 794 h 1621301"/>
              <a:gd name="connsiteX2" fmla="*/ 1893612 w 2067623"/>
              <a:gd name="connsiteY2" fmla="*/ 0 h 1621301"/>
              <a:gd name="connsiteX3" fmla="*/ 2067623 w 2067623"/>
              <a:gd name="connsiteY3" fmla="*/ 115917 h 1621301"/>
              <a:gd name="connsiteX4" fmla="*/ 964398 w 2067623"/>
              <a:gd name="connsiteY4" fmla="*/ 1533115 h 1621301"/>
              <a:gd name="connsiteX5" fmla="*/ 176550 w 2067623"/>
              <a:gd name="connsiteY5" fmla="*/ 1607897 h 1621301"/>
              <a:gd name="connsiteX6" fmla="*/ 175 w 2067623"/>
              <a:gd name="connsiteY6" fmla="*/ 1422384 h 1621301"/>
              <a:gd name="connsiteX0" fmla="*/ 175 w 2073421"/>
              <a:gd name="connsiteY0" fmla="*/ 1422384 h 1621301"/>
              <a:gd name="connsiteX1" fmla="*/ 1181853 w 2073421"/>
              <a:gd name="connsiteY1" fmla="*/ 794 h 1621301"/>
              <a:gd name="connsiteX2" fmla="*/ 1893612 w 2073421"/>
              <a:gd name="connsiteY2" fmla="*/ 0 h 1621301"/>
              <a:gd name="connsiteX3" fmla="*/ 2067623 w 2073421"/>
              <a:gd name="connsiteY3" fmla="*/ 115917 h 1621301"/>
              <a:gd name="connsiteX4" fmla="*/ 964398 w 2073421"/>
              <a:gd name="connsiteY4" fmla="*/ 1533115 h 1621301"/>
              <a:gd name="connsiteX5" fmla="*/ 176550 w 2073421"/>
              <a:gd name="connsiteY5" fmla="*/ 1607897 h 1621301"/>
              <a:gd name="connsiteX6" fmla="*/ 175 w 2073421"/>
              <a:gd name="connsiteY6" fmla="*/ 1422384 h 1621301"/>
              <a:gd name="connsiteX0" fmla="*/ 175 w 2079798"/>
              <a:gd name="connsiteY0" fmla="*/ 1422384 h 1621301"/>
              <a:gd name="connsiteX1" fmla="*/ 1181853 w 2079798"/>
              <a:gd name="connsiteY1" fmla="*/ 794 h 1621301"/>
              <a:gd name="connsiteX2" fmla="*/ 1893612 w 2079798"/>
              <a:gd name="connsiteY2" fmla="*/ 0 h 1621301"/>
              <a:gd name="connsiteX3" fmla="*/ 2074201 w 2079798"/>
              <a:gd name="connsiteY3" fmla="*/ 155388 h 1621301"/>
              <a:gd name="connsiteX4" fmla="*/ 964398 w 2079798"/>
              <a:gd name="connsiteY4" fmla="*/ 1533115 h 1621301"/>
              <a:gd name="connsiteX5" fmla="*/ 176550 w 2079798"/>
              <a:gd name="connsiteY5" fmla="*/ 1607897 h 1621301"/>
              <a:gd name="connsiteX6" fmla="*/ 175 w 2079798"/>
              <a:gd name="connsiteY6" fmla="*/ 1422384 h 1621301"/>
              <a:gd name="connsiteX0" fmla="*/ 175 w 2086273"/>
              <a:gd name="connsiteY0" fmla="*/ 1422384 h 1621301"/>
              <a:gd name="connsiteX1" fmla="*/ 1181853 w 2086273"/>
              <a:gd name="connsiteY1" fmla="*/ 794 h 1621301"/>
              <a:gd name="connsiteX2" fmla="*/ 1893612 w 2086273"/>
              <a:gd name="connsiteY2" fmla="*/ 0 h 1621301"/>
              <a:gd name="connsiteX3" fmla="*/ 2074201 w 2086273"/>
              <a:gd name="connsiteY3" fmla="*/ 155388 h 1621301"/>
              <a:gd name="connsiteX4" fmla="*/ 964398 w 2086273"/>
              <a:gd name="connsiteY4" fmla="*/ 1533115 h 1621301"/>
              <a:gd name="connsiteX5" fmla="*/ 176550 w 2086273"/>
              <a:gd name="connsiteY5" fmla="*/ 1607897 h 1621301"/>
              <a:gd name="connsiteX6" fmla="*/ 175 w 2086273"/>
              <a:gd name="connsiteY6" fmla="*/ 1422384 h 1621301"/>
              <a:gd name="connsiteX0" fmla="*/ 175 w 2086273"/>
              <a:gd name="connsiteY0" fmla="*/ 1422384 h 1621301"/>
              <a:gd name="connsiteX1" fmla="*/ 1181853 w 2086273"/>
              <a:gd name="connsiteY1" fmla="*/ 794 h 1621301"/>
              <a:gd name="connsiteX2" fmla="*/ 1893612 w 2086273"/>
              <a:gd name="connsiteY2" fmla="*/ 0 h 1621301"/>
              <a:gd name="connsiteX3" fmla="*/ 2074201 w 2086273"/>
              <a:gd name="connsiteY3" fmla="*/ 155388 h 1621301"/>
              <a:gd name="connsiteX4" fmla="*/ 964398 w 2086273"/>
              <a:gd name="connsiteY4" fmla="*/ 1533115 h 1621301"/>
              <a:gd name="connsiteX5" fmla="*/ 176550 w 2086273"/>
              <a:gd name="connsiteY5" fmla="*/ 1607897 h 1621301"/>
              <a:gd name="connsiteX6" fmla="*/ 175 w 2086273"/>
              <a:gd name="connsiteY6" fmla="*/ 1422384 h 1621301"/>
              <a:gd name="connsiteX0" fmla="*/ 175 w 2088520"/>
              <a:gd name="connsiteY0" fmla="*/ 1422384 h 1621301"/>
              <a:gd name="connsiteX1" fmla="*/ 1181853 w 2088520"/>
              <a:gd name="connsiteY1" fmla="*/ 794 h 1621301"/>
              <a:gd name="connsiteX2" fmla="*/ 1893612 w 2088520"/>
              <a:gd name="connsiteY2" fmla="*/ 0 h 1621301"/>
              <a:gd name="connsiteX3" fmla="*/ 2074201 w 2088520"/>
              <a:gd name="connsiteY3" fmla="*/ 155388 h 1621301"/>
              <a:gd name="connsiteX4" fmla="*/ 964398 w 2088520"/>
              <a:gd name="connsiteY4" fmla="*/ 1533115 h 1621301"/>
              <a:gd name="connsiteX5" fmla="*/ 176550 w 2088520"/>
              <a:gd name="connsiteY5" fmla="*/ 1607897 h 1621301"/>
              <a:gd name="connsiteX6" fmla="*/ 175 w 2088520"/>
              <a:gd name="connsiteY6" fmla="*/ 1422384 h 1621301"/>
              <a:gd name="connsiteX0" fmla="*/ 175 w 2075561"/>
              <a:gd name="connsiteY0" fmla="*/ 1422384 h 1621301"/>
              <a:gd name="connsiteX1" fmla="*/ 1181853 w 2075561"/>
              <a:gd name="connsiteY1" fmla="*/ 794 h 1621301"/>
              <a:gd name="connsiteX2" fmla="*/ 1893612 w 2075561"/>
              <a:gd name="connsiteY2" fmla="*/ 0 h 1621301"/>
              <a:gd name="connsiteX3" fmla="*/ 2061048 w 2075561"/>
              <a:gd name="connsiteY3" fmla="*/ 145520 h 1621301"/>
              <a:gd name="connsiteX4" fmla="*/ 964398 w 2075561"/>
              <a:gd name="connsiteY4" fmla="*/ 1533115 h 1621301"/>
              <a:gd name="connsiteX5" fmla="*/ 176550 w 2075561"/>
              <a:gd name="connsiteY5" fmla="*/ 1607897 h 1621301"/>
              <a:gd name="connsiteX6" fmla="*/ 175 w 2075561"/>
              <a:gd name="connsiteY6" fmla="*/ 1422384 h 1621301"/>
              <a:gd name="connsiteX0" fmla="*/ 175 w 2088524"/>
              <a:gd name="connsiteY0" fmla="*/ 1422384 h 1621301"/>
              <a:gd name="connsiteX1" fmla="*/ 1181853 w 2088524"/>
              <a:gd name="connsiteY1" fmla="*/ 794 h 1621301"/>
              <a:gd name="connsiteX2" fmla="*/ 1893612 w 2088524"/>
              <a:gd name="connsiteY2" fmla="*/ 0 h 1621301"/>
              <a:gd name="connsiteX3" fmla="*/ 2074205 w 2088524"/>
              <a:gd name="connsiteY3" fmla="*/ 214594 h 1621301"/>
              <a:gd name="connsiteX4" fmla="*/ 964398 w 2088524"/>
              <a:gd name="connsiteY4" fmla="*/ 1533115 h 1621301"/>
              <a:gd name="connsiteX5" fmla="*/ 176550 w 2088524"/>
              <a:gd name="connsiteY5" fmla="*/ 1607897 h 1621301"/>
              <a:gd name="connsiteX6" fmla="*/ 175 w 2088524"/>
              <a:gd name="connsiteY6" fmla="*/ 1422384 h 1621301"/>
              <a:gd name="connsiteX0" fmla="*/ 175 w 2088524"/>
              <a:gd name="connsiteY0" fmla="*/ 1422384 h 1621301"/>
              <a:gd name="connsiteX1" fmla="*/ 1181853 w 2088524"/>
              <a:gd name="connsiteY1" fmla="*/ 794 h 1621301"/>
              <a:gd name="connsiteX2" fmla="*/ 1893612 w 2088524"/>
              <a:gd name="connsiteY2" fmla="*/ 0 h 1621301"/>
              <a:gd name="connsiteX3" fmla="*/ 2074205 w 2088524"/>
              <a:gd name="connsiteY3" fmla="*/ 214594 h 1621301"/>
              <a:gd name="connsiteX4" fmla="*/ 964398 w 2088524"/>
              <a:gd name="connsiteY4" fmla="*/ 1533115 h 1621301"/>
              <a:gd name="connsiteX5" fmla="*/ 176550 w 2088524"/>
              <a:gd name="connsiteY5" fmla="*/ 1607897 h 1621301"/>
              <a:gd name="connsiteX6" fmla="*/ 175 w 2088524"/>
              <a:gd name="connsiteY6" fmla="*/ 1422384 h 1621301"/>
              <a:gd name="connsiteX0" fmla="*/ 175 w 2074539"/>
              <a:gd name="connsiteY0" fmla="*/ 1422384 h 1621301"/>
              <a:gd name="connsiteX1" fmla="*/ 1181853 w 2074539"/>
              <a:gd name="connsiteY1" fmla="*/ 794 h 1621301"/>
              <a:gd name="connsiteX2" fmla="*/ 1893612 w 2074539"/>
              <a:gd name="connsiteY2" fmla="*/ 0 h 1621301"/>
              <a:gd name="connsiteX3" fmla="*/ 2074205 w 2074539"/>
              <a:gd name="connsiteY3" fmla="*/ 214594 h 1621301"/>
              <a:gd name="connsiteX4" fmla="*/ 964398 w 2074539"/>
              <a:gd name="connsiteY4" fmla="*/ 1533115 h 1621301"/>
              <a:gd name="connsiteX5" fmla="*/ 176550 w 2074539"/>
              <a:gd name="connsiteY5" fmla="*/ 1607897 h 1621301"/>
              <a:gd name="connsiteX6" fmla="*/ 175 w 2074539"/>
              <a:gd name="connsiteY6" fmla="*/ 1422384 h 1621301"/>
              <a:gd name="connsiteX0" fmla="*/ 175 w 2074205"/>
              <a:gd name="connsiteY0" fmla="*/ 1422384 h 1621301"/>
              <a:gd name="connsiteX1" fmla="*/ 1181853 w 2074205"/>
              <a:gd name="connsiteY1" fmla="*/ 794 h 1621301"/>
              <a:gd name="connsiteX2" fmla="*/ 1893612 w 2074205"/>
              <a:gd name="connsiteY2" fmla="*/ 0 h 1621301"/>
              <a:gd name="connsiteX3" fmla="*/ 2074205 w 2074205"/>
              <a:gd name="connsiteY3" fmla="*/ 214594 h 1621301"/>
              <a:gd name="connsiteX4" fmla="*/ 964398 w 2074205"/>
              <a:gd name="connsiteY4" fmla="*/ 1533115 h 1621301"/>
              <a:gd name="connsiteX5" fmla="*/ 176550 w 2074205"/>
              <a:gd name="connsiteY5" fmla="*/ 1607897 h 1621301"/>
              <a:gd name="connsiteX6" fmla="*/ 175 w 2074205"/>
              <a:gd name="connsiteY6" fmla="*/ 1422384 h 1621301"/>
              <a:gd name="connsiteX0" fmla="*/ 175 w 2074205"/>
              <a:gd name="connsiteY0" fmla="*/ 1422384 h 1621301"/>
              <a:gd name="connsiteX1" fmla="*/ 1181853 w 2074205"/>
              <a:gd name="connsiteY1" fmla="*/ 794 h 1621301"/>
              <a:gd name="connsiteX2" fmla="*/ 1893612 w 2074205"/>
              <a:gd name="connsiteY2" fmla="*/ 0 h 1621301"/>
              <a:gd name="connsiteX3" fmla="*/ 2074205 w 2074205"/>
              <a:gd name="connsiteY3" fmla="*/ 214594 h 1621301"/>
              <a:gd name="connsiteX4" fmla="*/ 964398 w 2074205"/>
              <a:gd name="connsiteY4" fmla="*/ 1533115 h 1621301"/>
              <a:gd name="connsiteX5" fmla="*/ 176550 w 2074205"/>
              <a:gd name="connsiteY5" fmla="*/ 1607897 h 1621301"/>
              <a:gd name="connsiteX6" fmla="*/ 175 w 2074205"/>
              <a:gd name="connsiteY6" fmla="*/ 1422384 h 1621301"/>
              <a:gd name="connsiteX0" fmla="*/ 175 w 2074205"/>
              <a:gd name="connsiteY0" fmla="*/ 1422384 h 1621301"/>
              <a:gd name="connsiteX1" fmla="*/ 1181853 w 2074205"/>
              <a:gd name="connsiteY1" fmla="*/ 794 h 1621301"/>
              <a:gd name="connsiteX2" fmla="*/ 1893612 w 2074205"/>
              <a:gd name="connsiteY2" fmla="*/ 0 h 1621301"/>
              <a:gd name="connsiteX3" fmla="*/ 2074205 w 2074205"/>
              <a:gd name="connsiteY3" fmla="*/ 214594 h 1621301"/>
              <a:gd name="connsiteX4" fmla="*/ 964398 w 2074205"/>
              <a:gd name="connsiteY4" fmla="*/ 1533115 h 1621301"/>
              <a:gd name="connsiteX5" fmla="*/ 176550 w 2074205"/>
              <a:gd name="connsiteY5" fmla="*/ 1607897 h 1621301"/>
              <a:gd name="connsiteX6" fmla="*/ 175 w 2074205"/>
              <a:gd name="connsiteY6" fmla="*/ 1422384 h 1621301"/>
              <a:gd name="connsiteX0" fmla="*/ 175 w 2074205"/>
              <a:gd name="connsiteY0" fmla="*/ 1422384 h 1621301"/>
              <a:gd name="connsiteX1" fmla="*/ 1181853 w 2074205"/>
              <a:gd name="connsiteY1" fmla="*/ 794 h 1621301"/>
              <a:gd name="connsiteX2" fmla="*/ 1893612 w 2074205"/>
              <a:gd name="connsiteY2" fmla="*/ 0 h 1621301"/>
              <a:gd name="connsiteX3" fmla="*/ 2074205 w 2074205"/>
              <a:gd name="connsiteY3" fmla="*/ 214594 h 1621301"/>
              <a:gd name="connsiteX4" fmla="*/ 964398 w 2074205"/>
              <a:gd name="connsiteY4" fmla="*/ 1533115 h 1621301"/>
              <a:gd name="connsiteX5" fmla="*/ 176550 w 2074205"/>
              <a:gd name="connsiteY5" fmla="*/ 1607897 h 1621301"/>
              <a:gd name="connsiteX6" fmla="*/ 175 w 2074205"/>
              <a:gd name="connsiteY6" fmla="*/ 1422384 h 1621301"/>
              <a:gd name="connsiteX0" fmla="*/ 175 w 2074205"/>
              <a:gd name="connsiteY0" fmla="*/ 1422384 h 1621301"/>
              <a:gd name="connsiteX1" fmla="*/ 1181853 w 2074205"/>
              <a:gd name="connsiteY1" fmla="*/ 794 h 1621301"/>
              <a:gd name="connsiteX2" fmla="*/ 1893612 w 2074205"/>
              <a:gd name="connsiteY2" fmla="*/ 0 h 1621301"/>
              <a:gd name="connsiteX3" fmla="*/ 2074205 w 2074205"/>
              <a:gd name="connsiteY3" fmla="*/ 214594 h 1621301"/>
              <a:gd name="connsiteX4" fmla="*/ 964398 w 2074205"/>
              <a:gd name="connsiteY4" fmla="*/ 1533115 h 1621301"/>
              <a:gd name="connsiteX5" fmla="*/ 176550 w 2074205"/>
              <a:gd name="connsiteY5" fmla="*/ 1607897 h 1621301"/>
              <a:gd name="connsiteX6" fmla="*/ 175 w 2074205"/>
              <a:gd name="connsiteY6" fmla="*/ 1422384 h 1621301"/>
              <a:gd name="connsiteX0" fmla="*/ 175 w 2074205"/>
              <a:gd name="connsiteY0" fmla="*/ 1422384 h 1621301"/>
              <a:gd name="connsiteX1" fmla="*/ 1181853 w 2074205"/>
              <a:gd name="connsiteY1" fmla="*/ 794 h 1621301"/>
              <a:gd name="connsiteX2" fmla="*/ 1893612 w 2074205"/>
              <a:gd name="connsiteY2" fmla="*/ 0 h 1621301"/>
              <a:gd name="connsiteX3" fmla="*/ 2074205 w 2074205"/>
              <a:gd name="connsiteY3" fmla="*/ 214594 h 1621301"/>
              <a:gd name="connsiteX4" fmla="*/ 964398 w 2074205"/>
              <a:gd name="connsiteY4" fmla="*/ 1533115 h 1621301"/>
              <a:gd name="connsiteX5" fmla="*/ 176550 w 2074205"/>
              <a:gd name="connsiteY5" fmla="*/ 1607897 h 1621301"/>
              <a:gd name="connsiteX6" fmla="*/ 175 w 2074205"/>
              <a:gd name="connsiteY6" fmla="*/ 1422384 h 1621301"/>
              <a:gd name="connsiteX0" fmla="*/ 175 w 2074205"/>
              <a:gd name="connsiteY0" fmla="*/ 1422384 h 1621301"/>
              <a:gd name="connsiteX1" fmla="*/ 1181853 w 2074205"/>
              <a:gd name="connsiteY1" fmla="*/ 794 h 1621301"/>
              <a:gd name="connsiteX2" fmla="*/ 1893612 w 2074205"/>
              <a:gd name="connsiteY2" fmla="*/ 0 h 1621301"/>
              <a:gd name="connsiteX3" fmla="*/ 2074205 w 2074205"/>
              <a:gd name="connsiteY3" fmla="*/ 214594 h 1621301"/>
              <a:gd name="connsiteX4" fmla="*/ 964398 w 2074205"/>
              <a:gd name="connsiteY4" fmla="*/ 1533115 h 1621301"/>
              <a:gd name="connsiteX5" fmla="*/ 176550 w 2074205"/>
              <a:gd name="connsiteY5" fmla="*/ 1607897 h 1621301"/>
              <a:gd name="connsiteX6" fmla="*/ 175 w 2074205"/>
              <a:gd name="connsiteY6" fmla="*/ 1422384 h 1621301"/>
              <a:gd name="connsiteX0" fmla="*/ 175 w 2074205"/>
              <a:gd name="connsiteY0" fmla="*/ 1423822 h 1622739"/>
              <a:gd name="connsiteX1" fmla="*/ 1181853 w 2074205"/>
              <a:gd name="connsiteY1" fmla="*/ 2232 h 1622739"/>
              <a:gd name="connsiteX2" fmla="*/ 1893612 w 2074205"/>
              <a:gd name="connsiteY2" fmla="*/ 1438 h 1622739"/>
              <a:gd name="connsiteX3" fmla="*/ 2074205 w 2074205"/>
              <a:gd name="connsiteY3" fmla="*/ 216032 h 1622739"/>
              <a:gd name="connsiteX4" fmla="*/ 964398 w 2074205"/>
              <a:gd name="connsiteY4" fmla="*/ 1534553 h 1622739"/>
              <a:gd name="connsiteX5" fmla="*/ 176550 w 2074205"/>
              <a:gd name="connsiteY5" fmla="*/ 1609335 h 1622739"/>
              <a:gd name="connsiteX6" fmla="*/ 175 w 2074205"/>
              <a:gd name="connsiteY6" fmla="*/ 1423822 h 1622739"/>
              <a:gd name="connsiteX0" fmla="*/ 175 w 2074205"/>
              <a:gd name="connsiteY0" fmla="*/ 1424365 h 1623282"/>
              <a:gd name="connsiteX1" fmla="*/ 1181853 w 2074205"/>
              <a:gd name="connsiteY1" fmla="*/ 2775 h 1623282"/>
              <a:gd name="connsiteX2" fmla="*/ 1893612 w 2074205"/>
              <a:gd name="connsiteY2" fmla="*/ 1981 h 1623282"/>
              <a:gd name="connsiteX3" fmla="*/ 2074205 w 2074205"/>
              <a:gd name="connsiteY3" fmla="*/ 216575 h 1623282"/>
              <a:gd name="connsiteX4" fmla="*/ 964398 w 2074205"/>
              <a:gd name="connsiteY4" fmla="*/ 1535096 h 1623282"/>
              <a:gd name="connsiteX5" fmla="*/ 176550 w 2074205"/>
              <a:gd name="connsiteY5" fmla="*/ 1609878 h 1623282"/>
              <a:gd name="connsiteX6" fmla="*/ 175 w 2074205"/>
              <a:gd name="connsiteY6" fmla="*/ 1424365 h 1623282"/>
              <a:gd name="connsiteX0" fmla="*/ 175 w 2074205"/>
              <a:gd name="connsiteY0" fmla="*/ 1424365 h 1623282"/>
              <a:gd name="connsiteX1" fmla="*/ 1181853 w 2074205"/>
              <a:gd name="connsiteY1" fmla="*/ 2775 h 1623282"/>
              <a:gd name="connsiteX2" fmla="*/ 1893612 w 2074205"/>
              <a:gd name="connsiteY2" fmla="*/ 1981 h 1623282"/>
              <a:gd name="connsiteX3" fmla="*/ 2074205 w 2074205"/>
              <a:gd name="connsiteY3" fmla="*/ 216575 h 1623282"/>
              <a:gd name="connsiteX4" fmla="*/ 964398 w 2074205"/>
              <a:gd name="connsiteY4" fmla="*/ 1535096 h 1623282"/>
              <a:gd name="connsiteX5" fmla="*/ 176550 w 2074205"/>
              <a:gd name="connsiteY5" fmla="*/ 1609878 h 1623282"/>
              <a:gd name="connsiteX6" fmla="*/ 175 w 2074205"/>
              <a:gd name="connsiteY6" fmla="*/ 1424365 h 1623282"/>
              <a:gd name="connsiteX0" fmla="*/ 133 w 2074163"/>
              <a:gd name="connsiteY0" fmla="*/ 1424365 h 1623282"/>
              <a:gd name="connsiteX1" fmla="*/ 1181811 w 2074163"/>
              <a:gd name="connsiteY1" fmla="*/ 2775 h 1623282"/>
              <a:gd name="connsiteX2" fmla="*/ 1893570 w 2074163"/>
              <a:gd name="connsiteY2" fmla="*/ 1981 h 1623282"/>
              <a:gd name="connsiteX3" fmla="*/ 2074163 w 2074163"/>
              <a:gd name="connsiteY3" fmla="*/ 216575 h 1623282"/>
              <a:gd name="connsiteX4" fmla="*/ 964356 w 2074163"/>
              <a:gd name="connsiteY4" fmla="*/ 1535096 h 1623282"/>
              <a:gd name="connsiteX5" fmla="*/ 176508 w 2074163"/>
              <a:gd name="connsiteY5" fmla="*/ 1609878 h 1623282"/>
              <a:gd name="connsiteX6" fmla="*/ 133 w 2074163"/>
              <a:gd name="connsiteY6" fmla="*/ 1424365 h 1623282"/>
              <a:gd name="connsiteX0" fmla="*/ 133 w 2074163"/>
              <a:gd name="connsiteY0" fmla="*/ 1424365 h 1623282"/>
              <a:gd name="connsiteX1" fmla="*/ 1181811 w 2074163"/>
              <a:gd name="connsiteY1" fmla="*/ 2775 h 1623282"/>
              <a:gd name="connsiteX2" fmla="*/ 1893570 w 2074163"/>
              <a:gd name="connsiteY2" fmla="*/ 1981 h 1623282"/>
              <a:gd name="connsiteX3" fmla="*/ 2074163 w 2074163"/>
              <a:gd name="connsiteY3" fmla="*/ 216575 h 1623282"/>
              <a:gd name="connsiteX4" fmla="*/ 964356 w 2074163"/>
              <a:gd name="connsiteY4" fmla="*/ 1535096 h 1623282"/>
              <a:gd name="connsiteX5" fmla="*/ 176508 w 2074163"/>
              <a:gd name="connsiteY5" fmla="*/ 1609878 h 1623282"/>
              <a:gd name="connsiteX6" fmla="*/ 133 w 2074163"/>
              <a:gd name="connsiteY6" fmla="*/ 1424365 h 1623282"/>
              <a:gd name="connsiteX0" fmla="*/ 135 w 2074165"/>
              <a:gd name="connsiteY0" fmla="*/ 1424365 h 1623282"/>
              <a:gd name="connsiteX1" fmla="*/ 1181813 w 2074165"/>
              <a:gd name="connsiteY1" fmla="*/ 2775 h 1623282"/>
              <a:gd name="connsiteX2" fmla="*/ 1893572 w 2074165"/>
              <a:gd name="connsiteY2" fmla="*/ 1981 h 1623282"/>
              <a:gd name="connsiteX3" fmla="*/ 2074165 w 2074165"/>
              <a:gd name="connsiteY3" fmla="*/ 216575 h 1623282"/>
              <a:gd name="connsiteX4" fmla="*/ 964358 w 2074165"/>
              <a:gd name="connsiteY4" fmla="*/ 1535096 h 1623282"/>
              <a:gd name="connsiteX5" fmla="*/ 176510 w 2074165"/>
              <a:gd name="connsiteY5" fmla="*/ 1609878 h 1623282"/>
              <a:gd name="connsiteX6" fmla="*/ 135 w 2074165"/>
              <a:gd name="connsiteY6" fmla="*/ 1424365 h 1623282"/>
              <a:gd name="connsiteX0" fmla="*/ 140 w 2074170"/>
              <a:gd name="connsiteY0" fmla="*/ 1424365 h 1623282"/>
              <a:gd name="connsiteX1" fmla="*/ 1181818 w 2074170"/>
              <a:gd name="connsiteY1" fmla="*/ 2775 h 1623282"/>
              <a:gd name="connsiteX2" fmla="*/ 1893577 w 2074170"/>
              <a:gd name="connsiteY2" fmla="*/ 1981 h 1623282"/>
              <a:gd name="connsiteX3" fmla="*/ 2074170 w 2074170"/>
              <a:gd name="connsiteY3" fmla="*/ 216575 h 1623282"/>
              <a:gd name="connsiteX4" fmla="*/ 964363 w 2074170"/>
              <a:gd name="connsiteY4" fmla="*/ 1535096 h 1623282"/>
              <a:gd name="connsiteX5" fmla="*/ 176515 w 2074170"/>
              <a:gd name="connsiteY5" fmla="*/ 1609878 h 1623282"/>
              <a:gd name="connsiteX6" fmla="*/ 140 w 2074170"/>
              <a:gd name="connsiteY6" fmla="*/ 1424365 h 1623282"/>
              <a:gd name="connsiteX0" fmla="*/ 143 w 2074173"/>
              <a:gd name="connsiteY0" fmla="*/ 1424365 h 1623282"/>
              <a:gd name="connsiteX1" fmla="*/ 1181821 w 2074173"/>
              <a:gd name="connsiteY1" fmla="*/ 2775 h 1623282"/>
              <a:gd name="connsiteX2" fmla="*/ 1893580 w 2074173"/>
              <a:gd name="connsiteY2" fmla="*/ 1981 h 1623282"/>
              <a:gd name="connsiteX3" fmla="*/ 2074173 w 2074173"/>
              <a:gd name="connsiteY3" fmla="*/ 216575 h 1623282"/>
              <a:gd name="connsiteX4" fmla="*/ 964366 w 2074173"/>
              <a:gd name="connsiteY4" fmla="*/ 1535096 h 1623282"/>
              <a:gd name="connsiteX5" fmla="*/ 176518 w 2074173"/>
              <a:gd name="connsiteY5" fmla="*/ 1609878 h 1623282"/>
              <a:gd name="connsiteX6" fmla="*/ 143 w 2074173"/>
              <a:gd name="connsiteY6" fmla="*/ 1424365 h 1623282"/>
              <a:gd name="connsiteX0" fmla="*/ 143 w 2074173"/>
              <a:gd name="connsiteY0" fmla="*/ 1424365 h 1630465"/>
              <a:gd name="connsiteX1" fmla="*/ 1181821 w 2074173"/>
              <a:gd name="connsiteY1" fmla="*/ 2775 h 1630465"/>
              <a:gd name="connsiteX2" fmla="*/ 1893580 w 2074173"/>
              <a:gd name="connsiteY2" fmla="*/ 1981 h 1630465"/>
              <a:gd name="connsiteX3" fmla="*/ 2074173 w 2074173"/>
              <a:gd name="connsiteY3" fmla="*/ 216575 h 1630465"/>
              <a:gd name="connsiteX4" fmla="*/ 964366 w 2074173"/>
              <a:gd name="connsiteY4" fmla="*/ 1535096 h 1630465"/>
              <a:gd name="connsiteX5" fmla="*/ 176518 w 2074173"/>
              <a:gd name="connsiteY5" fmla="*/ 1609878 h 1630465"/>
              <a:gd name="connsiteX6" fmla="*/ 143 w 2074173"/>
              <a:gd name="connsiteY6" fmla="*/ 1424365 h 1630465"/>
              <a:gd name="connsiteX0" fmla="*/ 143 w 2074173"/>
              <a:gd name="connsiteY0" fmla="*/ 1424365 h 1676501"/>
              <a:gd name="connsiteX1" fmla="*/ 1181821 w 2074173"/>
              <a:gd name="connsiteY1" fmla="*/ 2775 h 1676501"/>
              <a:gd name="connsiteX2" fmla="*/ 1893580 w 2074173"/>
              <a:gd name="connsiteY2" fmla="*/ 1981 h 1676501"/>
              <a:gd name="connsiteX3" fmla="*/ 2074173 w 2074173"/>
              <a:gd name="connsiteY3" fmla="*/ 216575 h 1676501"/>
              <a:gd name="connsiteX4" fmla="*/ 915028 w 2074173"/>
              <a:gd name="connsiteY4" fmla="*/ 1607459 h 1676501"/>
              <a:gd name="connsiteX5" fmla="*/ 176518 w 2074173"/>
              <a:gd name="connsiteY5" fmla="*/ 1609878 h 1676501"/>
              <a:gd name="connsiteX6" fmla="*/ 143 w 2074173"/>
              <a:gd name="connsiteY6" fmla="*/ 1424365 h 1676501"/>
              <a:gd name="connsiteX0" fmla="*/ 143 w 2074173"/>
              <a:gd name="connsiteY0" fmla="*/ 1424365 h 1612418"/>
              <a:gd name="connsiteX1" fmla="*/ 1181821 w 2074173"/>
              <a:gd name="connsiteY1" fmla="*/ 2775 h 1612418"/>
              <a:gd name="connsiteX2" fmla="*/ 1893580 w 2074173"/>
              <a:gd name="connsiteY2" fmla="*/ 1981 h 1612418"/>
              <a:gd name="connsiteX3" fmla="*/ 2074173 w 2074173"/>
              <a:gd name="connsiteY3" fmla="*/ 216575 h 1612418"/>
              <a:gd name="connsiteX4" fmla="*/ 915028 w 2074173"/>
              <a:gd name="connsiteY4" fmla="*/ 1607459 h 1612418"/>
              <a:gd name="connsiteX5" fmla="*/ 176518 w 2074173"/>
              <a:gd name="connsiteY5" fmla="*/ 1609878 h 1612418"/>
              <a:gd name="connsiteX6" fmla="*/ 143 w 2074173"/>
              <a:gd name="connsiteY6" fmla="*/ 1424365 h 1612418"/>
              <a:gd name="connsiteX0" fmla="*/ 143 w 2074173"/>
              <a:gd name="connsiteY0" fmla="*/ 1424365 h 1609996"/>
              <a:gd name="connsiteX1" fmla="*/ 1181821 w 2074173"/>
              <a:gd name="connsiteY1" fmla="*/ 2775 h 1609996"/>
              <a:gd name="connsiteX2" fmla="*/ 1893580 w 2074173"/>
              <a:gd name="connsiteY2" fmla="*/ 1981 h 1609996"/>
              <a:gd name="connsiteX3" fmla="*/ 2074173 w 2074173"/>
              <a:gd name="connsiteY3" fmla="*/ 216575 h 1609996"/>
              <a:gd name="connsiteX4" fmla="*/ 915028 w 2074173"/>
              <a:gd name="connsiteY4" fmla="*/ 1607459 h 1609996"/>
              <a:gd name="connsiteX5" fmla="*/ 176518 w 2074173"/>
              <a:gd name="connsiteY5" fmla="*/ 1609878 h 1609996"/>
              <a:gd name="connsiteX6" fmla="*/ 143 w 2074173"/>
              <a:gd name="connsiteY6" fmla="*/ 1424365 h 1609996"/>
              <a:gd name="connsiteX0" fmla="*/ 168 w 2074198"/>
              <a:gd name="connsiteY0" fmla="*/ 1424365 h 1609878"/>
              <a:gd name="connsiteX1" fmla="*/ 1181846 w 2074198"/>
              <a:gd name="connsiteY1" fmla="*/ 2775 h 1609878"/>
              <a:gd name="connsiteX2" fmla="*/ 1893605 w 2074198"/>
              <a:gd name="connsiteY2" fmla="*/ 1981 h 1609878"/>
              <a:gd name="connsiteX3" fmla="*/ 2074198 w 2074198"/>
              <a:gd name="connsiteY3" fmla="*/ 216575 h 1609878"/>
              <a:gd name="connsiteX4" fmla="*/ 915053 w 2074198"/>
              <a:gd name="connsiteY4" fmla="*/ 1607459 h 1609878"/>
              <a:gd name="connsiteX5" fmla="*/ 176543 w 2074198"/>
              <a:gd name="connsiteY5" fmla="*/ 1609878 h 1609878"/>
              <a:gd name="connsiteX6" fmla="*/ 168 w 2074198"/>
              <a:gd name="connsiteY6" fmla="*/ 1424365 h 1609878"/>
              <a:gd name="connsiteX0" fmla="*/ 168 w 2074198"/>
              <a:gd name="connsiteY0" fmla="*/ 1424365 h 1609878"/>
              <a:gd name="connsiteX1" fmla="*/ 1181846 w 2074198"/>
              <a:gd name="connsiteY1" fmla="*/ 2775 h 1609878"/>
              <a:gd name="connsiteX2" fmla="*/ 1893605 w 2074198"/>
              <a:gd name="connsiteY2" fmla="*/ 1981 h 1609878"/>
              <a:gd name="connsiteX3" fmla="*/ 2074198 w 2074198"/>
              <a:gd name="connsiteY3" fmla="*/ 216575 h 1609878"/>
              <a:gd name="connsiteX4" fmla="*/ 915053 w 2074198"/>
              <a:gd name="connsiteY4" fmla="*/ 1607459 h 1609878"/>
              <a:gd name="connsiteX5" fmla="*/ 176543 w 2074198"/>
              <a:gd name="connsiteY5" fmla="*/ 1609878 h 1609878"/>
              <a:gd name="connsiteX6" fmla="*/ 168 w 2074198"/>
              <a:gd name="connsiteY6" fmla="*/ 1424365 h 1609878"/>
              <a:gd name="connsiteX0" fmla="*/ 168 w 2074198"/>
              <a:gd name="connsiteY0" fmla="*/ 1424365 h 1609878"/>
              <a:gd name="connsiteX1" fmla="*/ 1181846 w 2074198"/>
              <a:gd name="connsiteY1" fmla="*/ 2775 h 1609878"/>
              <a:gd name="connsiteX2" fmla="*/ 1893605 w 2074198"/>
              <a:gd name="connsiteY2" fmla="*/ 1981 h 1609878"/>
              <a:gd name="connsiteX3" fmla="*/ 2074198 w 2074198"/>
              <a:gd name="connsiteY3" fmla="*/ 216575 h 1609878"/>
              <a:gd name="connsiteX4" fmla="*/ 915053 w 2074198"/>
              <a:gd name="connsiteY4" fmla="*/ 1607459 h 1609878"/>
              <a:gd name="connsiteX5" fmla="*/ 176543 w 2074198"/>
              <a:gd name="connsiteY5" fmla="*/ 1609878 h 1609878"/>
              <a:gd name="connsiteX6" fmla="*/ 168 w 2074198"/>
              <a:gd name="connsiteY6" fmla="*/ 1424365 h 1609878"/>
              <a:gd name="connsiteX0" fmla="*/ 168 w 2074198"/>
              <a:gd name="connsiteY0" fmla="*/ 1424365 h 1609878"/>
              <a:gd name="connsiteX1" fmla="*/ 1181846 w 2074198"/>
              <a:gd name="connsiteY1" fmla="*/ 2775 h 1609878"/>
              <a:gd name="connsiteX2" fmla="*/ 1893605 w 2074198"/>
              <a:gd name="connsiteY2" fmla="*/ 1981 h 1609878"/>
              <a:gd name="connsiteX3" fmla="*/ 2074198 w 2074198"/>
              <a:gd name="connsiteY3" fmla="*/ 216575 h 1609878"/>
              <a:gd name="connsiteX4" fmla="*/ 915053 w 2074198"/>
              <a:gd name="connsiteY4" fmla="*/ 1607459 h 1609878"/>
              <a:gd name="connsiteX5" fmla="*/ 176543 w 2074198"/>
              <a:gd name="connsiteY5" fmla="*/ 1609878 h 1609878"/>
              <a:gd name="connsiteX6" fmla="*/ 168 w 2074198"/>
              <a:gd name="connsiteY6" fmla="*/ 1424365 h 1609878"/>
              <a:gd name="connsiteX0" fmla="*/ 168 w 2074198"/>
              <a:gd name="connsiteY0" fmla="*/ 1425562 h 1611075"/>
              <a:gd name="connsiteX1" fmla="*/ 1181846 w 2074198"/>
              <a:gd name="connsiteY1" fmla="*/ 3972 h 1611075"/>
              <a:gd name="connsiteX2" fmla="*/ 1893605 w 2074198"/>
              <a:gd name="connsiteY2" fmla="*/ 3178 h 1611075"/>
              <a:gd name="connsiteX3" fmla="*/ 2074198 w 2074198"/>
              <a:gd name="connsiteY3" fmla="*/ 217772 h 1611075"/>
              <a:gd name="connsiteX4" fmla="*/ 915053 w 2074198"/>
              <a:gd name="connsiteY4" fmla="*/ 1608656 h 1611075"/>
              <a:gd name="connsiteX5" fmla="*/ 176543 w 2074198"/>
              <a:gd name="connsiteY5" fmla="*/ 1611075 h 1611075"/>
              <a:gd name="connsiteX6" fmla="*/ 168 w 2074198"/>
              <a:gd name="connsiteY6" fmla="*/ 1425562 h 1611075"/>
              <a:gd name="connsiteX0" fmla="*/ 168 w 2074198"/>
              <a:gd name="connsiteY0" fmla="*/ 1425562 h 1611075"/>
              <a:gd name="connsiteX1" fmla="*/ 1181846 w 2074198"/>
              <a:gd name="connsiteY1" fmla="*/ 3972 h 1611075"/>
              <a:gd name="connsiteX2" fmla="*/ 1893605 w 2074198"/>
              <a:gd name="connsiteY2" fmla="*/ 3178 h 1611075"/>
              <a:gd name="connsiteX3" fmla="*/ 2074198 w 2074198"/>
              <a:gd name="connsiteY3" fmla="*/ 217772 h 1611075"/>
              <a:gd name="connsiteX4" fmla="*/ 915053 w 2074198"/>
              <a:gd name="connsiteY4" fmla="*/ 1608656 h 1611075"/>
              <a:gd name="connsiteX5" fmla="*/ 176543 w 2074198"/>
              <a:gd name="connsiteY5" fmla="*/ 1611075 h 1611075"/>
              <a:gd name="connsiteX6" fmla="*/ 168 w 2074198"/>
              <a:gd name="connsiteY6" fmla="*/ 1425562 h 1611075"/>
              <a:gd name="connsiteX0" fmla="*/ 168 w 2074198"/>
              <a:gd name="connsiteY0" fmla="*/ 1425562 h 1611075"/>
              <a:gd name="connsiteX1" fmla="*/ 1181846 w 2074198"/>
              <a:gd name="connsiteY1" fmla="*/ 3972 h 1611075"/>
              <a:gd name="connsiteX2" fmla="*/ 1893605 w 2074198"/>
              <a:gd name="connsiteY2" fmla="*/ 3178 h 1611075"/>
              <a:gd name="connsiteX3" fmla="*/ 2074198 w 2074198"/>
              <a:gd name="connsiteY3" fmla="*/ 217772 h 1611075"/>
              <a:gd name="connsiteX4" fmla="*/ 915053 w 2074198"/>
              <a:gd name="connsiteY4" fmla="*/ 1608656 h 1611075"/>
              <a:gd name="connsiteX5" fmla="*/ 176543 w 2074198"/>
              <a:gd name="connsiteY5" fmla="*/ 1611075 h 1611075"/>
              <a:gd name="connsiteX6" fmla="*/ 168 w 2074198"/>
              <a:gd name="connsiteY6" fmla="*/ 1425562 h 1611075"/>
              <a:gd name="connsiteX0" fmla="*/ 168 w 2074198"/>
              <a:gd name="connsiteY0" fmla="*/ 1425562 h 1611075"/>
              <a:gd name="connsiteX1" fmla="*/ 1181846 w 2074198"/>
              <a:gd name="connsiteY1" fmla="*/ 3972 h 1611075"/>
              <a:gd name="connsiteX2" fmla="*/ 1893605 w 2074198"/>
              <a:gd name="connsiteY2" fmla="*/ 3178 h 1611075"/>
              <a:gd name="connsiteX3" fmla="*/ 2074198 w 2074198"/>
              <a:gd name="connsiteY3" fmla="*/ 217772 h 1611075"/>
              <a:gd name="connsiteX4" fmla="*/ 915053 w 2074198"/>
              <a:gd name="connsiteY4" fmla="*/ 1608656 h 1611075"/>
              <a:gd name="connsiteX5" fmla="*/ 176543 w 2074198"/>
              <a:gd name="connsiteY5" fmla="*/ 1611075 h 1611075"/>
              <a:gd name="connsiteX6" fmla="*/ 168 w 2074198"/>
              <a:gd name="connsiteY6" fmla="*/ 1425562 h 1611075"/>
              <a:gd name="connsiteX0" fmla="*/ 168 w 2074198"/>
              <a:gd name="connsiteY0" fmla="*/ 1425562 h 1611075"/>
              <a:gd name="connsiteX1" fmla="*/ 1181846 w 2074198"/>
              <a:gd name="connsiteY1" fmla="*/ 3972 h 1611075"/>
              <a:gd name="connsiteX2" fmla="*/ 1893605 w 2074198"/>
              <a:gd name="connsiteY2" fmla="*/ 3178 h 1611075"/>
              <a:gd name="connsiteX3" fmla="*/ 2074198 w 2074198"/>
              <a:gd name="connsiteY3" fmla="*/ 217772 h 1611075"/>
              <a:gd name="connsiteX4" fmla="*/ 915053 w 2074198"/>
              <a:gd name="connsiteY4" fmla="*/ 1608656 h 1611075"/>
              <a:gd name="connsiteX5" fmla="*/ 176543 w 2074198"/>
              <a:gd name="connsiteY5" fmla="*/ 1611075 h 1611075"/>
              <a:gd name="connsiteX6" fmla="*/ 168 w 2074198"/>
              <a:gd name="connsiteY6" fmla="*/ 1425562 h 1611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74198" h="1611075">
                <a:moveTo>
                  <a:pt x="168" y="1425562"/>
                </a:moveTo>
                <a:cubicBezTo>
                  <a:pt x="-13747" y="2036916"/>
                  <a:pt x="948780" y="3379"/>
                  <a:pt x="1181846" y="3972"/>
                </a:cubicBezTo>
                <a:lnTo>
                  <a:pt x="1893605" y="3178"/>
                </a:lnTo>
                <a:cubicBezTo>
                  <a:pt x="1974634" y="8924"/>
                  <a:pt x="2072119" y="-57691"/>
                  <a:pt x="2074198" y="217772"/>
                </a:cubicBezTo>
                <a:cubicBezTo>
                  <a:pt x="2066085" y="-563017"/>
                  <a:pt x="1202760" y="1596748"/>
                  <a:pt x="915053" y="1608656"/>
                </a:cubicBezTo>
                <a:lnTo>
                  <a:pt x="176543" y="1611075"/>
                </a:lnTo>
                <a:cubicBezTo>
                  <a:pt x="87416" y="1598403"/>
                  <a:pt x="-4473" y="1617577"/>
                  <a:pt x="168" y="1425562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0"/>
                </a:schemeClr>
              </a:gs>
              <a:gs pos="50418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ko-KR" altLang="en-US" sz="2000"/>
          </a:p>
        </p:txBody>
      </p:sp>
      <p:sp>
        <p:nvSpPr>
          <p:cNvPr id="809" name="TextBox 808">
            <a:extLst>
              <a:ext uri="{FF2B5EF4-FFF2-40B4-BE49-F238E27FC236}">
                <a16:creationId xmlns:a16="http://schemas.microsoft.com/office/drawing/2014/main" id="{E2A87186-3E0A-3922-D846-2DEE685E4CCA}"/>
              </a:ext>
            </a:extLst>
          </p:cNvPr>
          <p:cNvSpPr txBox="1"/>
          <p:nvPr/>
        </p:nvSpPr>
        <p:spPr>
          <a:xfrm rot="1074825">
            <a:off x="137721" y="1877321"/>
            <a:ext cx="1362918" cy="253916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r"/>
            <a:r>
              <a:rPr lang="ru-RU" altLang="ko-KR" sz="1200" b="1" dirty="0">
                <a:solidFill>
                  <a:schemeClr val="bg1"/>
                </a:solidFill>
                <a:cs typeface="Arial" pitchFamily="34" charset="0"/>
              </a:rPr>
              <a:t>ОСТЕОПОРОЗ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833" name="TextBox 832">
            <a:extLst>
              <a:ext uri="{FF2B5EF4-FFF2-40B4-BE49-F238E27FC236}">
                <a16:creationId xmlns:a16="http://schemas.microsoft.com/office/drawing/2014/main" id="{3649323D-BB6A-72CA-605A-A2627AAFE6A6}"/>
              </a:ext>
            </a:extLst>
          </p:cNvPr>
          <p:cNvSpPr txBox="1"/>
          <p:nvPr/>
        </p:nvSpPr>
        <p:spPr>
          <a:xfrm rot="1074825">
            <a:off x="180682" y="2951168"/>
            <a:ext cx="1362918" cy="253916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r"/>
            <a:r>
              <a:rPr lang="ru-RU" altLang="ko-KR" sz="1200" b="1" dirty="0">
                <a:solidFill>
                  <a:schemeClr val="bg1"/>
                </a:solidFill>
                <a:cs typeface="Arial" pitchFamily="34" charset="0"/>
              </a:rPr>
              <a:t>Лечить поздно?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834" name="TextBox 833">
            <a:extLst>
              <a:ext uri="{FF2B5EF4-FFF2-40B4-BE49-F238E27FC236}">
                <a16:creationId xmlns:a16="http://schemas.microsoft.com/office/drawing/2014/main" id="{E284FD82-35E6-FCCB-8843-D8592F3356AE}"/>
              </a:ext>
            </a:extLst>
          </p:cNvPr>
          <p:cNvSpPr txBox="1"/>
          <p:nvPr/>
        </p:nvSpPr>
        <p:spPr>
          <a:xfrm rot="1074825">
            <a:off x="-168110" y="3989135"/>
            <a:ext cx="1998671" cy="238527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r"/>
            <a:r>
              <a:rPr lang="ru-RU" altLang="ko-KR" sz="1100" b="1" dirty="0">
                <a:solidFill>
                  <a:schemeClr val="bg1"/>
                </a:solidFill>
                <a:cs typeface="Arial" pitchFamily="34" charset="0"/>
              </a:rPr>
              <a:t>Предотвратить вовремя!</a:t>
            </a:r>
            <a:endParaRPr lang="ko-KR" altLang="en-US" sz="1100" b="1" dirty="0">
              <a:solidFill>
                <a:schemeClr val="bg1"/>
              </a:solidFill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b="1" dirty="0">
                <a:ln>
                  <a:solidFill>
                    <a:schemeClr val="accent5">
                      <a:lumMod val="50000"/>
                    </a:schemeClr>
                  </a:solidFill>
                </a:ln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Немедикаментозные методы</a:t>
            </a:r>
          </a:p>
        </p:txBody>
      </p:sp>
      <p:grpSp>
        <p:nvGrpSpPr>
          <p:cNvPr id="12" name="Group 26">
            <a:extLst>
              <a:ext uri="{FF2B5EF4-FFF2-40B4-BE49-F238E27FC236}">
                <a16:creationId xmlns:a16="http://schemas.microsoft.com/office/drawing/2014/main" id="{9450FD03-BDBB-4783-918A-A74F8BB975B2}"/>
              </a:ext>
            </a:extLst>
          </p:cNvPr>
          <p:cNvGrpSpPr/>
          <p:nvPr/>
        </p:nvGrpSpPr>
        <p:grpSpPr>
          <a:xfrm>
            <a:off x="4597343" y="1467792"/>
            <a:ext cx="4509897" cy="730968"/>
            <a:chOff x="3017859" y="4283314"/>
            <a:chExt cx="2579765" cy="974623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24FA3BF-2FB1-42A1-BF01-E794E1C19C0A}"/>
                </a:ext>
              </a:extLst>
            </p:cNvPr>
            <p:cNvSpPr txBox="1"/>
            <p:nvPr/>
          </p:nvSpPr>
          <p:spPr>
            <a:xfrm>
              <a:off x="3021855" y="4560311"/>
              <a:ext cx="2575769" cy="6976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Молоко, сыр, зелень, рыба (Кальций 1000-1200 мг/</a:t>
              </a:r>
              <a:r>
                <a:rPr lang="ru-RU" altLang="ko-KR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сут</a:t>
              </a:r>
              <a:r>
                <a:rPr lang="ru-RU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)</a:t>
              </a:r>
              <a:endPara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FACA303-3574-441E-9B2C-90020BDDEB76}"/>
                </a:ext>
              </a:extLst>
            </p:cNvPr>
            <p:cNvSpPr txBox="1"/>
            <p:nvPr/>
          </p:nvSpPr>
          <p:spPr>
            <a:xfrm>
              <a:off x="3017859" y="4283314"/>
              <a:ext cx="2553872" cy="4514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altLang="ko-KR" sz="1600" b="1" dirty="0">
                  <a:solidFill>
                    <a:schemeClr val="accent5">
                      <a:lumMod val="5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Arial" pitchFamily="34" charset="0"/>
                </a:rPr>
                <a:t>Диета:</a:t>
              </a:r>
              <a:endParaRPr lang="ko-KR" altLang="en-US" sz="1600" b="1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itchFamily="34" charset="0"/>
              </a:endParaRPr>
            </a:p>
          </p:txBody>
        </p:sp>
      </p:grpSp>
      <p:grpSp>
        <p:nvGrpSpPr>
          <p:cNvPr id="18" name="Group 32">
            <a:extLst>
              <a:ext uri="{FF2B5EF4-FFF2-40B4-BE49-F238E27FC236}">
                <a16:creationId xmlns:a16="http://schemas.microsoft.com/office/drawing/2014/main" id="{9E060D61-A18B-494A-BEFB-0C28F2642DE7}"/>
              </a:ext>
            </a:extLst>
          </p:cNvPr>
          <p:cNvGrpSpPr/>
          <p:nvPr/>
        </p:nvGrpSpPr>
        <p:grpSpPr>
          <a:xfrm>
            <a:off x="5494514" y="3713609"/>
            <a:ext cx="3720671" cy="730291"/>
            <a:chOff x="3021855" y="4284218"/>
            <a:chExt cx="2575769" cy="973716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AF99075-A895-4683-8D18-D525C4725D9F}"/>
                </a:ext>
              </a:extLst>
            </p:cNvPr>
            <p:cNvSpPr txBox="1"/>
            <p:nvPr/>
          </p:nvSpPr>
          <p:spPr>
            <a:xfrm>
              <a:off x="3021855" y="4560311"/>
              <a:ext cx="2575769" cy="6976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Противогололедные шипы, поручни в ванной, отказ от курения.</a:t>
              </a:r>
              <a:endPara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91A85BE-34A4-4824-8322-B155D13D26C9}"/>
                </a:ext>
              </a:extLst>
            </p:cNvPr>
            <p:cNvSpPr txBox="1"/>
            <p:nvPr/>
          </p:nvSpPr>
          <p:spPr>
            <a:xfrm>
              <a:off x="3032803" y="4284218"/>
              <a:ext cx="2553872" cy="4514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altLang="ko-KR" sz="1600" b="1" dirty="0">
                  <a:solidFill>
                    <a:schemeClr val="accent5">
                      <a:lumMod val="5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Arial" pitchFamily="34" charset="0"/>
                </a:rPr>
                <a:t>Коррекция рисков: </a:t>
              </a:r>
              <a:endParaRPr lang="ko-KR" altLang="en-US" sz="1600" b="1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itchFamily="34" charset="0"/>
              </a:endParaRPr>
            </a:p>
          </p:txBody>
        </p:sp>
      </p:grpSp>
      <p:grpSp>
        <p:nvGrpSpPr>
          <p:cNvPr id="21" name="Group 35">
            <a:extLst>
              <a:ext uri="{FF2B5EF4-FFF2-40B4-BE49-F238E27FC236}">
                <a16:creationId xmlns:a16="http://schemas.microsoft.com/office/drawing/2014/main" id="{F6926776-B04A-4734-BABD-0F04F4EC4C5C}"/>
              </a:ext>
            </a:extLst>
          </p:cNvPr>
          <p:cNvGrpSpPr/>
          <p:nvPr/>
        </p:nvGrpSpPr>
        <p:grpSpPr>
          <a:xfrm>
            <a:off x="5196102" y="2981961"/>
            <a:ext cx="3865872" cy="730969"/>
            <a:chOff x="3017859" y="4283314"/>
            <a:chExt cx="2676290" cy="974623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EE347E3-1659-42EB-B458-BE827DAFAF11}"/>
                </a:ext>
              </a:extLst>
            </p:cNvPr>
            <p:cNvSpPr txBox="1"/>
            <p:nvPr/>
          </p:nvSpPr>
          <p:spPr>
            <a:xfrm>
              <a:off x="3021855" y="4560312"/>
              <a:ext cx="2672294" cy="6976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Ходьба, плавание, скандинавская ходьба. </a:t>
              </a:r>
              <a:r>
                <a:rPr lang="ru-RU" altLang="ko-KR" b="1" i="1" dirty="0">
                  <a:solidFill>
                    <a:schemeClr val="accent5">
                      <a:lumMod val="50000"/>
                    </a:schemeClr>
                  </a:solidFill>
                  <a:cs typeface="Arial" pitchFamily="34" charset="0"/>
                </a:rPr>
                <a:t>Исключить: скручивания позвоночника</a:t>
              </a:r>
              <a:endParaRPr lang="ko-KR" altLang="en-US" b="1" i="1" dirty="0">
                <a:solidFill>
                  <a:schemeClr val="accent5">
                    <a:lumMod val="50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034DFA9-69EF-43B3-A4F8-CF3F5011CA1D}"/>
                </a:ext>
              </a:extLst>
            </p:cNvPr>
            <p:cNvSpPr txBox="1"/>
            <p:nvPr/>
          </p:nvSpPr>
          <p:spPr>
            <a:xfrm>
              <a:off x="3017859" y="4283314"/>
              <a:ext cx="2553872" cy="4514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altLang="ko-KR" sz="1600" b="1" dirty="0">
                  <a:solidFill>
                    <a:schemeClr val="accent5">
                      <a:lumMod val="5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Arial" pitchFamily="34" charset="0"/>
                </a:rPr>
                <a:t>ЛФК:</a:t>
              </a:r>
              <a:endParaRPr lang="ko-KR" altLang="en-US" sz="1600" b="1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itchFamily="34" charset="0"/>
              </a:endParaRPr>
            </a:p>
          </p:txBody>
        </p:sp>
      </p:grpSp>
      <p:grpSp>
        <p:nvGrpSpPr>
          <p:cNvPr id="24" name="Group 38">
            <a:extLst>
              <a:ext uri="{FF2B5EF4-FFF2-40B4-BE49-F238E27FC236}">
                <a16:creationId xmlns:a16="http://schemas.microsoft.com/office/drawing/2014/main" id="{4D762EE8-C286-47EE-BECD-FE8FE2602280}"/>
              </a:ext>
            </a:extLst>
          </p:cNvPr>
          <p:cNvGrpSpPr/>
          <p:nvPr/>
        </p:nvGrpSpPr>
        <p:grpSpPr>
          <a:xfrm>
            <a:off x="4827340" y="2198185"/>
            <a:ext cx="3739140" cy="772886"/>
            <a:chOff x="3009069" y="4227425"/>
            <a:chExt cx="2588555" cy="1030511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84D0647-070A-4107-B1CF-E94B6272C456}"/>
                </a:ext>
              </a:extLst>
            </p:cNvPr>
            <p:cNvSpPr txBox="1"/>
            <p:nvPr/>
          </p:nvSpPr>
          <p:spPr>
            <a:xfrm>
              <a:off x="3021855" y="4560312"/>
              <a:ext cx="2575769" cy="6976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Холекальциферол (500-2000 МЕ/</a:t>
              </a:r>
              <a:r>
                <a:rPr lang="ru-RU" altLang="ko-KR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сут</a:t>
              </a:r>
              <a:r>
                <a:rPr lang="ru-RU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под контроль уровня)</a:t>
              </a:r>
              <a:endPara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AE619CA-9D0F-48B1-8D09-7DD2F92F8142}"/>
                </a:ext>
              </a:extLst>
            </p:cNvPr>
            <p:cNvSpPr txBox="1"/>
            <p:nvPr/>
          </p:nvSpPr>
          <p:spPr>
            <a:xfrm>
              <a:off x="3009069" y="4227425"/>
              <a:ext cx="2553872" cy="4514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altLang="ko-KR" sz="1600" b="1" dirty="0">
                  <a:solidFill>
                    <a:schemeClr val="accent5">
                      <a:lumMod val="5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Arial" pitchFamily="34" charset="0"/>
                </a:rPr>
                <a:t>Витамин </a:t>
              </a:r>
              <a:r>
                <a:rPr lang="en-US" altLang="ko-KR" sz="1600" b="1" dirty="0">
                  <a:solidFill>
                    <a:schemeClr val="accent5">
                      <a:lumMod val="5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Arial" pitchFamily="34" charset="0"/>
                </a:rPr>
                <a:t>D:</a:t>
              </a:r>
              <a:endParaRPr lang="ko-KR" altLang="en-US" sz="1600" b="1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itchFamily="34" charset="0"/>
              </a:endParaRPr>
            </a:p>
          </p:txBody>
        </p:sp>
      </p:grpSp>
      <p:sp>
        <p:nvSpPr>
          <p:cNvPr id="27" name="Freeform 3">
            <a:extLst>
              <a:ext uri="{FF2B5EF4-FFF2-40B4-BE49-F238E27FC236}">
                <a16:creationId xmlns:a16="http://schemas.microsoft.com/office/drawing/2014/main" id="{246FCBD1-654F-435B-B80A-7DF95042B8D7}"/>
              </a:ext>
            </a:extLst>
          </p:cNvPr>
          <p:cNvSpPr>
            <a:spLocks/>
          </p:cNvSpPr>
          <p:nvPr/>
        </p:nvSpPr>
        <p:spPr bwMode="auto">
          <a:xfrm>
            <a:off x="408647" y="1107865"/>
            <a:ext cx="3726442" cy="3410687"/>
          </a:xfrm>
          <a:custGeom>
            <a:avLst/>
            <a:gdLst>
              <a:gd name="connsiteX0" fmla="*/ 4416071 w 7194254"/>
              <a:gd name="connsiteY0" fmla="*/ 1477703 h 6584660"/>
              <a:gd name="connsiteX1" fmla="*/ 4390345 w 7194254"/>
              <a:gd name="connsiteY1" fmla="*/ 1503486 h 6584660"/>
              <a:gd name="connsiteX2" fmla="*/ 4371635 w 7194254"/>
              <a:gd name="connsiteY2" fmla="*/ 1529737 h 6584660"/>
              <a:gd name="connsiteX3" fmla="*/ 4352925 w 7194254"/>
              <a:gd name="connsiteY3" fmla="*/ 1653493 h 6584660"/>
              <a:gd name="connsiteX4" fmla="*/ 4364151 w 7194254"/>
              <a:gd name="connsiteY4" fmla="*/ 1690995 h 6584660"/>
              <a:gd name="connsiteX5" fmla="*/ 4397829 w 7194254"/>
              <a:gd name="connsiteY5" fmla="*/ 1724747 h 6584660"/>
              <a:gd name="connsiteX6" fmla="*/ 4438990 w 7194254"/>
              <a:gd name="connsiteY6" fmla="*/ 1717247 h 6584660"/>
              <a:gd name="connsiteX7" fmla="*/ 4562475 w 7194254"/>
              <a:gd name="connsiteY7" fmla="*/ 1687245 h 6584660"/>
              <a:gd name="connsiteX8" fmla="*/ 4656024 w 7194254"/>
              <a:gd name="connsiteY8" fmla="*/ 1653493 h 6584660"/>
              <a:gd name="connsiteX9" fmla="*/ 4659766 w 7194254"/>
              <a:gd name="connsiteY9" fmla="*/ 1634742 h 6584660"/>
              <a:gd name="connsiteX10" fmla="*/ 4652282 w 7194254"/>
              <a:gd name="connsiteY10" fmla="*/ 1623492 h 6584660"/>
              <a:gd name="connsiteX11" fmla="*/ 4588669 w 7194254"/>
              <a:gd name="connsiteY11" fmla="*/ 1578490 h 6584660"/>
              <a:gd name="connsiteX12" fmla="*/ 4450216 w 7194254"/>
              <a:gd name="connsiteY12" fmla="*/ 1488485 h 6584660"/>
              <a:gd name="connsiteX13" fmla="*/ 4416071 w 7194254"/>
              <a:gd name="connsiteY13" fmla="*/ 1477703 h 6584660"/>
              <a:gd name="connsiteX14" fmla="*/ 3631579 w 7194254"/>
              <a:gd name="connsiteY14" fmla="*/ 0 h 6584660"/>
              <a:gd name="connsiteX15" fmla="*/ 3665378 w 7194254"/>
              <a:gd name="connsiteY15" fmla="*/ 5632 h 6584660"/>
              <a:gd name="connsiteX16" fmla="*/ 3793065 w 7194254"/>
              <a:gd name="connsiteY16" fmla="*/ 46939 h 6584660"/>
              <a:gd name="connsiteX17" fmla="*/ 3853154 w 7194254"/>
              <a:gd name="connsiteY17" fmla="*/ 58204 h 6584660"/>
              <a:gd name="connsiteX18" fmla="*/ 3871931 w 7194254"/>
              <a:gd name="connsiteY18" fmla="*/ 69470 h 6584660"/>
              <a:gd name="connsiteX19" fmla="*/ 3916997 w 7194254"/>
              <a:gd name="connsiteY19" fmla="*/ 88246 h 6584660"/>
              <a:gd name="connsiteX20" fmla="*/ 3924508 w 7194254"/>
              <a:gd name="connsiteY20" fmla="*/ 107022 h 6584660"/>
              <a:gd name="connsiteX21" fmla="*/ 3943286 w 7194254"/>
              <a:gd name="connsiteY21" fmla="*/ 88246 h 6584660"/>
              <a:gd name="connsiteX22" fmla="*/ 3950797 w 7194254"/>
              <a:gd name="connsiteY22" fmla="*/ 95756 h 6584660"/>
              <a:gd name="connsiteX23" fmla="*/ 3954552 w 7194254"/>
              <a:gd name="connsiteY23" fmla="*/ 114532 h 6584660"/>
              <a:gd name="connsiteX24" fmla="*/ 3984596 w 7194254"/>
              <a:gd name="connsiteY24" fmla="*/ 103266 h 6584660"/>
              <a:gd name="connsiteX25" fmla="*/ 3977085 w 7194254"/>
              <a:gd name="connsiteY25" fmla="*/ 84491 h 6584660"/>
              <a:gd name="connsiteX26" fmla="*/ 3973330 w 7194254"/>
              <a:gd name="connsiteY26" fmla="*/ 61960 h 6584660"/>
              <a:gd name="connsiteX27" fmla="*/ 3962063 w 7194254"/>
              <a:gd name="connsiteY27" fmla="*/ 39429 h 6584660"/>
              <a:gd name="connsiteX28" fmla="*/ 3984596 w 7194254"/>
              <a:gd name="connsiteY28" fmla="*/ 5632 h 6584660"/>
              <a:gd name="connsiteX29" fmla="*/ 4003374 w 7194254"/>
              <a:gd name="connsiteY29" fmla="*/ 16898 h 6584660"/>
              <a:gd name="connsiteX30" fmla="*/ 4025907 w 7194254"/>
              <a:gd name="connsiteY30" fmla="*/ 24408 h 6584660"/>
              <a:gd name="connsiteX31" fmla="*/ 4082240 w 7194254"/>
              <a:gd name="connsiteY31" fmla="*/ 31918 h 6584660"/>
              <a:gd name="connsiteX32" fmla="*/ 4104773 w 7194254"/>
              <a:gd name="connsiteY32" fmla="*/ 84491 h 6584660"/>
              <a:gd name="connsiteX33" fmla="*/ 4123550 w 7194254"/>
              <a:gd name="connsiteY33" fmla="*/ 242207 h 6584660"/>
              <a:gd name="connsiteX34" fmla="*/ 4108528 w 7194254"/>
              <a:gd name="connsiteY34" fmla="*/ 306045 h 6584660"/>
              <a:gd name="connsiteX35" fmla="*/ 4127306 w 7194254"/>
              <a:gd name="connsiteY35" fmla="*/ 309800 h 6584660"/>
              <a:gd name="connsiteX36" fmla="*/ 4153594 w 7194254"/>
              <a:gd name="connsiteY36" fmla="*/ 332331 h 6584660"/>
              <a:gd name="connsiteX37" fmla="*/ 4179883 w 7194254"/>
              <a:gd name="connsiteY37" fmla="*/ 339841 h 6584660"/>
              <a:gd name="connsiteX38" fmla="*/ 4161105 w 7194254"/>
              <a:gd name="connsiteY38" fmla="*/ 369882 h 6584660"/>
              <a:gd name="connsiteX39" fmla="*/ 4172372 w 7194254"/>
              <a:gd name="connsiteY39" fmla="*/ 392413 h 6584660"/>
              <a:gd name="connsiteX40" fmla="*/ 4176127 w 7194254"/>
              <a:gd name="connsiteY40" fmla="*/ 407434 h 6584660"/>
              <a:gd name="connsiteX41" fmla="*/ 4179883 w 7194254"/>
              <a:gd name="connsiteY41" fmla="*/ 490047 h 6584660"/>
              <a:gd name="connsiteX42" fmla="*/ 4183638 w 7194254"/>
              <a:gd name="connsiteY42" fmla="*/ 501313 h 6584660"/>
              <a:gd name="connsiteX43" fmla="*/ 4164861 w 7194254"/>
              <a:gd name="connsiteY43" fmla="*/ 501313 h 6584660"/>
              <a:gd name="connsiteX44" fmla="*/ 4153594 w 7194254"/>
              <a:gd name="connsiteY44" fmla="*/ 490047 h 6584660"/>
              <a:gd name="connsiteX45" fmla="*/ 4119795 w 7194254"/>
              <a:gd name="connsiteY45" fmla="*/ 486292 h 6584660"/>
              <a:gd name="connsiteX46" fmla="*/ 4108528 w 7194254"/>
              <a:gd name="connsiteY46" fmla="*/ 508823 h 6584660"/>
              <a:gd name="connsiteX47" fmla="*/ 4116039 w 7194254"/>
              <a:gd name="connsiteY47" fmla="*/ 546374 h 6584660"/>
              <a:gd name="connsiteX48" fmla="*/ 4037174 w 7194254"/>
              <a:gd name="connsiteY48" fmla="*/ 546374 h 6584660"/>
              <a:gd name="connsiteX49" fmla="*/ 3977085 w 7194254"/>
              <a:gd name="connsiteY49" fmla="*/ 576416 h 6584660"/>
              <a:gd name="connsiteX50" fmla="*/ 3913242 w 7194254"/>
              <a:gd name="connsiteY50" fmla="*/ 651519 h 6584660"/>
              <a:gd name="connsiteX51" fmla="*/ 3886953 w 7194254"/>
              <a:gd name="connsiteY51" fmla="*/ 700336 h 6584660"/>
              <a:gd name="connsiteX52" fmla="*/ 3905731 w 7194254"/>
              <a:gd name="connsiteY52" fmla="*/ 741642 h 6584660"/>
              <a:gd name="connsiteX53" fmla="*/ 3977085 w 7194254"/>
              <a:gd name="connsiteY53" fmla="*/ 794215 h 6584660"/>
              <a:gd name="connsiteX54" fmla="*/ 3984596 w 7194254"/>
              <a:gd name="connsiteY54" fmla="*/ 824256 h 6584660"/>
              <a:gd name="connsiteX55" fmla="*/ 4003374 w 7194254"/>
              <a:gd name="connsiteY55" fmla="*/ 843032 h 6584660"/>
              <a:gd name="connsiteX56" fmla="*/ 4048440 w 7194254"/>
              <a:gd name="connsiteY56" fmla="*/ 865562 h 6584660"/>
              <a:gd name="connsiteX57" fmla="*/ 4116039 w 7194254"/>
              <a:gd name="connsiteY57" fmla="*/ 891849 h 6584660"/>
              <a:gd name="connsiteX58" fmla="*/ 4183638 w 7194254"/>
              <a:gd name="connsiteY58" fmla="*/ 906869 h 6584660"/>
              <a:gd name="connsiteX59" fmla="*/ 4307570 w 7194254"/>
              <a:gd name="connsiteY59" fmla="*/ 940666 h 6584660"/>
              <a:gd name="connsiteX60" fmla="*/ 4476568 w 7194254"/>
              <a:gd name="connsiteY60" fmla="*/ 1042055 h 6584660"/>
              <a:gd name="connsiteX61" fmla="*/ 4615522 w 7194254"/>
              <a:gd name="connsiteY61" fmla="*/ 1192261 h 6584660"/>
              <a:gd name="connsiteX62" fmla="*/ 4716921 w 7194254"/>
              <a:gd name="connsiteY62" fmla="*/ 1301160 h 6584660"/>
              <a:gd name="connsiteX63" fmla="*/ 4893430 w 7194254"/>
              <a:gd name="connsiteY63" fmla="*/ 1432591 h 6584660"/>
              <a:gd name="connsiteX64" fmla="*/ 4915963 w 7194254"/>
              <a:gd name="connsiteY64" fmla="*/ 1455121 h 6584660"/>
              <a:gd name="connsiteX65" fmla="*/ 5024873 w 7194254"/>
              <a:gd name="connsiteY65" fmla="*/ 1609083 h 6584660"/>
              <a:gd name="connsiteX66" fmla="*/ 5036139 w 7194254"/>
              <a:gd name="connsiteY66" fmla="*/ 1627858 h 6584660"/>
              <a:gd name="connsiteX67" fmla="*/ 5062428 w 7194254"/>
              <a:gd name="connsiteY67" fmla="*/ 1710472 h 6584660"/>
              <a:gd name="connsiteX68" fmla="*/ 5062428 w 7194254"/>
              <a:gd name="connsiteY68" fmla="*/ 1733003 h 6584660"/>
              <a:gd name="connsiteX69" fmla="*/ 4991073 w 7194254"/>
              <a:gd name="connsiteY69" fmla="*/ 1826882 h 6584660"/>
              <a:gd name="connsiteX70" fmla="*/ 4900941 w 7194254"/>
              <a:gd name="connsiteY70" fmla="*/ 1845657 h 6584660"/>
              <a:gd name="connsiteX71" fmla="*/ 4807053 w 7194254"/>
              <a:gd name="connsiteY71" fmla="*/ 1871943 h 6584660"/>
              <a:gd name="connsiteX72" fmla="*/ 4746965 w 7194254"/>
              <a:gd name="connsiteY72" fmla="*/ 1883209 h 6584660"/>
              <a:gd name="connsiteX73" fmla="*/ 4649322 w 7194254"/>
              <a:gd name="connsiteY73" fmla="*/ 1890719 h 6584660"/>
              <a:gd name="connsiteX74" fmla="*/ 4608011 w 7194254"/>
              <a:gd name="connsiteY74" fmla="*/ 1901985 h 6584660"/>
              <a:gd name="connsiteX75" fmla="*/ 4570456 w 7194254"/>
              <a:gd name="connsiteY75" fmla="*/ 1909495 h 6584660"/>
              <a:gd name="connsiteX76" fmla="*/ 4559190 w 7194254"/>
              <a:gd name="connsiteY76" fmla="*/ 1909495 h 6584660"/>
              <a:gd name="connsiteX77" fmla="*/ 4386436 w 7194254"/>
              <a:gd name="connsiteY77" fmla="*/ 1917005 h 6584660"/>
              <a:gd name="connsiteX78" fmla="*/ 4393947 w 7194254"/>
              <a:gd name="connsiteY78" fmla="*/ 2014639 h 6584660"/>
              <a:gd name="connsiteX79" fmla="*/ 4408969 w 7194254"/>
              <a:gd name="connsiteY79" fmla="*/ 2082232 h 6584660"/>
              <a:gd name="connsiteX80" fmla="*/ 4442769 w 7194254"/>
              <a:gd name="connsiteY80" fmla="*/ 2206152 h 6584660"/>
              <a:gd name="connsiteX81" fmla="*/ 4484079 w 7194254"/>
              <a:gd name="connsiteY81" fmla="*/ 2333827 h 6584660"/>
              <a:gd name="connsiteX82" fmla="*/ 4506612 w 7194254"/>
              <a:gd name="connsiteY82" fmla="*/ 2397665 h 6584660"/>
              <a:gd name="connsiteX83" fmla="*/ 4559190 w 7194254"/>
              <a:gd name="connsiteY83" fmla="*/ 2514075 h 6584660"/>
              <a:gd name="connsiteX84" fmla="*/ 4611767 w 7194254"/>
              <a:gd name="connsiteY84" fmla="*/ 2649260 h 6584660"/>
              <a:gd name="connsiteX85" fmla="*/ 4619278 w 7194254"/>
              <a:gd name="connsiteY85" fmla="*/ 2705587 h 6584660"/>
              <a:gd name="connsiteX86" fmla="*/ 4641811 w 7194254"/>
              <a:gd name="connsiteY86" fmla="*/ 2743139 h 6584660"/>
              <a:gd name="connsiteX87" fmla="*/ 4660588 w 7194254"/>
              <a:gd name="connsiteY87" fmla="*/ 2833262 h 6584660"/>
              <a:gd name="connsiteX88" fmla="*/ 4675610 w 7194254"/>
              <a:gd name="connsiteY88" fmla="*/ 2942162 h 6584660"/>
              <a:gd name="connsiteX89" fmla="*/ 4705654 w 7194254"/>
              <a:gd name="connsiteY89" fmla="*/ 3051061 h 6584660"/>
              <a:gd name="connsiteX90" fmla="*/ 4731943 w 7194254"/>
              <a:gd name="connsiteY90" fmla="*/ 3148695 h 6584660"/>
              <a:gd name="connsiteX91" fmla="*/ 4746965 w 7194254"/>
              <a:gd name="connsiteY91" fmla="*/ 3227554 h 6584660"/>
              <a:gd name="connsiteX92" fmla="*/ 4765743 w 7194254"/>
              <a:gd name="connsiteY92" fmla="*/ 3306412 h 6584660"/>
              <a:gd name="connsiteX93" fmla="*/ 4743210 w 7194254"/>
              <a:gd name="connsiteY93" fmla="*/ 3336453 h 6584660"/>
              <a:gd name="connsiteX94" fmla="*/ 4638055 w 7194254"/>
              <a:gd name="connsiteY94" fmla="*/ 3343963 h 6584660"/>
              <a:gd name="connsiteX95" fmla="*/ 4551679 w 7194254"/>
              <a:gd name="connsiteY95" fmla="*/ 3355229 h 6584660"/>
              <a:gd name="connsiteX96" fmla="*/ 4469057 w 7194254"/>
              <a:gd name="connsiteY96" fmla="*/ 3362739 h 6584660"/>
              <a:gd name="connsiteX97" fmla="*/ 4446524 w 7194254"/>
              <a:gd name="connsiteY97" fmla="*/ 3392780 h 6584660"/>
              <a:gd name="connsiteX98" fmla="*/ 4405214 w 7194254"/>
              <a:gd name="connsiteY98" fmla="*/ 3512945 h 6584660"/>
              <a:gd name="connsiteX99" fmla="*/ 4345126 w 7194254"/>
              <a:gd name="connsiteY99" fmla="*/ 3700703 h 6584660"/>
              <a:gd name="connsiteX100" fmla="*/ 4318837 w 7194254"/>
              <a:gd name="connsiteY100" fmla="*/ 3824623 h 6584660"/>
              <a:gd name="connsiteX101" fmla="*/ 4307570 w 7194254"/>
              <a:gd name="connsiteY101" fmla="*/ 3862174 h 6584660"/>
              <a:gd name="connsiteX102" fmla="*/ 4315081 w 7194254"/>
              <a:gd name="connsiteY102" fmla="*/ 3918502 h 6584660"/>
              <a:gd name="connsiteX103" fmla="*/ 4345126 w 7194254"/>
              <a:gd name="connsiteY103" fmla="*/ 4023646 h 6584660"/>
              <a:gd name="connsiteX104" fmla="*/ 4371414 w 7194254"/>
              <a:gd name="connsiteY104" fmla="*/ 4121280 h 6584660"/>
              <a:gd name="connsiteX105" fmla="*/ 4450280 w 7194254"/>
              <a:gd name="connsiteY105" fmla="*/ 4256466 h 6584660"/>
              <a:gd name="connsiteX106" fmla="*/ 4532901 w 7194254"/>
              <a:gd name="connsiteY106" fmla="*/ 4294017 h 6584660"/>
              <a:gd name="connsiteX107" fmla="*/ 4611767 w 7194254"/>
              <a:gd name="connsiteY107" fmla="*/ 4312793 h 6584660"/>
              <a:gd name="connsiteX108" fmla="*/ 4705654 w 7194254"/>
              <a:gd name="connsiteY108" fmla="*/ 4339079 h 6584660"/>
              <a:gd name="connsiteX109" fmla="*/ 4863386 w 7194254"/>
              <a:gd name="connsiteY109" fmla="*/ 4414182 h 6584660"/>
              <a:gd name="connsiteX110" fmla="*/ 4885919 w 7194254"/>
              <a:gd name="connsiteY110" fmla="*/ 4432958 h 6584660"/>
              <a:gd name="connsiteX111" fmla="*/ 4979807 w 7194254"/>
              <a:gd name="connsiteY111" fmla="*/ 4526837 h 6584660"/>
              <a:gd name="connsiteX112" fmla="*/ 5103739 w 7194254"/>
              <a:gd name="connsiteY112" fmla="*/ 4624470 h 6584660"/>
              <a:gd name="connsiteX113" fmla="*/ 5193871 w 7194254"/>
              <a:gd name="connsiteY113" fmla="*/ 4695818 h 6584660"/>
              <a:gd name="connsiteX114" fmla="*/ 5329069 w 7194254"/>
              <a:gd name="connsiteY114" fmla="*/ 4793452 h 6584660"/>
              <a:gd name="connsiteX115" fmla="*/ 5336580 w 7194254"/>
              <a:gd name="connsiteY115" fmla="*/ 4797208 h 6584660"/>
              <a:gd name="connsiteX116" fmla="*/ 5392913 w 7194254"/>
              <a:gd name="connsiteY116" fmla="*/ 4808473 h 6584660"/>
              <a:gd name="connsiteX117" fmla="*/ 5415446 w 7194254"/>
              <a:gd name="connsiteY117" fmla="*/ 4800963 h 6584660"/>
              <a:gd name="connsiteX118" fmla="*/ 5468023 w 7194254"/>
              <a:gd name="connsiteY118" fmla="*/ 4789697 h 6584660"/>
              <a:gd name="connsiteX119" fmla="*/ 5561911 w 7194254"/>
              <a:gd name="connsiteY119" fmla="*/ 4782187 h 6584660"/>
              <a:gd name="connsiteX120" fmla="*/ 5580688 w 7194254"/>
              <a:gd name="connsiteY120" fmla="*/ 4782187 h 6584660"/>
              <a:gd name="connsiteX121" fmla="*/ 5610732 w 7194254"/>
              <a:gd name="connsiteY121" fmla="*/ 4782187 h 6584660"/>
              <a:gd name="connsiteX122" fmla="*/ 5621999 w 7194254"/>
              <a:gd name="connsiteY122" fmla="*/ 4778432 h 6584660"/>
              <a:gd name="connsiteX123" fmla="*/ 5663310 w 7194254"/>
              <a:gd name="connsiteY123" fmla="*/ 4789697 h 6584660"/>
              <a:gd name="connsiteX124" fmla="*/ 5704620 w 7194254"/>
              <a:gd name="connsiteY124" fmla="*/ 4782187 h 6584660"/>
              <a:gd name="connsiteX125" fmla="*/ 5760953 w 7194254"/>
              <a:gd name="connsiteY125" fmla="*/ 4823494 h 6584660"/>
              <a:gd name="connsiteX126" fmla="*/ 5757197 w 7194254"/>
              <a:gd name="connsiteY126" fmla="*/ 4846025 h 6584660"/>
              <a:gd name="connsiteX127" fmla="*/ 5757197 w 7194254"/>
              <a:gd name="connsiteY127" fmla="*/ 4861045 h 6584660"/>
              <a:gd name="connsiteX128" fmla="*/ 5772219 w 7194254"/>
              <a:gd name="connsiteY128" fmla="*/ 4909862 h 6584660"/>
              <a:gd name="connsiteX129" fmla="*/ 5772219 w 7194254"/>
              <a:gd name="connsiteY129" fmla="*/ 5003741 h 6584660"/>
              <a:gd name="connsiteX130" fmla="*/ 5760953 w 7194254"/>
              <a:gd name="connsiteY130" fmla="*/ 5086354 h 6584660"/>
              <a:gd name="connsiteX131" fmla="*/ 5738420 w 7194254"/>
              <a:gd name="connsiteY131" fmla="*/ 5131416 h 6584660"/>
              <a:gd name="connsiteX132" fmla="*/ 5723398 w 7194254"/>
              <a:gd name="connsiteY132" fmla="*/ 5157702 h 6584660"/>
              <a:gd name="connsiteX133" fmla="*/ 5708376 w 7194254"/>
              <a:gd name="connsiteY133" fmla="*/ 5210274 h 6584660"/>
              <a:gd name="connsiteX134" fmla="*/ 5727153 w 7194254"/>
              <a:gd name="connsiteY134" fmla="*/ 5255336 h 6584660"/>
              <a:gd name="connsiteX135" fmla="*/ 5734664 w 7194254"/>
              <a:gd name="connsiteY135" fmla="*/ 5266602 h 6584660"/>
              <a:gd name="connsiteX136" fmla="*/ 5742175 w 7194254"/>
              <a:gd name="connsiteY136" fmla="*/ 5367991 h 6584660"/>
              <a:gd name="connsiteX137" fmla="*/ 5742175 w 7194254"/>
              <a:gd name="connsiteY137" fmla="*/ 5383011 h 6584660"/>
              <a:gd name="connsiteX138" fmla="*/ 5734664 w 7194254"/>
              <a:gd name="connsiteY138" fmla="*/ 5431828 h 6584660"/>
              <a:gd name="connsiteX139" fmla="*/ 5712131 w 7194254"/>
              <a:gd name="connsiteY139" fmla="*/ 5518197 h 6584660"/>
              <a:gd name="connsiteX140" fmla="*/ 5697109 w 7194254"/>
              <a:gd name="connsiteY140" fmla="*/ 5567014 h 6584660"/>
              <a:gd name="connsiteX141" fmla="*/ 5682087 w 7194254"/>
              <a:gd name="connsiteY141" fmla="*/ 5608321 h 6584660"/>
              <a:gd name="connsiteX142" fmla="*/ 5659554 w 7194254"/>
              <a:gd name="connsiteY142" fmla="*/ 5645872 h 6584660"/>
              <a:gd name="connsiteX143" fmla="*/ 5588199 w 7194254"/>
              <a:gd name="connsiteY143" fmla="*/ 5709710 h 6584660"/>
              <a:gd name="connsiteX144" fmla="*/ 5531867 w 7194254"/>
              <a:gd name="connsiteY144" fmla="*/ 5717220 h 6584660"/>
              <a:gd name="connsiteX145" fmla="*/ 5441734 w 7194254"/>
              <a:gd name="connsiteY145" fmla="*/ 5672158 h 6584660"/>
              <a:gd name="connsiteX146" fmla="*/ 5434223 w 7194254"/>
              <a:gd name="connsiteY146" fmla="*/ 5600810 h 6584660"/>
              <a:gd name="connsiteX147" fmla="*/ 5460512 w 7194254"/>
              <a:gd name="connsiteY147" fmla="*/ 5529462 h 6584660"/>
              <a:gd name="connsiteX148" fmla="*/ 5460512 w 7194254"/>
              <a:gd name="connsiteY148" fmla="*/ 5473135 h 6584660"/>
              <a:gd name="connsiteX149" fmla="*/ 5422957 w 7194254"/>
              <a:gd name="connsiteY149" fmla="*/ 5375501 h 6584660"/>
              <a:gd name="connsiteX150" fmla="*/ 5389157 w 7194254"/>
              <a:gd name="connsiteY150" fmla="*/ 5322929 h 6584660"/>
              <a:gd name="connsiteX151" fmla="*/ 5370380 w 7194254"/>
              <a:gd name="connsiteY151" fmla="*/ 5322929 h 6584660"/>
              <a:gd name="connsiteX152" fmla="*/ 5340336 w 7194254"/>
              <a:gd name="connsiteY152" fmla="*/ 5311663 h 6584660"/>
              <a:gd name="connsiteX153" fmla="*/ 5310292 w 7194254"/>
              <a:gd name="connsiteY153" fmla="*/ 5259091 h 6584660"/>
              <a:gd name="connsiteX154" fmla="*/ 5295270 w 7194254"/>
              <a:gd name="connsiteY154" fmla="*/ 5251581 h 6584660"/>
              <a:gd name="connsiteX155" fmla="*/ 5257714 w 7194254"/>
              <a:gd name="connsiteY155" fmla="*/ 5255336 h 6584660"/>
              <a:gd name="connsiteX156" fmla="*/ 5227670 w 7194254"/>
              <a:gd name="connsiteY156" fmla="*/ 5225295 h 6584660"/>
              <a:gd name="connsiteX157" fmla="*/ 5261470 w 7194254"/>
              <a:gd name="connsiteY157" fmla="*/ 5195254 h 6584660"/>
              <a:gd name="connsiteX158" fmla="*/ 5268981 w 7194254"/>
              <a:gd name="connsiteY158" fmla="*/ 5183988 h 6584660"/>
              <a:gd name="connsiteX159" fmla="*/ 5272737 w 7194254"/>
              <a:gd name="connsiteY159" fmla="*/ 5116396 h 6584660"/>
              <a:gd name="connsiteX160" fmla="*/ 5268981 w 7194254"/>
              <a:gd name="connsiteY160" fmla="*/ 5093865 h 6584660"/>
              <a:gd name="connsiteX161" fmla="*/ 5235181 w 7194254"/>
              <a:gd name="connsiteY161" fmla="*/ 5060068 h 6584660"/>
              <a:gd name="connsiteX162" fmla="*/ 5081206 w 7194254"/>
              <a:gd name="connsiteY162" fmla="*/ 4951169 h 6584660"/>
              <a:gd name="connsiteX163" fmla="*/ 4923474 w 7194254"/>
              <a:gd name="connsiteY163" fmla="*/ 4872311 h 6584660"/>
              <a:gd name="connsiteX164" fmla="*/ 4822075 w 7194254"/>
              <a:gd name="connsiteY164" fmla="*/ 4831004 h 6584660"/>
              <a:gd name="connsiteX165" fmla="*/ 4754476 w 7194254"/>
              <a:gd name="connsiteY165" fmla="*/ 4804718 h 6584660"/>
              <a:gd name="connsiteX166" fmla="*/ 4690632 w 7194254"/>
              <a:gd name="connsiteY166" fmla="*/ 4778432 h 6584660"/>
              <a:gd name="connsiteX167" fmla="*/ 4604256 w 7194254"/>
              <a:gd name="connsiteY167" fmla="*/ 4733370 h 6584660"/>
              <a:gd name="connsiteX168" fmla="*/ 4566701 w 7194254"/>
              <a:gd name="connsiteY168" fmla="*/ 4733370 h 6584660"/>
              <a:gd name="connsiteX169" fmla="*/ 4521634 w 7194254"/>
              <a:gd name="connsiteY169" fmla="*/ 4733370 h 6584660"/>
              <a:gd name="connsiteX170" fmla="*/ 4318837 w 7194254"/>
              <a:gd name="connsiteY170" fmla="*/ 4669532 h 6584660"/>
              <a:gd name="connsiteX171" fmla="*/ 4258749 w 7194254"/>
              <a:gd name="connsiteY171" fmla="*/ 4647001 h 6584660"/>
              <a:gd name="connsiteX172" fmla="*/ 4176127 w 7194254"/>
              <a:gd name="connsiteY172" fmla="*/ 4613205 h 6584660"/>
              <a:gd name="connsiteX173" fmla="*/ 4119795 w 7194254"/>
              <a:gd name="connsiteY173" fmla="*/ 4575654 h 6584660"/>
              <a:gd name="connsiteX174" fmla="*/ 4048440 w 7194254"/>
              <a:gd name="connsiteY174" fmla="*/ 4489285 h 6584660"/>
              <a:gd name="connsiteX175" fmla="*/ 3995863 w 7194254"/>
              <a:gd name="connsiteY175" fmla="*/ 4380386 h 6584660"/>
              <a:gd name="connsiteX176" fmla="*/ 3969574 w 7194254"/>
              <a:gd name="connsiteY176" fmla="*/ 4335324 h 6584660"/>
              <a:gd name="connsiteX177" fmla="*/ 3909486 w 7194254"/>
              <a:gd name="connsiteY177" fmla="*/ 4207649 h 6584660"/>
              <a:gd name="connsiteX178" fmla="*/ 3815598 w 7194254"/>
              <a:gd name="connsiteY178" fmla="*/ 4034911 h 6584660"/>
              <a:gd name="connsiteX179" fmla="*/ 3710444 w 7194254"/>
              <a:gd name="connsiteY179" fmla="*/ 4170097 h 6584660"/>
              <a:gd name="connsiteX180" fmla="*/ 3657867 w 7194254"/>
              <a:gd name="connsiteY180" fmla="*/ 4256466 h 6584660"/>
              <a:gd name="connsiteX181" fmla="*/ 3635334 w 7194254"/>
              <a:gd name="connsiteY181" fmla="*/ 4331569 h 6584660"/>
              <a:gd name="connsiteX182" fmla="*/ 3627823 w 7194254"/>
              <a:gd name="connsiteY182" fmla="*/ 4432958 h 6584660"/>
              <a:gd name="connsiteX183" fmla="*/ 3639089 w 7194254"/>
              <a:gd name="connsiteY183" fmla="*/ 4500550 h 6584660"/>
              <a:gd name="connsiteX184" fmla="*/ 3646601 w 7194254"/>
              <a:gd name="connsiteY184" fmla="*/ 4564388 h 6584660"/>
              <a:gd name="connsiteX185" fmla="*/ 3646601 w 7194254"/>
              <a:gd name="connsiteY185" fmla="*/ 4594429 h 6584660"/>
              <a:gd name="connsiteX186" fmla="*/ 3646601 w 7194254"/>
              <a:gd name="connsiteY186" fmla="*/ 4834759 h 6584660"/>
              <a:gd name="connsiteX187" fmla="*/ 3627823 w 7194254"/>
              <a:gd name="connsiteY187" fmla="*/ 4924883 h 6584660"/>
              <a:gd name="connsiteX188" fmla="*/ 3571490 w 7194254"/>
              <a:gd name="connsiteY188" fmla="*/ 5105130 h 6584660"/>
              <a:gd name="connsiteX189" fmla="*/ 3518913 w 7194254"/>
              <a:gd name="connsiteY189" fmla="*/ 5244071 h 6584660"/>
              <a:gd name="connsiteX190" fmla="*/ 3462581 w 7194254"/>
              <a:gd name="connsiteY190" fmla="*/ 5416808 h 6584660"/>
              <a:gd name="connsiteX191" fmla="*/ 3425025 w 7194254"/>
              <a:gd name="connsiteY191" fmla="*/ 5521952 h 6584660"/>
              <a:gd name="connsiteX192" fmla="*/ 3425025 w 7194254"/>
              <a:gd name="connsiteY192" fmla="*/ 5540728 h 6584660"/>
              <a:gd name="connsiteX193" fmla="*/ 3425025 w 7194254"/>
              <a:gd name="connsiteY193" fmla="*/ 5589545 h 6584660"/>
              <a:gd name="connsiteX194" fmla="*/ 3428781 w 7194254"/>
              <a:gd name="connsiteY194" fmla="*/ 5608321 h 6584660"/>
              <a:gd name="connsiteX195" fmla="*/ 3447558 w 7194254"/>
              <a:gd name="connsiteY195" fmla="*/ 5627096 h 6584660"/>
              <a:gd name="connsiteX196" fmla="*/ 3496380 w 7194254"/>
              <a:gd name="connsiteY196" fmla="*/ 5751016 h 6584660"/>
              <a:gd name="connsiteX197" fmla="*/ 3515158 w 7194254"/>
              <a:gd name="connsiteY197" fmla="*/ 5811099 h 6584660"/>
              <a:gd name="connsiteX198" fmla="*/ 3530180 w 7194254"/>
              <a:gd name="connsiteY198" fmla="*/ 5871181 h 6584660"/>
              <a:gd name="connsiteX199" fmla="*/ 3526424 w 7194254"/>
              <a:gd name="connsiteY199" fmla="*/ 5938774 h 6584660"/>
              <a:gd name="connsiteX200" fmla="*/ 7188047 w 7194254"/>
              <a:gd name="connsiteY200" fmla="*/ 5938774 h 6584660"/>
              <a:gd name="connsiteX201" fmla="*/ 7191802 w 7194254"/>
              <a:gd name="connsiteY201" fmla="*/ 6111511 h 6584660"/>
              <a:gd name="connsiteX202" fmla="*/ 7191802 w 7194254"/>
              <a:gd name="connsiteY202" fmla="*/ 6351841 h 6584660"/>
              <a:gd name="connsiteX203" fmla="*/ 7120447 w 7194254"/>
              <a:gd name="connsiteY203" fmla="*/ 6366861 h 6584660"/>
              <a:gd name="connsiteX204" fmla="*/ 6635987 w 7194254"/>
              <a:gd name="connsiteY204" fmla="*/ 6366861 h 6584660"/>
              <a:gd name="connsiteX205" fmla="*/ 6568387 w 7194254"/>
              <a:gd name="connsiteY205" fmla="*/ 6434454 h 6584660"/>
              <a:gd name="connsiteX206" fmla="*/ 6553365 w 7194254"/>
              <a:gd name="connsiteY206" fmla="*/ 6584660 h 6584660"/>
              <a:gd name="connsiteX207" fmla="*/ 5944973 w 7194254"/>
              <a:gd name="connsiteY207" fmla="*/ 6584660 h 6584660"/>
              <a:gd name="connsiteX208" fmla="*/ 5929951 w 7194254"/>
              <a:gd name="connsiteY208" fmla="*/ 6490781 h 6584660"/>
              <a:gd name="connsiteX209" fmla="*/ 5806019 w 7194254"/>
              <a:gd name="connsiteY209" fmla="*/ 6370617 h 6584660"/>
              <a:gd name="connsiteX210" fmla="*/ 1712513 w 7194254"/>
              <a:gd name="connsiteY210" fmla="*/ 6370617 h 6584660"/>
              <a:gd name="connsiteX211" fmla="*/ 1588581 w 7194254"/>
              <a:gd name="connsiteY211" fmla="*/ 6490781 h 6584660"/>
              <a:gd name="connsiteX212" fmla="*/ 1573559 w 7194254"/>
              <a:gd name="connsiteY212" fmla="*/ 6584660 h 6584660"/>
              <a:gd name="connsiteX213" fmla="*/ 379307 w 7194254"/>
              <a:gd name="connsiteY213" fmla="*/ 6584660 h 6584660"/>
              <a:gd name="connsiteX214" fmla="*/ 364285 w 7194254"/>
              <a:gd name="connsiteY214" fmla="*/ 6464495 h 6584660"/>
              <a:gd name="connsiteX215" fmla="*/ 266642 w 7194254"/>
              <a:gd name="connsiteY215" fmla="*/ 6366861 h 6584660"/>
              <a:gd name="connsiteX216" fmla="*/ 63844 w 7194254"/>
              <a:gd name="connsiteY216" fmla="*/ 6366861 h 6584660"/>
              <a:gd name="connsiteX217" fmla="*/ 0 w 7194254"/>
              <a:gd name="connsiteY217" fmla="*/ 6351841 h 6584660"/>
              <a:gd name="connsiteX218" fmla="*/ 0 w 7194254"/>
              <a:gd name="connsiteY218" fmla="*/ 6336820 h 6584660"/>
              <a:gd name="connsiteX219" fmla="*/ 37555 w 7194254"/>
              <a:gd name="connsiteY219" fmla="*/ 6265472 h 6584660"/>
              <a:gd name="connsiteX220" fmla="*/ 56333 w 7194254"/>
              <a:gd name="connsiteY220" fmla="*/ 6194124 h 6584660"/>
              <a:gd name="connsiteX221" fmla="*/ 82621 w 7194254"/>
              <a:gd name="connsiteY221" fmla="*/ 6130287 h 6584660"/>
              <a:gd name="connsiteX222" fmla="*/ 131443 w 7194254"/>
              <a:gd name="connsiteY222" fmla="*/ 5953795 h 6584660"/>
              <a:gd name="connsiteX223" fmla="*/ 195287 w 7194254"/>
              <a:gd name="connsiteY223" fmla="*/ 5769792 h 6584660"/>
              <a:gd name="connsiteX224" fmla="*/ 217820 w 7194254"/>
              <a:gd name="connsiteY224" fmla="*/ 5687179 h 6584660"/>
              <a:gd name="connsiteX225" fmla="*/ 240353 w 7194254"/>
              <a:gd name="connsiteY225" fmla="*/ 5608321 h 6584660"/>
              <a:gd name="connsiteX226" fmla="*/ 292930 w 7194254"/>
              <a:gd name="connsiteY226" fmla="*/ 5439339 h 6584660"/>
              <a:gd name="connsiteX227" fmla="*/ 345507 w 7194254"/>
              <a:gd name="connsiteY227" fmla="*/ 5270357 h 6584660"/>
              <a:gd name="connsiteX228" fmla="*/ 394329 w 7194254"/>
              <a:gd name="connsiteY228" fmla="*/ 5108885 h 6584660"/>
              <a:gd name="connsiteX229" fmla="*/ 431884 w 7194254"/>
              <a:gd name="connsiteY229" fmla="*/ 4988720 h 6584660"/>
              <a:gd name="connsiteX230" fmla="*/ 465683 w 7194254"/>
              <a:gd name="connsiteY230" fmla="*/ 4872311 h 6584660"/>
              <a:gd name="connsiteX231" fmla="*/ 518261 w 7194254"/>
              <a:gd name="connsiteY231" fmla="*/ 4703329 h 6584660"/>
              <a:gd name="connsiteX232" fmla="*/ 567082 w 7194254"/>
              <a:gd name="connsiteY232" fmla="*/ 4538102 h 6584660"/>
              <a:gd name="connsiteX233" fmla="*/ 619660 w 7194254"/>
              <a:gd name="connsiteY233" fmla="*/ 4372875 h 6584660"/>
              <a:gd name="connsiteX234" fmla="*/ 679748 w 7194254"/>
              <a:gd name="connsiteY234" fmla="*/ 4181362 h 6584660"/>
              <a:gd name="connsiteX235" fmla="*/ 698525 w 7194254"/>
              <a:gd name="connsiteY235" fmla="*/ 4113770 h 6584660"/>
              <a:gd name="connsiteX236" fmla="*/ 717303 w 7194254"/>
              <a:gd name="connsiteY236" fmla="*/ 4049932 h 6584660"/>
              <a:gd name="connsiteX237" fmla="*/ 781146 w 7194254"/>
              <a:gd name="connsiteY237" fmla="*/ 3847154 h 6584660"/>
              <a:gd name="connsiteX238" fmla="*/ 829968 w 7194254"/>
              <a:gd name="connsiteY238" fmla="*/ 3678172 h 6584660"/>
              <a:gd name="connsiteX239" fmla="*/ 882545 w 7194254"/>
              <a:gd name="connsiteY239" fmla="*/ 3516700 h 6584660"/>
              <a:gd name="connsiteX240" fmla="*/ 905078 w 7194254"/>
              <a:gd name="connsiteY240" fmla="*/ 3434087 h 6584660"/>
              <a:gd name="connsiteX241" fmla="*/ 931367 w 7194254"/>
              <a:gd name="connsiteY241" fmla="*/ 3355229 h 6584660"/>
              <a:gd name="connsiteX242" fmla="*/ 991455 w 7194254"/>
              <a:gd name="connsiteY242" fmla="*/ 3156206 h 6584660"/>
              <a:gd name="connsiteX243" fmla="*/ 1040276 w 7194254"/>
              <a:gd name="connsiteY243" fmla="*/ 2990979 h 6584660"/>
              <a:gd name="connsiteX244" fmla="*/ 1092854 w 7194254"/>
              <a:gd name="connsiteY244" fmla="*/ 2829507 h 6584660"/>
              <a:gd name="connsiteX245" fmla="*/ 1130409 w 7194254"/>
              <a:gd name="connsiteY245" fmla="*/ 2705587 h 6584660"/>
              <a:gd name="connsiteX246" fmla="*/ 1167964 w 7194254"/>
              <a:gd name="connsiteY246" fmla="*/ 2585422 h 6584660"/>
              <a:gd name="connsiteX247" fmla="*/ 1186741 w 7194254"/>
              <a:gd name="connsiteY247" fmla="*/ 2517830 h 6584660"/>
              <a:gd name="connsiteX248" fmla="*/ 1205519 w 7194254"/>
              <a:gd name="connsiteY248" fmla="*/ 2457747 h 6584660"/>
              <a:gd name="connsiteX249" fmla="*/ 1273118 w 7194254"/>
              <a:gd name="connsiteY249" fmla="*/ 2254969 h 6584660"/>
              <a:gd name="connsiteX250" fmla="*/ 1318184 w 7194254"/>
              <a:gd name="connsiteY250" fmla="*/ 2085987 h 6584660"/>
              <a:gd name="connsiteX251" fmla="*/ 1306918 w 7194254"/>
              <a:gd name="connsiteY251" fmla="*/ 2040925 h 6584660"/>
              <a:gd name="connsiteX252" fmla="*/ 1152942 w 7194254"/>
              <a:gd name="connsiteY252" fmla="*/ 1935781 h 6584660"/>
              <a:gd name="connsiteX253" fmla="*/ 976433 w 7194254"/>
              <a:gd name="connsiteY253" fmla="*/ 1815616 h 6584660"/>
              <a:gd name="connsiteX254" fmla="*/ 833723 w 7194254"/>
              <a:gd name="connsiteY254" fmla="*/ 1717982 h 6584660"/>
              <a:gd name="connsiteX255" fmla="*/ 675992 w 7194254"/>
              <a:gd name="connsiteY255" fmla="*/ 1612838 h 6584660"/>
              <a:gd name="connsiteX256" fmla="*/ 634682 w 7194254"/>
              <a:gd name="connsiteY256" fmla="*/ 1571531 h 6584660"/>
              <a:gd name="connsiteX257" fmla="*/ 627170 w 7194254"/>
              <a:gd name="connsiteY257" fmla="*/ 1564021 h 6584660"/>
              <a:gd name="connsiteX258" fmla="*/ 638437 w 7194254"/>
              <a:gd name="connsiteY258" fmla="*/ 1481408 h 6584660"/>
              <a:gd name="connsiteX259" fmla="*/ 702281 w 7194254"/>
              <a:gd name="connsiteY259" fmla="*/ 1440101 h 6584660"/>
              <a:gd name="connsiteX260" fmla="*/ 762369 w 7194254"/>
              <a:gd name="connsiteY260" fmla="*/ 1462632 h 6584660"/>
              <a:gd name="connsiteX261" fmla="*/ 972677 w 7194254"/>
              <a:gd name="connsiteY261" fmla="*/ 1605328 h 6584660"/>
              <a:gd name="connsiteX262" fmla="*/ 1190497 w 7194254"/>
              <a:gd name="connsiteY262" fmla="*/ 1755534 h 6584660"/>
              <a:gd name="connsiteX263" fmla="*/ 1363250 w 7194254"/>
              <a:gd name="connsiteY263" fmla="*/ 1875699 h 6584660"/>
              <a:gd name="connsiteX264" fmla="*/ 1505960 w 7194254"/>
              <a:gd name="connsiteY264" fmla="*/ 1973333 h 6584660"/>
              <a:gd name="connsiteX265" fmla="*/ 1686224 w 7194254"/>
              <a:gd name="connsiteY265" fmla="*/ 2097253 h 6584660"/>
              <a:gd name="connsiteX266" fmla="*/ 1832689 w 7194254"/>
              <a:gd name="connsiteY266" fmla="*/ 2194887 h 6584660"/>
              <a:gd name="connsiteX267" fmla="*/ 1847711 w 7194254"/>
              <a:gd name="connsiteY267" fmla="*/ 2206152 h 6584660"/>
              <a:gd name="connsiteX268" fmla="*/ 1956621 w 7194254"/>
              <a:gd name="connsiteY268" fmla="*/ 2247459 h 6584660"/>
              <a:gd name="connsiteX269" fmla="*/ 2238284 w 7194254"/>
              <a:gd name="connsiteY269" fmla="*/ 2258724 h 6584660"/>
              <a:gd name="connsiteX270" fmla="*/ 2320905 w 7194254"/>
              <a:gd name="connsiteY270" fmla="*/ 2269990 h 6584660"/>
              <a:gd name="connsiteX271" fmla="*/ 2407282 w 7194254"/>
              <a:gd name="connsiteY271" fmla="*/ 2269990 h 6584660"/>
              <a:gd name="connsiteX272" fmla="*/ 2546236 w 7194254"/>
              <a:gd name="connsiteY272" fmla="*/ 2277500 h 6584660"/>
              <a:gd name="connsiteX273" fmla="*/ 2636368 w 7194254"/>
              <a:gd name="connsiteY273" fmla="*/ 2288765 h 6584660"/>
              <a:gd name="connsiteX274" fmla="*/ 2726501 w 7194254"/>
              <a:gd name="connsiteY274" fmla="*/ 2288765 h 6584660"/>
              <a:gd name="connsiteX275" fmla="*/ 2809122 w 7194254"/>
              <a:gd name="connsiteY275" fmla="*/ 2296276 h 6584660"/>
              <a:gd name="connsiteX276" fmla="*/ 2876721 w 7194254"/>
              <a:gd name="connsiteY276" fmla="*/ 2352603 h 6584660"/>
              <a:gd name="connsiteX277" fmla="*/ 2865454 w 7194254"/>
              <a:gd name="connsiteY277" fmla="*/ 2427706 h 6584660"/>
              <a:gd name="connsiteX278" fmla="*/ 2842921 w 7194254"/>
              <a:gd name="connsiteY278" fmla="*/ 2450237 h 6584660"/>
              <a:gd name="connsiteX279" fmla="*/ 2816633 w 7194254"/>
              <a:gd name="connsiteY279" fmla="*/ 2461503 h 6584660"/>
              <a:gd name="connsiteX280" fmla="*/ 2655146 w 7194254"/>
              <a:gd name="connsiteY280" fmla="*/ 2461503 h 6584660"/>
              <a:gd name="connsiteX281" fmla="*/ 2489903 w 7194254"/>
              <a:gd name="connsiteY281" fmla="*/ 2450237 h 6584660"/>
              <a:gd name="connsiteX282" fmla="*/ 2332172 w 7194254"/>
              <a:gd name="connsiteY282" fmla="*/ 2442727 h 6584660"/>
              <a:gd name="connsiteX283" fmla="*/ 2174441 w 7194254"/>
              <a:gd name="connsiteY283" fmla="*/ 2431461 h 6584660"/>
              <a:gd name="connsiteX284" fmla="*/ 2012954 w 7194254"/>
              <a:gd name="connsiteY284" fmla="*/ 2423951 h 6584660"/>
              <a:gd name="connsiteX285" fmla="*/ 1870244 w 7194254"/>
              <a:gd name="connsiteY285" fmla="*/ 2416441 h 6584660"/>
              <a:gd name="connsiteX286" fmla="*/ 1847711 w 7194254"/>
              <a:gd name="connsiteY286" fmla="*/ 2408930 h 6584660"/>
              <a:gd name="connsiteX287" fmla="*/ 1716268 w 7194254"/>
              <a:gd name="connsiteY287" fmla="*/ 2326317 h 6584660"/>
              <a:gd name="connsiteX288" fmla="*/ 1686224 w 7194254"/>
              <a:gd name="connsiteY288" fmla="*/ 2412686 h 6584660"/>
              <a:gd name="connsiteX289" fmla="*/ 1656180 w 7194254"/>
              <a:gd name="connsiteY289" fmla="*/ 2517830 h 6584660"/>
              <a:gd name="connsiteX290" fmla="*/ 1622381 w 7194254"/>
              <a:gd name="connsiteY290" fmla="*/ 2622974 h 6584660"/>
              <a:gd name="connsiteX291" fmla="*/ 1599848 w 7194254"/>
              <a:gd name="connsiteY291" fmla="*/ 2701832 h 6584660"/>
              <a:gd name="connsiteX292" fmla="*/ 1573559 w 7194254"/>
              <a:gd name="connsiteY292" fmla="*/ 2780690 h 6584660"/>
              <a:gd name="connsiteX293" fmla="*/ 1528493 w 7194254"/>
              <a:gd name="connsiteY293" fmla="*/ 2960938 h 6584660"/>
              <a:gd name="connsiteX294" fmla="*/ 1483427 w 7194254"/>
              <a:gd name="connsiteY294" fmla="*/ 3111144 h 6584660"/>
              <a:gd name="connsiteX295" fmla="*/ 1472160 w 7194254"/>
              <a:gd name="connsiteY295" fmla="*/ 3148695 h 6584660"/>
              <a:gd name="connsiteX296" fmla="*/ 1457138 w 7194254"/>
              <a:gd name="connsiteY296" fmla="*/ 3193757 h 6584660"/>
              <a:gd name="connsiteX297" fmla="*/ 1445872 w 7194254"/>
              <a:gd name="connsiteY297" fmla="*/ 3235064 h 6584660"/>
              <a:gd name="connsiteX298" fmla="*/ 1382028 w 7194254"/>
              <a:gd name="connsiteY298" fmla="*/ 3434087 h 6584660"/>
              <a:gd name="connsiteX299" fmla="*/ 1325695 w 7194254"/>
              <a:gd name="connsiteY299" fmla="*/ 3636865 h 6584660"/>
              <a:gd name="connsiteX300" fmla="*/ 1261852 w 7194254"/>
              <a:gd name="connsiteY300" fmla="*/ 3835888 h 6584660"/>
              <a:gd name="connsiteX301" fmla="*/ 1228052 w 7194254"/>
              <a:gd name="connsiteY301" fmla="*/ 3959808 h 6584660"/>
              <a:gd name="connsiteX302" fmla="*/ 1194252 w 7194254"/>
              <a:gd name="connsiteY302" fmla="*/ 4083728 h 6584660"/>
              <a:gd name="connsiteX303" fmla="*/ 1167964 w 7194254"/>
              <a:gd name="connsiteY303" fmla="*/ 4166342 h 6584660"/>
              <a:gd name="connsiteX304" fmla="*/ 1141675 w 7194254"/>
              <a:gd name="connsiteY304" fmla="*/ 4241445 h 6584660"/>
              <a:gd name="connsiteX305" fmla="*/ 1096609 w 7194254"/>
              <a:gd name="connsiteY305" fmla="*/ 4425447 h 6584660"/>
              <a:gd name="connsiteX306" fmla="*/ 1051543 w 7194254"/>
              <a:gd name="connsiteY306" fmla="*/ 4571898 h 6584660"/>
              <a:gd name="connsiteX307" fmla="*/ 1040276 w 7194254"/>
              <a:gd name="connsiteY307" fmla="*/ 4613205 h 6584660"/>
              <a:gd name="connsiteX308" fmla="*/ 1025254 w 7194254"/>
              <a:gd name="connsiteY308" fmla="*/ 4658267 h 6584660"/>
              <a:gd name="connsiteX309" fmla="*/ 1013988 w 7194254"/>
              <a:gd name="connsiteY309" fmla="*/ 4699574 h 6584660"/>
              <a:gd name="connsiteX310" fmla="*/ 950144 w 7194254"/>
              <a:gd name="connsiteY310" fmla="*/ 4898597 h 6584660"/>
              <a:gd name="connsiteX311" fmla="*/ 920100 w 7194254"/>
              <a:gd name="connsiteY311" fmla="*/ 4996231 h 6584660"/>
              <a:gd name="connsiteX312" fmla="*/ 893812 w 7194254"/>
              <a:gd name="connsiteY312" fmla="*/ 5097620 h 6584660"/>
              <a:gd name="connsiteX313" fmla="*/ 829968 w 7194254"/>
              <a:gd name="connsiteY313" fmla="*/ 5300398 h 6584660"/>
              <a:gd name="connsiteX314" fmla="*/ 844990 w 7194254"/>
              <a:gd name="connsiteY314" fmla="*/ 5315419 h 6584660"/>
              <a:gd name="connsiteX315" fmla="*/ 957655 w 7194254"/>
              <a:gd name="connsiteY315" fmla="*/ 5304153 h 6584660"/>
              <a:gd name="connsiteX316" fmla="*/ 1137920 w 7194254"/>
              <a:gd name="connsiteY316" fmla="*/ 5296643 h 6584660"/>
              <a:gd name="connsiteX317" fmla="*/ 1318184 w 7194254"/>
              <a:gd name="connsiteY317" fmla="*/ 5296643 h 6584660"/>
              <a:gd name="connsiteX318" fmla="*/ 1374517 w 7194254"/>
              <a:gd name="connsiteY318" fmla="*/ 5304153 h 6584660"/>
              <a:gd name="connsiteX319" fmla="*/ 1423339 w 7194254"/>
              <a:gd name="connsiteY319" fmla="*/ 5315419 h 6584660"/>
              <a:gd name="connsiteX320" fmla="*/ 1502204 w 7194254"/>
              <a:gd name="connsiteY320" fmla="*/ 5322929 h 6584660"/>
              <a:gd name="connsiteX321" fmla="*/ 1674958 w 7194254"/>
              <a:gd name="connsiteY321" fmla="*/ 5364236 h 6584660"/>
              <a:gd name="connsiteX322" fmla="*/ 1851467 w 7194254"/>
              <a:gd name="connsiteY322" fmla="*/ 5424318 h 6584660"/>
              <a:gd name="connsiteX323" fmla="*/ 1997932 w 7194254"/>
              <a:gd name="connsiteY323" fmla="*/ 5499421 h 6584660"/>
              <a:gd name="connsiteX324" fmla="*/ 2080553 w 7194254"/>
              <a:gd name="connsiteY324" fmla="*/ 5551993 h 6584660"/>
              <a:gd name="connsiteX325" fmla="*/ 2185707 w 7194254"/>
              <a:gd name="connsiteY325" fmla="*/ 5634607 h 6584660"/>
              <a:gd name="connsiteX326" fmla="*/ 2290861 w 7194254"/>
              <a:gd name="connsiteY326" fmla="*/ 5747261 h 6584660"/>
              <a:gd name="connsiteX327" fmla="*/ 2384749 w 7194254"/>
              <a:gd name="connsiteY327" fmla="*/ 5901222 h 6584660"/>
              <a:gd name="connsiteX328" fmla="*/ 2392260 w 7194254"/>
              <a:gd name="connsiteY328" fmla="*/ 5919998 h 6584660"/>
              <a:gd name="connsiteX329" fmla="*/ 2422304 w 7194254"/>
              <a:gd name="connsiteY329" fmla="*/ 5938774 h 6584660"/>
              <a:gd name="connsiteX330" fmla="*/ 2583791 w 7194254"/>
              <a:gd name="connsiteY330" fmla="*/ 5938774 h 6584660"/>
              <a:gd name="connsiteX331" fmla="*/ 2587547 w 7194254"/>
              <a:gd name="connsiteY331" fmla="*/ 5908733 h 6584660"/>
              <a:gd name="connsiteX332" fmla="*/ 2598813 w 7194254"/>
              <a:gd name="connsiteY332" fmla="*/ 5886202 h 6584660"/>
              <a:gd name="connsiteX333" fmla="*/ 2651390 w 7194254"/>
              <a:gd name="connsiteY333" fmla="*/ 5848650 h 6584660"/>
              <a:gd name="connsiteX334" fmla="*/ 2764056 w 7194254"/>
              <a:gd name="connsiteY334" fmla="*/ 5848650 h 6584660"/>
              <a:gd name="connsiteX335" fmla="*/ 2797855 w 7194254"/>
              <a:gd name="connsiteY335" fmla="*/ 5837385 h 6584660"/>
              <a:gd name="connsiteX336" fmla="*/ 2876721 w 7194254"/>
              <a:gd name="connsiteY336" fmla="*/ 5784813 h 6584660"/>
              <a:gd name="connsiteX337" fmla="*/ 2903009 w 7194254"/>
              <a:gd name="connsiteY337" fmla="*/ 5762282 h 6584660"/>
              <a:gd name="connsiteX338" fmla="*/ 2929298 w 7194254"/>
              <a:gd name="connsiteY338" fmla="*/ 5694689 h 6584660"/>
              <a:gd name="connsiteX339" fmla="*/ 2910521 w 7194254"/>
              <a:gd name="connsiteY339" fmla="*/ 5683424 h 6584660"/>
              <a:gd name="connsiteX340" fmla="*/ 2895498 w 7194254"/>
              <a:gd name="connsiteY340" fmla="*/ 5653382 h 6584660"/>
              <a:gd name="connsiteX341" fmla="*/ 2948076 w 7194254"/>
              <a:gd name="connsiteY341" fmla="*/ 5604565 h 6584660"/>
              <a:gd name="connsiteX342" fmla="*/ 2963098 w 7194254"/>
              <a:gd name="connsiteY342" fmla="*/ 5574524 h 6584660"/>
              <a:gd name="connsiteX343" fmla="*/ 2985631 w 7194254"/>
              <a:gd name="connsiteY343" fmla="*/ 5548238 h 6584660"/>
              <a:gd name="connsiteX344" fmla="*/ 3004408 w 7194254"/>
              <a:gd name="connsiteY344" fmla="*/ 5551993 h 6584660"/>
              <a:gd name="connsiteX345" fmla="*/ 3023186 w 7194254"/>
              <a:gd name="connsiteY345" fmla="*/ 5574524 h 6584660"/>
              <a:gd name="connsiteX346" fmla="*/ 3087029 w 7194254"/>
              <a:gd name="connsiteY346" fmla="*/ 5551993 h 6584660"/>
              <a:gd name="connsiteX347" fmla="*/ 3132096 w 7194254"/>
              <a:gd name="connsiteY347" fmla="*/ 5529462 h 6584660"/>
              <a:gd name="connsiteX348" fmla="*/ 3184673 w 7194254"/>
              <a:gd name="connsiteY348" fmla="*/ 5409297 h 6584660"/>
              <a:gd name="connsiteX349" fmla="*/ 3199695 w 7194254"/>
              <a:gd name="connsiteY349" fmla="*/ 5345460 h 6584660"/>
              <a:gd name="connsiteX350" fmla="*/ 3214717 w 7194254"/>
              <a:gd name="connsiteY350" fmla="*/ 5281622 h 6584660"/>
              <a:gd name="connsiteX351" fmla="*/ 3233494 w 7194254"/>
              <a:gd name="connsiteY351" fmla="*/ 5127661 h 6584660"/>
              <a:gd name="connsiteX352" fmla="*/ 3241005 w 7194254"/>
              <a:gd name="connsiteY352" fmla="*/ 4999986 h 6584660"/>
              <a:gd name="connsiteX353" fmla="*/ 3252272 w 7194254"/>
              <a:gd name="connsiteY353" fmla="*/ 4868555 h 6584660"/>
              <a:gd name="connsiteX354" fmla="*/ 3259783 w 7194254"/>
              <a:gd name="connsiteY354" fmla="*/ 4752146 h 6584660"/>
              <a:gd name="connsiteX355" fmla="*/ 3267294 w 7194254"/>
              <a:gd name="connsiteY355" fmla="*/ 4613205 h 6584660"/>
              <a:gd name="connsiteX356" fmla="*/ 3274805 w 7194254"/>
              <a:gd name="connsiteY356" fmla="*/ 4594429 h 6584660"/>
              <a:gd name="connsiteX357" fmla="*/ 3256027 w 7194254"/>
              <a:gd name="connsiteY357" fmla="*/ 4553123 h 6584660"/>
              <a:gd name="connsiteX358" fmla="*/ 3229739 w 7194254"/>
              <a:gd name="connsiteY358" fmla="*/ 4523081 h 6584660"/>
              <a:gd name="connsiteX359" fmla="*/ 3229739 w 7194254"/>
              <a:gd name="connsiteY359" fmla="*/ 4459244 h 6584660"/>
              <a:gd name="connsiteX360" fmla="*/ 3214717 w 7194254"/>
              <a:gd name="connsiteY360" fmla="*/ 4342834 h 6584660"/>
              <a:gd name="connsiteX361" fmla="*/ 3203450 w 7194254"/>
              <a:gd name="connsiteY361" fmla="*/ 4305283 h 6584660"/>
              <a:gd name="connsiteX362" fmla="*/ 3195939 w 7194254"/>
              <a:gd name="connsiteY362" fmla="*/ 4267731 h 6584660"/>
              <a:gd name="connsiteX363" fmla="*/ 3184673 w 7194254"/>
              <a:gd name="connsiteY363" fmla="*/ 4241445 h 6584660"/>
              <a:gd name="connsiteX364" fmla="*/ 3199695 w 7194254"/>
              <a:gd name="connsiteY364" fmla="*/ 4136301 h 6584660"/>
              <a:gd name="connsiteX365" fmla="*/ 3282316 w 7194254"/>
              <a:gd name="connsiteY365" fmla="*/ 3941033 h 6584660"/>
              <a:gd name="connsiteX366" fmla="*/ 3421270 w 7194254"/>
              <a:gd name="connsiteY366" fmla="*/ 3640620 h 6584660"/>
              <a:gd name="connsiteX367" fmla="*/ 3567735 w 7194254"/>
              <a:gd name="connsiteY367" fmla="*/ 3355229 h 6584660"/>
              <a:gd name="connsiteX368" fmla="*/ 3579001 w 7194254"/>
              <a:gd name="connsiteY368" fmla="*/ 3336453 h 6584660"/>
              <a:gd name="connsiteX369" fmla="*/ 3594023 w 7194254"/>
              <a:gd name="connsiteY369" fmla="*/ 3295146 h 6584660"/>
              <a:gd name="connsiteX370" fmla="*/ 3586512 w 7194254"/>
              <a:gd name="connsiteY370" fmla="*/ 3265105 h 6584660"/>
              <a:gd name="connsiteX371" fmla="*/ 3586512 w 7194254"/>
              <a:gd name="connsiteY371" fmla="*/ 3238819 h 6584660"/>
              <a:gd name="connsiteX372" fmla="*/ 3616556 w 7194254"/>
              <a:gd name="connsiteY372" fmla="*/ 3144940 h 6584660"/>
              <a:gd name="connsiteX373" fmla="*/ 3635334 w 7194254"/>
              <a:gd name="connsiteY373" fmla="*/ 3009755 h 6584660"/>
              <a:gd name="connsiteX374" fmla="*/ 3646601 w 7194254"/>
              <a:gd name="connsiteY374" fmla="*/ 2825752 h 6584660"/>
              <a:gd name="connsiteX375" fmla="*/ 3635334 w 7194254"/>
              <a:gd name="connsiteY375" fmla="*/ 2761915 h 6584660"/>
              <a:gd name="connsiteX376" fmla="*/ 3635334 w 7194254"/>
              <a:gd name="connsiteY376" fmla="*/ 2694322 h 6584660"/>
              <a:gd name="connsiteX377" fmla="*/ 3627823 w 7194254"/>
              <a:gd name="connsiteY377" fmla="*/ 2615464 h 6584660"/>
              <a:gd name="connsiteX378" fmla="*/ 3616556 w 7194254"/>
              <a:gd name="connsiteY378" fmla="*/ 2547871 h 6584660"/>
              <a:gd name="connsiteX379" fmla="*/ 3616556 w 7194254"/>
              <a:gd name="connsiteY379" fmla="*/ 2484033 h 6584660"/>
              <a:gd name="connsiteX380" fmla="*/ 3601534 w 7194254"/>
              <a:gd name="connsiteY380" fmla="*/ 2393910 h 6584660"/>
              <a:gd name="connsiteX381" fmla="*/ 3537691 w 7194254"/>
              <a:gd name="connsiteY381" fmla="*/ 2277500 h 6584660"/>
              <a:gd name="connsiteX382" fmla="*/ 3511402 w 7194254"/>
              <a:gd name="connsiteY382" fmla="*/ 2251214 h 6584660"/>
              <a:gd name="connsiteX383" fmla="*/ 3496380 w 7194254"/>
              <a:gd name="connsiteY383" fmla="*/ 2209907 h 6584660"/>
              <a:gd name="connsiteX384" fmla="*/ 3477603 w 7194254"/>
              <a:gd name="connsiteY384" fmla="*/ 2194887 h 6584660"/>
              <a:gd name="connsiteX385" fmla="*/ 3447558 w 7194254"/>
              <a:gd name="connsiteY385" fmla="*/ 2187376 h 6584660"/>
              <a:gd name="connsiteX386" fmla="*/ 3398737 w 7194254"/>
              <a:gd name="connsiteY386" fmla="*/ 2168600 h 6584660"/>
              <a:gd name="connsiteX387" fmla="*/ 3391226 w 7194254"/>
              <a:gd name="connsiteY387" fmla="*/ 2164845 h 6584660"/>
              <a:gd name="connsiteX388" fmla="*/ 3342404 w 7194254"/>
              <a:gd name="connsiteY388" fmla="*/ 2127294 h 6584660"/>
              <a:gd name="connsiteX389" fmla="*/ 3241005 w 7194254"/>
              <a:gd name="connsiteY389" fmla="*/ 2033415 h 6584660"/>
              <a:gd name="connsiteX390" fmla="*/ 3188428 w 7194254"/>
              <a:gd name="connsiteY390" fmla="*/ 1962067 h 6584660"/>
              <a:gd name="connsiteX391" fmla="*/ 3158384 w 7194254"/>
              <a:gd name="connsiteY391" fmla="*/ 1928271 h 6584660"/>
              <a:gd name="connsiteX392" fmla="*/ 3135851 w 7194254"/>
              <a:gd name="connsiteY392" fmla="*/ 1890719 h 6584660"/>
              <a:gd name="connsiteX393" fmla="*/ 3124585 w 7194254"/>
              <a:gd name="connsiteY393" fmla="*/ 1879454 h 6584660"/>
              <a:gd name="connsiteX394" fmla="*/ 3064496 w 7194254"/>
              <a:gd name="connsiteY394" fmla="*/ 1819371 h 6584660"/>
              <a:gd name="connsiteX395" fmla="*/ 2989386 w 7194254"/>
              <a:gd name="connsiteY395" fmla="*/ 1766799 h 6584660"/>
              <a:gd name="connsiteX396" fmla="*/ 2974364 w 7194254"/>
              <a:gd name="connsiteY396" fmla="*/ 1744268 h 6584660"/>
              <a:gd name="connsiteX397" fmla="*/ 2974364 w 7194254"/>
              <a:gd name="connsiteY397" fmla="*/ 1710472 h 6584660"/>
              <a:gd name="connsiteX398" fmla="*/ 2981875 w 7194254"/>
              <a:gd name="connsiteY398" fmla="*/ 1669165 h 6584660"/>
              <a:gd name="connsiteX399" fmla="*/ 3030697 w 7194254"/>
              <a:gd name="connsiteY399" fmla="*/ 1526469 h 6584660"/>
              <a:gd name="connsiteX400" fmla="*/ 3049474 w 7194254"/>
              <a:gd name="connsiteY400" fmla="*/ 1485163 h 6584660"/>
              <a:gd name="connsiteX401" fmla="*/ 3090785 w 7194254"/>
              <a:gd name="connsiteY401" fmla="*/ 1458876 h 6584660"/>
              <a:gd name="connsiteX402" fmla="*/ 3120829 w 7194254"/>
              <a:gd name="connsiteY402" fmla="*/ 1447611 h 6584660"/>
              <a:gd name="connsiteX403" fmla="*/ 3124585 w 7194254"/>
              <a:gd name="connsiteY403" fmla="*/ 1432591 h 6584660"/>
              <a:gd name="connsiteX404" fmla="*/ 3150873 w 7194254"/>
              <a:gd name="connsiteY404" fmla="*/ 1428835 h 6584660"/>
              <a:gd name="connsiteX405" fmla="*/ 3195939 w 7194254"/>
              <a:gd name="connsiteY405" fmla="*/ 1492673 h 6584660"/>
              <a:gd name="connsiteX406" fmla="*/ 3252272 w 7194254"/>
              <a:gd name="connsiteY406" fmla="*/ 1616593 h 6584660"/>
              <a:gd name="connsiteX407" fmla="*/ 3259783 w 7194254"/>
              <a:gd name="connsiteY407" fmla="*/ 1710472 h 6584660"/>
              <a:gd name="connsiteX408" fmla="*/ 3267294 w 7194254"/>
              <a:gd name="connsiteY408" fmla="*/ 1755534 h 6584660"/>
              <a:gd name="connsiteX409" fmla="*/ 3278561 w 7194254"/>
              <a:gd name="connsiteY409" fmla="*/ 1763044 h 6584660"/>
              <a:gd name="connsiteX410" fmla="*/ 3286072 w 7194254"/>
              <a:gd name="connsiteY410" fmla="*/ 1751779 h 6584660"/>
              <a:gd name="connsiteX411" fmla="*/ 3286072 w 7194254"/>
              <a:gd name="connsiteY411" fmla="*/ 1733003 h 6584660"/>
              <a:gd name="connsiteX412" fmla="*/ 3297338 w 7194254"/>
              <a:gd name="connsiteY412" fmla="*/ 1549000 h 6584660"/>
              <a:gd name="connsiteX413" fmla="*/ 3304849 w 7194254"/>
              <a:gd name="connsiteY413" fmla="*/ 1413815 h 6584660"/>
              <a:gd name="connsiteX414" fmla="*/ 3293583 w 7194254"/>
              <a:gd name="connsiteY414" fmla="*/ 1331201 h 6584660"/>
              <a:gd name="connsiteX415" fmla="*/ 3304849 w 7194254"/>
              <a:gd name="connsiteY415" fmla="*/ 1256098 h 6584660"/>
              <a:gd name="connsiteX416" fmla="*/ 3304849 w 7194254"/>
              <a:gd name="connsiteY416" fmla="*/ 1180995 h 6584660"/>
              <a:gd name="connsiteX417" fmla="*/ 3338649 w 7194254"/>
              <a:gd name="connsiteY417" fmla="*/ 1090872 h 6584660"/>
              <a:gd name="connsiteX418" fmla="*/ 3342404 w 7194254"/>
              <a:gd name="connsiteY418" fmla="*/ 1075851 h 6584660"/>
              <a:gd name="connsiteX419" fmla="*/ 3342404 w 7194254"/>
              <a:gd name="connsiteY419" fmla="*/ 1057075 h 6584660"/>
              <a:gd name="connsiteX420" fmla="*/ 3368693 w 7194254"/>
              <a:gd name="connsiteY420" fmla="*/ 1027034 h 6584660"/>
              <a:gd name="connsiteX421" fmla="*/ 3361182 w 7194254"/>
              <a:gd name="connsiteY421" fmla="*/ 989482 h 6584660"/>
              <a:gd name="connsiteX422" fmla="*/ 3361182 w 7194254"/>
              <a:gd name="connsiteY422" fmla="*/ 951931 h 6584660"/>
              <a:gd name="connsiteX423" fmla="*/ 3379959 w 7194254"/>
              <a:gd name="connsiteY423" fmla="*/ 899359 h 6584660"/>
              <a:gd name="connsiteX424" fmla="*/ 3394981 w 7194254"/>
              <a:gd name="connsiteY424" fmla="*/ 888093 h 6584660"/>
              <a:gd name="connsiteX425" fmla="*/ 3413759 w 7194254"/>
              <a:gd name="connsiteY425" fmla="*/ 858052 h 6584660"/>
              <a:gd name="connsiteX426" fmla="*/ 3402492 w 7194254"/>
              <a:gd name="connsiteY426" fmla="*/ 816745 h 6584660"/>
              <a:gd name="connsiteX427" fmla="*/ 3383715 w 7194254"/>
              <a:gd name="connsiteY427" fmla="*/ 790459 h 6584660"/>
              <a:gd name="connsiteX428" fmla="*/ 3376204 w 7194254"/>
              <a:gd name="connsiteY428" fmla="*/ 749153 h 6584660"/>
              <a:gd name="connsiteX429" fmla="*/ 3368693 w 7194254"/>
              <a:gd name="connsiteY429" fmla="*/ 726622 h 6584660"/>
              <a:gd name="connsiteX430" fmla="*/ 3349915 w 7194254"/>
              <a:gd name="connsiteY430" fmla="*/ 681560 h 6584660"/>
              <a:gd name="connsiteX431" fmla="*/ 3327382 w 7194254"/>
              <a:gd name="connsiteY431" fmla="*/ 647764 h 6584660"/>
              <a:gd name="connsiteX432" fmla="*/ 3308605 w 7194254"/>
              <a:gd name="connsiteY432" fmla="*/ 568905 h 6584660"/>
              <a:gd name="connsiteX433" fmla="*/ 3323627 w 7194254"/>
              <a:gd name="connsiteY433" fmla="*/ 520088 h 6584660"/>
              <a:gd name="connsiteX434" fmla="*/ 3319871 w 7194254"/>
              <a:gd name="connsiteY434" fmla="*/ 512578 h 6584660"/>
              <a:gd name="connsiteX435" fmla="*/ 3304849 w 7194254"/>
              <a:gd name="connsiteY435" fmla="*/ 493802 h 6584660"/>
              <a:gd name="connsiteX436" fmla="*/ 3301094 w 7194254"/>
              <a:gd name="connsiteY436" fmla="*/ 486292 h 6584660"/>
              <a:gd name="connsiteX437" fmla="*/ 3278561 w 7194254"/>
              <a:gd name="connsiteY437" fmla="*/ 414944 h 6584660"/>
              <a:gd name="connsiteX438" fmla="*/ 3267294 w 7194254"/>
              <a:gd name="connsiteY438" fmla="*/ 351106 h 6584660"/>
              <a:gd name="connsiteX439" fmla="*/ 3293583 w 7194254"/>
              <a:gd name="connsiteY439" fmla="*/ 260983 h 6584660"/>
              <a:gd name="connsiteX440" fmla="*/ 3304849 w 7194254"/>
              <a:gd name="connsiteY440" fmla="*/ 193390 h 6584660"/>
              <a:gd name="connsiteX441" fmla="*/ 3327382 w 7194254"/>
              <a:gd name="connsiteY441" fmla="*/ 133308 h 6584660"/>
              <a:gd name="connsiteX442" fmla="*/ 3488869 w 7194254"/>
              <a:gd name="connsiteY442" fmla="*/ 24408 h 6584660"/>
              <a:gd name="connsiteX443" fmla="*/ 3597779 w 7194254"/>
              <a:gd name="connsiteY443" fmla="*/ 5632 h 6584660"/>
              <a:gd name="connsiteX444" fmla="*/ 3631579 w 7194254"/>
              <a:gd name="connsiteY444" fmla="*/ 0 h 6584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</a:cxnLst>
            <a:rect l="l" t="t" r="r" b="b"/>
            <a:pathLst>
              <a:path w="7194254" h="6584660">
                <a:moveTo>
                  <a:pt x="4416071" y="1477703"/>
                </a:moveTo>
                <a:cubicBezTo>
                  <a:pt x="4407184" y="1480047"/>
                  <a:pt x="4399700" y="1488485"/>
                  <a:pt x="4390345" y="1503486"/>
                </a:cubicBezTo>
                <a:cubicBezTo>
                  <a:pt x="4386603" y="1514736"/>
                  <a:pt x="4375377" y="1518487"/>
                  <a:pt x="4371635" y="1529737"/>
                </a:cubicBezTo>
                <a:cubicBezTo>
                  <a:pt x="4367893" y="1570989"/>
                  <a:pt x="4352925" y="1612241"/>
                  <a:pt x="4352925" y="1653493"/>
                </a:cubicBezTo>
                <a:cubicBezTo>
                  <a:pt x="4352925" y="1668494"/>
                  <a:pt x="4364151" y="1675994"/>
                  <a:pt x="4364151" y="1690995"/>
                </a:cubicBezTo>
                <a:cubicBezTo>
                  <a:pt x="4364151" y="1720997"/>
                  <a:pt x="4367893" y="1724747"/>
                  <a:pt x="4397829" y="1724747"/>
                </a:cubicBezTo>
                <a:cubicBezTo>
                  <a:pt x="4412797" y="1728497"/>
                  <a:pt x="4424023" y="1717247"/>
                  <a:pt x="4438990" y="1717247"/>
                </a:cubicBezTo>
                <a:cubicBezTo>
                  <a:pt x="4480152" y="1713496"/>
                  <a:pt x="4521314" y="1698496"/>
                  <a:pt x="4562475" y="1687245"/>
                </a:cubicBezTo>
                <a:cubicBezTo>
                  <a:pt x="4592411" y="1675994"/>
                  <a:pt x="4626089" y="1668494"/>
                  <a:pt x="4656024" y="1653493"/>
                </a:cubicBezTo>
                <a:cubicBezTo>
                  <a:pt x="4667250" y="1645993"/>
                  <a:pt x="4667250" y="1642243"/>
                  <a:pt x="4659766" y="1634742"/>
                </a:cubicBezTo>
                <a:cubicBezTo>
                  <a:pt x="4659766" y="1630992"/>
                  <a:pt x="4656024" y="1627242"/>
                  <a:pt x="4652282" y="1623492"/>
                </a:cubicBezTo>
                <a:cubicBezTo>
                  <a:pt x="4633573" y="1604741"/>
                  <a:pt x="4607379" y="1593490"/>
                  <a:pt x="4588669" y="1578490"/>
                </a:cubicBezTo>
                <a:cubicBezTo>
                  <a:pt x="4543765" y="1544738"/>
                  <a:pt x="4498862" y="1514736"/>
                  <a:pt x="4450216" y="1488485"/>
                </a:cubicBezTo>
                <a:cubicBezTo>
                  <a:pt x="4435249" y="1479110"/>
                  <a:pt x="4424958" y="1475359"/>
                  <a:pt x="4416071" y="1477703"/>
                </a:cubicBezTo>
                <a:close/>
                <a:moveTo>
                  <a:pt x="3631579" y="0"/>
                </a:moveTo>
                <a:cubicBezTo>
                  <a:pt x="3642845" y="0"/>
                  <a:pt x="3654112" y="1877"/>
                  <a:pt x="3665378" y="5632"/>
                </a:cubicBezTo>
                <a:cubicBezTo>
                  <a:pt x="3710444" y="5632"/>
                  <a:pt x="3755510" y="20653"/>
                  <a:pt x="3793065" y="46939"/>
                </a:cubicBezTo>
                <a:cubicBezTo>
                  <a:pt x="3800576" y="54449"/>
                  <a:pt x="3830621" y="58204"/>
                  <a:pt x="3853154" y="58204"/>
                </a:cubicBezTo>
                <a:cubicBezTo>
                  <a:pt x="3864420" y="61960"/>
                  <a:pt x="3868176" y="65715"/>
                  <a:pt x="3871931" y="69470"/>
                </a:cubicBezTo>
                <a:cubicBezTo>
                  <a:pt x="3886953" y="76980"/>
                  <a:pt x="3894464" y="95756"/>
                  <a:pt x="3916997" y="88246"/>
                </a:cubicBezTo>
                <a:cubicBezTo>
                  <a:pt x="3924508" y="88246"/>
                  <a:pt x="3916997" y="103266"/>
                  <a:pt x="3924508" y="107022"/>
                </a:cubicBezTo>
                <a:cubicBezTo>
                  <a:pt x="3932019" y="99511"/>
                  <a:pt x="3939530" y="95756"/>
                  <a:pt x="3943286" y="88246"/>
                </a:cubicBezTo>
                <a:cubicBezTo>
                  <a:pt x="3947041" y="92001"/>
                  <a:pt x="3947041" y="92001"/>
                  <a:pt x="3950797" y="95756"/>
                </a:cubicBezTo>
                <a:cubicBezTo>
                  <a:pt x="3950797" y="103266"/>
                  <a:pt x="3943286" y="114532"/>
                  <a:pt x="3954552" y="114532"/>
                </a:cubicBezTo>
                <a:cubicBezTo>
                  <a:pt x="3965819" y="118287"/>
                  <a:pt x="3977085" y="114532"/>
                  <a:pt x="3984596" y="103266"/>
                </a:cubicBezTo>
                <a:cubicBezTo>
                  <a:pt x="3988352" y="95756"/>
                  <a:pt x="3984596" y="92001"/>
                  <a:pt x="3977085" y="84491"/>
                </a:cubicBezTo>
                <a:cubicBezTo>
                  <a:pt x="3969574" y="80735"/>
                  <a:pt x="3973330" y="73225"/>
                  <a:pt x="3973330" y="61960"/>
                </a:cubicBezTo>
                <a:cubicBezTo>
                  <a:pt x="3973330" y="54449"/>
                  <a:pt x="3965819" y="46939"/>
                  <a:pt x="3962063" y="39429"/>
                </a:cubicBezTo>
                <a:cubicBezTo>
                  <a:pt x="3958308" y="31918"/>
                  <a:pt x="3977085" y="5632"/>
                  <a:pt x="3984596" y="5632"/>
                </a:cubicBezTo>
                <a:cubicBezTo>
                  <a:pt x="3995863" y="5632"/>
                  <a:pt x="3999618" y="13143"/>
                  <a:pt x="4003374" y="16898"/>
                </a:cubicBezTo>
                <a:cubicBezTo>
                  <a:pt x="4007129" y="35674"/>
                  <a:pt x="4010885" y="35674"/>
                  <a:pt x="4025907" y="24408"/>
                </a:cubicBezTo>
                <a:cubicBezTo>
                  <a:pt x="4048440" y="5632"/>
                  <a:pt x="4063462" y="9388"/>
                  <a:pt x="4082240" y="31918"/>
                </a:cubicBezTo>
                <a:cubicBezTo>
                  <a:pt x="4093506" y="46939"/>
                  <a:pt x="4089751" y="69470"/>
                  <a:pt x="4104773" y="84491"/>
                </a:cubicBezTo>
                <a:cubicBezTo>
                  <a:pt x="4112284" y="137063"/>
                  <a:pt x="4131061" y="185880"/>
                  <a:pt x="4123550" y="242207"/>
                </a:cubicBezTo>
                <a:cubicBezTo>
                  <a:pt x="4119795" y="264738"/>
                  <a:pt x="4112284" y="283514"/>
                  <a:pt x="4108528" y="306045"/>
                </a:cubicBezTo>
                <a:cubicBezTo>
                  <a:pt x="4112284" y="309800"/>
                  <a:pt x="4123550" y="309800"/>
                  <a:pt x="4127306" y="309800"/>
                </a:cubicBezTo>
                <a:cubicBezTo>
                  <a:pt x="4138572" y="309800"/>
                  <a:pt x="4138572" y="309800"/>
                  <a:pt x="4153594" y="332331"/>
                </a:cubicBezTo>
                <a:cubicBezTo>
                  <a:pt x="4157350" y="343596"/>
                  <a:pt x="4168616" y="332331"/>
                  <a:pt x="4179883" y="339841"/>
                </a:cubicBezTo>
                <a:cubicBezTo>
                  <a:pt x="4172372" y="351106"/>
                  <a:pt x="4164861" y="358617"/>
                  <a:pt x="4161105" y="369882"/>
                </a:cubicBezTo>
                <a:cubicBezTo>
                  <a:pt x="4161105" y="377393"/>
                  <a:pt x="4153594" y="388658"/>
                  <a:pt x="4172372" y="392413"/>
                </a:cubicBezTo>
                <a:cubicBezTo>
                  <a:pt x="4183638" y="392413"/>
                  <a:pt x="4179883" y="399923"/>
                  <a:pt x="4176127" y="407434"/>
                </a:cubicBezTo>
                <a:cubicBezTo>
                  <a:pt x="4161105" y="433720"/>
                  <a:pt x="4168616" y="463761"/>
                  <a:pt x="4179883" y="490047"/>
                </a:cubicBezTo>
                <a:cubicBezTo>
                  <a:pt x="4179883" y="493802"/>
                  <a:pt x="4191149" y="493802"/>
                  <a:pt x="4183638" y="501313"/>
                </a:cubicBezTo>
                <a:cubicBezTo>
                  <a:pt x="4179883" y="505068"/>
                  <a:pt x="4172372" y="505068"/>
                  <a:pt x="4164861" y="501313"/>
                </a:cubicBezTo>
                <a:cubicBezTo>
                  <a:pt x="4161105" y="501313"/>
                  <a:pt x="4157350" y="493802"/>
                  <a:pt x="4153594" y="490047"/>
                </a:cubicBezTo>
                <a:cubicBezTo>
                  <a:pt x="4142328" y="478782"/>
                  <a:pt x="4131061" y="482537"/>
                  <a:pt x="4119795" y="486292"/>
                </a:cubicBezTo>
                <a:cubicBezTo>
                  <a:pt x="4112284" y="486292"/>
                  <a:pt x="4097262" y="497557"/>
                  <a:pt x="4108528" y="508823"/>
                </a:cubicBezTo>
                <a:cubicBezTo>
                  <a:pt x="4119795" y="520088"/>
                  <a:pt x="4112284" y="531354"/>
                  <a:pt x="4116039" y="546374"/>
                </a:cubicBezTo>
                <a:cubicBezTo>
                  <a:pt x="4089751" y="546374"/>
                  <a:pt x="4063462" y="546374"/>
                  <a:pt x="4037174" y="546374"/>
                </a:cubicBezTo>
                <a:cubicBezTo>
                  <a:pt x="4018396" y="550130"/>
                  <a:pt x="3995863" y="565150"/>
                  <a:pt x="3977085" y="576416"/>
                </a:cubicBezTo>
                <a:cubicBezTo>
                  <a:pt x="3947041" y="595191"/>
                  <a:pt x="3932019" y="625233"/>
                  <a:pt x="3913242" y="651519"/>
                </a:cubicBezTo>
                <a:cubicBezTo>
                  <a:pt x="3901975" y="666539"/>
                  <a:pt x="3901975" y="689070"/>
                  <a:pt x="3886953" y="700336"/>
                </a:cubicBezTo>
                <a:cubicBezTo>
                  <a:pt x="3875687" y="707846"/>
                  <a:pt x="3894464" y="741642"/>
                  <a:pt x="3905731" y="741642"/>
                </a:cubicBezTo>
                <a:cubicBezTo>
                  <a:pt x="3947041" y="734132"/>
                  <a:pt x="3962063" y="764173"/>
                  <a:pt x="3977085" y="794215"/>
                </a:cubicBezTo>
                <a:cubicBezTo>
                  <a:pt x="3980841" y="801725"/>
                  <a:pt x="3984596" y="812990"/>
                  <a:pt x="3984596" y="824256"/>
                </a:cubicBezTo>
                <a:cubicBezTo>
                  <a:pt x="3984596" y="839276"/>
                  <a:pt x="3988352" y="843032"/>
                  <a:pt x="4003374" y="843032"/>
                </a:cubicBezTo>
                <a:cubicBezTo>
                  <a:pt x="4018396" y="846787"/>
                  <a:pt x="4029663" y="865562"/>
                  <a:pt x="4048440" y="865562"/>
                </a:cubicBezTo>
                <a:cubicBezTo>
                  <a:pt x="4067218" y="884338"/>
                  <a:pt x="4093506" y="884338"/>
                  <a:pt x="4116039" y="891849"/>
                </a:cubicBezTo>
                <a:cubicBezTo>
                  <a:pt x="4134817" y="903114"/>
                  <a:pt x="4161105" y="906869"/>
                  <a:pt x="4183638" y="906869"/>
                </a:cubicBezTo>
                <a:cubicBezTo>
                  <a:pt x="4224949" y="910624"/>
                  <a:pt x="4270015" y="921890"/>
                  <a:pt x="4307570" y="940666"/>
                </a:cubicBezTo>
                <a:cubicBezTo>
                  <a:pt x="4367659" y="966952"/>
                  <a:pt x="4423991" y="1004503"/>
                  <a:pt x="4476568" y="1042055"/>
                </a:cubicBezTo>
                <a:cubicBezTo>
                  <a:pt x="4532901" y="1083361"/>
                  <a:pt x="4574212" y="1135933"/>
                  <a:pt x="4615522" y="1192261"/>
                </a:cubicBezTo>
                <a:cubicBezTo>
                  <a:pt x="4649322" y="1229812"/>
                  <a:pt x="4675610" y="1271119"/>
                  <a:pt x="4716921" y="1301160"/>
                </a:cubicBezTo>
                <a:cubicBezTo>
                  <a:pt x="4777009" y="1342467"/>
                  <a:pt x="4825831" y="1398794"/>
                  <a:pt x="4893430" y="1432591"/>
                </a:cubicBezTo>
                <a:cubicBezTo>
                  <a:pt x="4900941" y="1436346"/>
                  <a:pt x="4908452" y="1447611"/>
                  <a:pt x="4915963" y="1455121"/>
                </a:cubicBezTo>
                <a:cubicBezTo>
                  <a:pt x="4957274" y="1503938"/>
                  <a:pt x="4998584" y="1552755"/>
                  <a:pt x="5024873" y="1609083"/>
                </a:cubicBezTo>
                <a:cubicBezTo>
                  <a:pt x="5028628" y="1616593"/>
                  <a:pt x="5032384" y="1627858"/>
                  <a:pt x="5036139" y="1627858"/>
                </a:cubicBezTo>
                <a:cubicBezTo>
                  <a:pt x="5066183" y="1650389"/>
                  <a:pt x="5062428" y="1680431"/>
                  <a:pt x="5062428" y="1710472"/>
                </a:cubicBezTo>
                <a:cubicBezTo>
                  <a:pt x="5062428" y="1717982"/>
                  <a:pt x="5062428" y="1725492"/>
                  <a:pt x="5062428" y="1733003"/>
                </a:cubicBezTo>
                <a:cubicBezTo>
                  <a:pt x="5062428" y="1781820"/>
                  <a:pt x="5039895" y="1819371"/>
                  <a:pt x="4991073" y="1826882"/>
                </a:cubicBezTo>
                <a:cubicBezTo>
                  <a:pt x="4961029" y="1830637"/>
                  <a:pt x="4930985" y="1841902"/>
                  <a:pt x="4900941" y="1845657"/>
                </a:cubicBezTo>
                <a:cubicBezTo>
                  <a:pt x="4870897" y="1853168"/>
                  <a:pt x="4837097" y="1856923"/>
                  <a:pt x="4807053" y="1871943"/>
                </a:cubicBezTo>
                <a:cubicBezTo>
                  <a:pt x="4792031" y="1879454"/>
                  <a:pt x="4765743" y="1868188"/>
                  <a:pt x="4746965" y="1883209"/>
                </a:cubicBezTo>
                <a:cubicBezTo>
                  <a:pt x="4716921" y="1875699"/>
                  <a:pt x="4683121" y="1898230"/>
                  <a:pt x="4649322" y="1890719"/>
                </a:cubicBezTo>
                <a:cubicBezTo>
                  <a:pt x="4634300" y="1886964"/>
                  <a:pt x="4623033" y="1901985"/>
                  <a:pt x="4608011" y="1901985"/>
                </a:cubicBezTo>
                <a:cubicBezTo>
                  <a:pt x="4596745" y="1901985"/>
                  <a:pt x="4581723" y="1894474"/>
                  <a:pt x="4570456" y="1909495"/>
                </a:cubicBezTo>
                <a:cubicBezTo>
                  <a:pt x="4570456" y="1909495"/>
                  <a:pt x="4562945" y="1909495"/>
                  <a:pt x="4559190" y="1909495"/>
                </a:cubicBezTo>
                <a:cubicBezTo>
                  <a:pt x="4499101" y="1905740"/>
                  <a:pt x="4442769" y="1928271"/>
                  <a:pt x="4386436" y="1917005"/>
                </a:cubicBezTo>
                <a:cubicBezTo>
                  <a:pt x="4371414" y="1950802"/>
                  <a:pt x="4386436" y="1984598"/>
                  <a:pt x="4393947" y="2014639"/>
                </a:cubicBezTo>
                <a:cubicBezTo>
                  <a:pt x="4397703" y="2037170"/>
                  <a:pt x="4401458" y="2059701"/>
                  <a:pt x="4408969" y="2082232"/>
                </a:cubicBezTo>
                <a:cubicBezTo>
                  <a:pt x="4420236" y="2119783"/>
                  <a:pt x="4427747" y="2164845"/>
                  <a:pt x="4442769" y="2206152"/>
                </a:cubicBezTo>
                <a:cubicBezTo>
                  <a:pt x="4454035" y="2247459"/>
                  <a:pt x="4465302" y="2292520"/>
                  <a:pt x="4484079" y="2333827"/>
                </a:cubicBezTo>
                <a:cubicBezTo>
                  <a:pt x="4491590" y="2356358"/>
                  <a:pt x="4499101" y="2378889"/>
                  <a:pt x="4506612" y="2397665"/>
                </a:cubicBezTo>
                <a:cubicBezTo>
                  <a:pt x="4525390" y="2438972"/>
                  <a:pt x="4544168" y="2476523"/>
                  <a:pt x="4559190" y="2514075"/>
                </a:cubicBezTo>
                <a:cubicBezTo>
                  <a:pt x="4577967" y="2559136"/>
                  <a:pt x="4596745" y="2604198"/>
                  <a:pt x="4611767" y="2649260"/>
                </a:cubicBezTo>
                <a:cubicBezTo>
                  <a:pt x="4615522" y="2668036"/>
                  <a:pt x="4615522" y="2686812"/>
                  <a:pt x="4619278" y="2705587"/>
                </a:cubicBezTo>
                <a:cubicBezTo>
                  <a:pt x="4623033" y="2720608"/>
                  <a:pt x="4638055" y="2728118"/>
                  <a:pt x="4641811" y="2743139"/>
                </a:cubicBezTo>
                <a:cubicBezTo>
                  <a:pt x="4645566" y="2773180"/>
                  <a:pt x="4649322" y="2803221"/>
                  <a:pt x="4660588" y="2833262"/>
                </a:cubicBezTo>
                <a:cubicBezTo>
                  <a:pt x="4671855" y="2867059"/>
                  <a:pt x="4664344" y="2904610"/>
                  <a:pt x="4675610" y="2942162"/>
                </a:cubicBezTo>
                <a:cubicBezTo>
                  <a:pt x="4686877" y="2975958"/>
                  <a:pt x="4698143" y="3013510"/>
                  <a:pt x="4705654" y="3051061"/>
                </a:cubicBezTo>
                <a:cubicBezTo>
                  <a:pt x="4713166" y="3084858"/>
                  <a:pt x="4720677" y="3114899"/>
                  <a:pt x="4731943" y="3148695"/>
                </a:cubicBezTo>
                <a:cubicBezTo>
                  <a:pt x="4739454" y="3171226"/>
                  <a:pt x="4739454" y="3201267"/>
                  <a:pt x="4746965" y="3227554"/>
                </a:cubicBezTo>
                <a:cubicBezTo>
                  <a:pt x="4758232" y="3253840"/>
                  <a:pt x="4758232" y="3280126"/>
                  <a:pt x="4765743" y="3306412"/>
                </a:cubicBezTo>
                <a:cubicBezTo>
                  <a:pt x="4773254" y="3321432"/>
                  <a:pt x="4761987" y="3336453"/>
                  <a:pt x="4743210" y="3336453"/>
                </a:cubicBezTo>
                <a:cubicBezTo>
                  <a:pt x="4705654" y="3336453"/>
                  <a:pt x="4671855" y="3351474"/>
                  <a:pt x="4638055" y="3343963"/>
                </a:cubicBezTo>
                <a:cubicBezTo>
                  <a:pt x="4611767" y="3362739"/>
                  <a:pt x="4581723" y="3351474"/>
                  <a:pt x="4551679" y="3355229"/>
                </a:cubicBezTo>
                <a:cubicBezTo>
                  <a:pt x="4544168" y="3355229"/>
                  <a:pt x="4472813" y="3358984"/>
                  <a:pt x="4469057" y="3362739"/>
                </a:cubicBezTo>
                <a:cubicBezTo>
                  <a:pt x="4461546" y="3374004"/>
                  <a:pt x="4450280" y="3377760"/>
                  <a:pt x="4446524" y="3392780"/>
                </a:cubicBezTo>
                <a:cubicBezTo>
                  <a:pt x="4439013" y="3434087"/>
                  <a:pt x="4412725" y="3471638"/>
                  <a:pt x="4405214" y="3512945"/>
                </a:cubicBezTo>
                <a:cubicBezTo>
                  <a:pt x="4390192" y="3576783"/>
                  <a:pt x="4363903" y="3636865"/>
                  <a:pt x="4345126" y="3700703"/>
                </a:cubicBezTo>
                <a:cubicBezTo>
                  <a:pt x="4333859" y="3742009"/>
                  <a:pt x="4315081" y="3779561"/>
                  <a:pt x="4318837" y="3824623"/>
                </a:cubicBezTo>
                <a:cubicBezTo>
                  <a:pt x="4303815" y="3835888"/>
                  <a:pt x="4307570" y="3850909"/>
                  <a:pt x="4307570" y="3862174"/>
                </a:cubicBezTo>
                <a:cubicBezTo>
                  <a:pt x="4307570" y="3880950"/>
                  <a:pt x="4307570" y="3899726"/>
                  <a:pt x="4315081" y="3918502"/>
                </a:cubicBezTo>
                <a:cubicBezTo>
                  <a:pt x="4330103" y="3952298"/>
                  <a:pt x="4333859" y="3989850"/>
                  <a:pt x="4345126" y="4023646"/>
                </a:cubicBezTo>
                <a:cubicBezTo>
                  <a:pt x="4352637" y="4057442"/>
                  <a:pt x="4375170" y="4087484"/>
                  <a:pt x="4371414" y="4121280"/>
                </a:cubicBezTo>
                <a:cubicBezTo>
                  <a:pt x="4393947" y="4166342"/>
                  <a:pt x="4405214" y="4218914"/>
                  <a:pt x="4450280" y="4256466"/>
                </a:cubicBezTo>
                <a:cubicBezTo>
                  <a:pt x="4472813" y="4275241"/>
                  <a:pt x="4499101" y="4290262"/>
                  <a:pt x="4532901" y="4294017"/>
                </a:cubicBezTo>
                <a:cubicBezTo>
                  <a:pt x="4559190" y="4294017"/>
                  <a:pt x="4585478" y="4305283"/>
                  <a:pt x="4611767" y="4312793"/>
                </a:cubicBezTo>
                <a:cubicBezTo>
                  <a:pt x="4641811" y="4320303"/>
                  <a:pt x="4675610" y="4327813"/>
                  <a:pt x="4705654" y="4339079"/>
                </a:cubicBezTo>
                <a:cubicBezTo>
                  <a:pt x="4761987" y="4357855"/>
                  <a:pt x="4814564" y="4384141"/>
                  <a:pt x="4863386" y="4414182"/>
                </a:cubicBezTo>
                <a:cubicBezTo>
                  <a:pt x="4870897" y="4417937"/>
                  <a:pt x="4878408" y="4425447"/>
                  <a:pt x="4885919" y="4432958"/>
                </a:cubicBezTo>
                <a:cubicBezTo>
                  <a:pt x="4919719" y="4466754"/>
                  <a:pt x="4949763" y="4496795"/>
                  <a:pt x="4979807" y="4526837"/>
                </a:cubicBezTo>
                <a:cubicBezTo>
                  <a:pt x="5017362" y="4564388"/>
                  <a:pt x="5058672" y="4594429"/>
                  <a:pt x="5103739" y="4624470"/>
                </a:cubicBezTo>
                <a:cubicBezTo>
                  <a:pt x="5133783" y="4647001"/>
                  <a:pt x="5163827" y="4669532"/>
                  <a:pt x="5193871" y="4695818"/>
                </a:cubicBezTo>
                <a:cubicBezTo>
                  <a:pt x="5238937" y="4729615"/>
                  <a:pt x="5284003" y="4763411"/>
                  <a:pt x="5329069" y="4793452"/>
                </a:cubicBezTo>
                <a:cubicBezTo>
                  <a:pt x="5332825" y="4797208"/>
                  <a:pt x="5336580" y="4800963"/>
                  <a:pt x="5336580" y="4797208"/>
                </a:cubicBezTo>
                <a:cubicBezTo>
                  <a:pt x="5359113" y="4782187"/>
                  <a:pt x="5374135" y="4800963"/>
                  <a:pt x="5392913" y="4808473"/>
                </a:cubicBezTo>
                <a:cubicBezTo>
                  <a:pt x="5400424" y="4812228"/>
                  <a:pt x="5407935" y="4808473"/>
                  <a:pt x="5415446" y="4800963"/>
                </a:cubicBezTo>
                <a:cubicBezTo>
                  <a:pt x="5430468" y="4789697"/>
                  <a:pt x="5449246" y="4789697"/>
                  <a:pt x="5468023" y="4789697"/>
                </a:cubicBezTo>
                <a:cubicBezTo>
                  <a:pt x="5498067" y="4789697"/>
                  <a:pt x="5531867" y="4793452"/>
                  <a:pt x="5561911" y="4782187"/>
                </a:cubicBezTo>
                <a:cubicBezTo>
                  <a:pt x="5569422" y="4778432"/>
                  <a:pt x="5580688" y="4778432"/>
                  <a:pt x="5580688" y="4782187"/>
                </a:cubicBezTo>
                <a:cubicBezTo>
                  <a:pt x="5591955" y="4793452"/>
                  <a:pt x="5599466" y="4789697"/>
                  <a:pt x="5610732" y="4782187"/>
                </a:cubicBezTo>
                <a:cubicBezTo>
                  <a:pt x="5614488" y="4778432"/>
                  <a:pt x="5618243" y="4782187"/>
                  <a:pt x="5621999" y="4778432"/>
                </a:cubicBezTo>
                <a:cubicBezTo>
                  <a:pt x="5637021" y="4774677"/>
                  <a:pt x="5648288" y="4797208"/>
                  <a:pt x="5663310" y="4789697"/>
                </a:cubicBezTo>
                <a:cubicBezTo>
                  <a:pt x="5674576" y="4778432"/>
                  <a:pt x="5689598" y="4778432"/>
                  <a:pt x="5704620" y="4782187"/>
                </a:cubicBezTo>
                <a:cubicBezTo>
                  <a:pt x="5723398" y="4782187"/>
                  <a:pt x="5757197" y="4804718"/>
                  <a:pt x="5760953" y="4823494"/>
                </a:cubicBezTo>
                <a:cubicBezTo>
                  <a:pt x="5764708" y="4831004"/>
                  <a:pt x="5764708" y="4838514"/>
                  <a:pt x="5757197" y="4846025"/>
                </a:cubicBezTo>
                <a:cubicBezTo>
                  <a:pt x="5749686" y="4849780"/>
                  <a:pt x="5749686" y="4857290"/>
                  <a:pt x="5757197" y="4861045"/>
                </a:cubicBezTo>
                <a:cubicBezTo>
                  <a:pt x="5775975" y="4872311"/>
                  <a:pt x="5772219" y="4891086"/>
                  <a:pt x="5772219" y="4909862"/>
                </a:cubicBezTo>
                <a:cubicBezTo>
                  <a:pt x="5772219" y="4939903"/>
                  <a:pt x="5768464" y="4969945"/>
                  <a:pt x="5772219" y="5003741"/>
                </a:cubicBezTo>
                <a:cubicBezTo>
                  <a:pt x="5772219" y="5030027"/>
                  <a:pt x="5757197" y="5056313"/>
                  <a:pt x="5760953" y="5086354"/>
                </a:cubicBezTo>
                <a:cubicBezTo>
                  <a:pt x="5760953" y="5101375"/>
                  <a:pt x="5745931" y="5116396"/>
                  <a:pt x="5738420" y="5131416"/>
                </a:cubicBezTo>
                <a:cubicBezTo>
                  <a:pt x="5730909" y="5138926"/>
                  <a:pt x="5727153" y="5146437"/>
                  <a:pt x="5723398" y="5157702"/>
                </a:cubicBezTo>
                <a:cubicBezTo>
                  <a:pt x="5712131" y="5172723"/>
                  <a:pt x="5697109" y="5191499"/>
                  <a:pt x="5708376" y="5210274"/>
                </a:cubicBezTo>
                <a:cubicBezTo>
                  <a:pt x="5719642" y="5225295"/>
                  <a:pt x="5704620" y="5247826"/>
                  <a:pt x="5727153" y="5255336"/>
                </a:cubicBezTo>
                <a:cubicBezTo>
                  <a:pt x="5730909" y="5259091"/>
                  <a:pt x="5734664" y="5262846"/>
                  <a:pt x="5734664" y="5266602"/>
                </a:cubicBezTo>
                <a:cubicBezTo>
                  <a:pt x="5734664" y="5300398"/>
                  <a:pt x="5749686" y="5334194"/>
                  <a:pt x="5742175" y="5367991"/>
                </a:cubicBezTo>
                <a:cubicBezTo>
                  <a:pt x="5742175" y="5375501"/>
                  <a:pt x="5745931" y="5383011"/>
                  <a:pt x="5742175" y="5383011"/>
                </a:cubicBezTo>
                <a:cubicBezTo>
                  <a:pt x="5715887" y="5394277"/>
                  <a:pt x="5738420" y="5416808"/>
                  <a:pt x="5734664" y="5431828"/>
                </a:cubicBezTo>
                <a:cubicBezTo>
                  <a:pt x="5723398" y="5461870"/>
                  <a:pt x="5734664" y="5491911"/>
                  <a:pt x="5712131" y="5518197"/>
                </a:cubicBezTo>
                <a:cubicBezTo>
                  <a:pt x="5700865" y="5529462"/>
                  <a:pt x="5700865" y="5551993"/>
                  <a:pt x="5697109" y="5567014"/>
                </a:cubicBezTo>
                <a:cubicBezTo>
                  <a:pt x="5697109" y="5582034"/>
                  <a:pt x="5689598" y="5597055"/>
                  <a:pt x="5682087" y="5608321"/>
                </a:cubicBezTo>
                <a:cubicBezTo>
                  <a:pt x="5674576" y="5619586"/>
                  <a:pt x="5667065" y="5630851"/>
                  <a:pt x="5659554" y="5645872"/>
                </a:cubicBezTo>
                <a:cubicBezTo>
                  <a:pt x="5644532" y="5675913"/>
                  <a:pt x="5614488" y="5690934"/>
                  <a:pt x="5588199" y="5709710"/>
                </a:cubicBezTo>
                <a:cubicBezTo>
                  <a:pt x="5573177" y="5720975"/>
                  <a:pt x="5550644" y="5720975"/>
                  <a:pt x="5531867" y="5717220"/>
                </a:cubicBezTo>
                <a:cubicBezTo>
                  <a:pt x="5498067" y="5713465"/>
                  <a:pt x="5464268" y="5702199"/>
                  <a:pt x="5441734" y="5672158"/>
                </a:cubicBezTo>
                <a:cubicBezTo>
                  <a:pt x="5426712" y="5649627"/>
                  <a:pt x="5426712" y="5623341"/>
                  <a:pt x="5434223" y="5600810"/>
                </a:cubicBezTo>
                <a:cubicBezTo>
                  <a:pt x="5441734" y="5574524"/>
                  <a:pt x="5453001" y="5551993"/>
                  <a:pt x="5460512" y="5529462"/>
                </a:cubicBezTo>
                <a:cubicBezTo>
                  <a:pt x="5468023" y="5506931"/>
                  <a:pt x="5468023" y="5491911"/>
                  <a:pt x="5460512" y="5473135"/>
                </a:cubicBezTo>
                <a:cubicBezTo>
                  <a:pt x="5441734" y="5443094"/>
                  <a:pt x="5430468" y="5409297"/>
                  <a:pt x="5422957" y="5375501"/>
                </a:cubicBezTo>
                <a:cubicBezTo>
                  <a:pt x="5415446" y="5352970"/>
                  <a:pt x="5404179" y="5337950"/>
                  <a:pt x="5389157" y="5322929"/>
                </a:cubicBezTo>
                <a:cubicBezTo>
                  <a:pt x="5381646" y="5311663"/>
                  <a:pt x="5377891" y="5319174"/>
                  <a:pt x="5370380" y="5322929"/>
                </a:cubicBezTo>
                <a:cubicBezTo>
                  <a:pt x="5359113" y="5326684"/>
                  <a:pt x="5347847" y="5322929"/>
                  <a:pt x="5340336" y="5311663"/>
                </a:cubicBezTo>
                <a:cubicBezTo>
                  <a:pt x="5332825" y="5296643"/>
                  <a:pt x="5317803" y="5277867"/>
                  <a:pt x="5310292" y="5259091"/>
                </a:cubicBezTo>
                <a:cubicBezTo>
                  <a:pt x="5306536" y="5247826"/>
                  <a:pt x="5302781" y="5247826"/>
                  <a:pt x="5295270" y="5251581"/>
                </a:cubicBezTo>
                <a:cubicBezTo>
                  <a:pt x="5280248" y="5262846"/>
                  <a:pt x="5268981" y="5262846"/>
                  <a:pt x="5257714" y="5255336"/>
                </a:cubicBezTo>
                <a:cubicBezTo>
                  <a:pt x="5242692" y="5247826"/>
                  <a:pt x="5223915" y="5244071"/>
                  <a:pt x="5227670" y="5225295"/>
                </a:cubicBezTo>
                <a:cubicBezTo>
                  <a:pt x="5231426" y="5206519"/>
                  <a:pt x="5242692" y="5199009"/>
                  <a:pt x="5261470" y="5195254"/>
                </a:cubicBezTo>
                <a:cubicBezTo>
                  <a:pt x="5265226" y="5191499"/>
                  <a:pt x="5276492" y="5199009"/>
                  <a:pt x="5268981" y="5183988"/>
                </a:cubicBezTo>
                <a:cubicBezTo>
                  <a:pt x="5257714" y="5161457"/>
                  <a:pt x="5242692" y="5138926"/>
                  <a:pt x="5272737" y="5116396"/>
                </a:cubicBezTo>
                <a:cubicBezTo>
                  <a:pt x="5276492" y="5112640"/>
                  <a:pt x="5276492" y="5101375"/>
                  <a:pt x="5268981" y="5093865"/>
                </a:cubicBezTo>
                <a:cubicBezTo>
                  <a:pt x="5257714" y="5082599"/>
                  <a:pt x="5250203" y="5071334"/>
                  <a:pt x="5235181" y="5060068"/>
                </a:cubicBezTo>
                <a:cubicBezTo>
                  <a:pt x="5182604" y="5026272"/>
                  <a:pt x="5133783" y="4984965"/>
                  <a:pt x="5081206" y="4951169"/>
                </a:cubicBezTo>
                <a:cubicBezTo>
                  <a:pt x="5032384" y="4917372"/>
                  <a:pt x="4979807" y="4891086"/>
                  <a:pt x="4923474" y="4872311"/>
                </a:cubicBezTo>
                <a:cubicBezTo>
                  <a:pt x="4889674" y="4861045"/>
                  <a:pt x="4855875" y="4842269"/>
                  <a:pt x="4822075" y="4831004"/>
                </a:cubicBezTo>
                <a:cubicBezTo>
                  <a:pt x="4799542" y="4819738"/>
                  <a:pt x="4777009" y="4812228"/>
                  <a:pt x="4754476" y="4804718"/>
                </a:cubicBezTo>
                <a:cubicBezTo>
                  <a:pt x="4731943" y="4800963"/>
                  <a:pt x="4713166" y="4785942"/>
                  <a:pt x="4690632" y="4778432"/>
                </a:cubicBezTo>
                <a:cubicBezTo>
                  <a:pt x="4660588" y="4770921"/>
                  <a:pt x="4634300" y="4748391"/>
                  <a:pt x="4604256" y="4733370"/>
                </a:cubicBezTo>
                <a:cubicBezTo>
                  <a:pt x="4592989" y="4725860"/>
                  <a:pt x="4577967" y="4722104"/>
                  <a:pt x="4566701" y="4733370"/>
                </a:cubicBezTo>
                <a:cubicBezTo>
                  <a:pt x="4551679" y="4744635"/>
                  <a:pt x="4536657" y="4748391"/>
                  <a:pt x="4521634" y="4733370"/>
                </a:cubicBezTo>
                <a:cubicBezTo>
                  <a:pt x="4454035" y="4718349"/>
                  <a:pt x="4386436" y="4688308"/>
                  <a:pt x="4318837" y="4669532"/>
                </a:cubicBezTo>
                <a:cubicBezTo>
                  <a:pt x="4300059" y="4662022"/>
                  <a:pt x="4281282" y="4654512"/>
                  <a:pt x="4258749" y="4647001"/>
                </a:cubicBezTo>
                <a:cubicBezTo>
                  <a:pt x="4232460" y="4635736"/>
                  <a:pt x="4209927" y="4616960"/>
                  <a:pt x="4176127" y="4613205"/>
                </a:cubicBezTo>
                <a:cubicBezTo>
                  <a:pt x="4149839" y="4613205"/>
                  <a:pt x="4142328" y="4583164"/>
                  <a:pt x="4119795" y="4575654"/>
                </a:cubicBezTo>
                <a:cubicBezTo>
                  <a:pt x="4093506" y="4549367"/>
                  <a:pt x="4063462" y="4526837"/>
                  <a:pt x="4048440" y="4489285"/>
                </a:cubicBezTo>
                <a:cubicBezTo>
                  <a:pt x="4033418" y="4451733"/>
                  <a:pt x="4010885" y="4417937"/>
                  <a:pt x="3995863" y="4380386"/>
                </a:cubicBezTo>
                <a:cubicBezTo>
                  <a:pt x="3988352" y="4365365"/>
                  <a:pt x="3977085" y="4350344"/>
                  <a:pt x="3969574" y="4335324"/>
                </a:cubicBezTo>
                <a:cubicBezTo>
                  <a:pt x="3947041" y="4294017"/>
                  <a:pt x="3932019" y="4248955"/>
                  <a:pt x="3909486" y="4207649"/>
                </a:cubicBezTo>
                <a:cubicBezTo>
                  <a:pt x="3883198" y="4147566"/>
                  <a:pt x="3856909" y="4087484"/>
                  <a:pt x="3815598" y="4034911"/>
                </a:cubicBezTo>
                <a:cubicBezTo>
                  <a:pt x="3774288" y="4076218"/>
                  <a:pt x="3744244" y="4125035"/>
                  <a:pt x="3710444" y="4170097"/>
                </a:cubicBezTo>
                <a:cubicBezTo>
                  <a:pt x="3691667" y="4196383"/>
                  <a:pt x="3672889" y="4222669"/>
                  <a:pt x="3657867" y="4256466"/>
                </a:cubicBezTo>
                <a:cubicBezTo>
                  <a:pt x="3650356" y="4278996"/>
                  <a:pt x="3642845" y="4305283"/>
                  <a:pt x="3635334" y="4331569"/>
                </a:cubicBezTo>
                <a:cubicBezTo>
                  <a:pt x="3627823" y="4365365"/>
                  <a:pt x="3631578" y="4399161"/>
                  <a:pt x="3627823" y="4432958"/>
                </a:cubicBezTo>
                <a:cubicBezTo>
                  <a:pt x="3624067" y="4459244"/>
                  <a:pt x="3639089" y="4478020"/>
                  <a:pt x="3639089" y="4500550"/>
                </a:cubicBezTo>
                <a:cubicBezTo>
                  <a:pt x="3635334" y="4523081"/>
                  <a:pt x="3627823" y="4545612"/>
                  <a:pt x="3646601" y="4564388"/>
                </a:cubicBezTo>
                <a:cubicBezTo>
                  <a:pt x="3650356" y="4571898"/>
                  <a:pt x="3646601" y="4583164"/>
                  <a:pt x="3646601" y="4594429"/>
                </a:cubicBezTo>
                <a:cubicBezTo>
                  <a:pt x="3646601" y="4673287"/>
                  <a:pt x="3646601" y="4755901"/>
                  <a:pt x="3646601" y="4834759"/>
                </a:cubicBezTo>
                <a:cubicBezTo>
                  <a:pt x="3646601" y="4868555"/>
                  <a:pt x="3635334" y="4894841"/>
                  <a:pt x="3627823" y="4924883"/>
                </a:cubicBezTo>
                <a:cubicBezTo>
                  <a:pt x="3612801" y="4984965"/>
                  <a:pt x="3594023" y="5045048"/>
                  <a:pt x="3571490" y="5105130"/>
                </a:cubicBezTo>
                <a:cubicBezTo>
                  <a:pt x="3552713" y="5150192"/>
                  <a:pt x="3533935" y="5199009"/>
                  <a:pt x="3518913" y="5244071"/>
                </a:cubicBezTo>
                <a:cubicBezTo>
                  <a:pt x="3500136" y="5300398"/>
                  <a:pt x="3470092" y="5356725"/>
                  <a:pt x="3462581" y="5416808"/>
                </a:cubicBezTo>
                <a:cubicBezTo>
                  <a:pt x="3436292" y="5446849"/>
                  <a:pt x="3451314" y="5491911"/>
                  <a:pt x="3425025" y="5521952"/>
                </a:cubicBezTo>
                <a:cubicBezTo>
                  <a:pt x="3421270" y="5525707"/>
                  <a:pt x="3421270" y="5536973"/>
                  <a:pt x="3425025" y="5540728"/>
                </a:cubicBezTo>
                <a:cubicBezTo>
                  <a:pt x="3440047" y="5555748"/>
                  <a:pt x="3436292" y="5570769"/>
                  <a:pt x="3425025" y="5589545"/>
                </a:cubicBezTo>
                <a:cubicBezTo>
                  <a:pt x="3421270" y="5593300"/>
                  <a:pt x="3421270" y="5608321"/>
                  <a:pt x="3428781" y="5608321"/>
                </a:cubicBezTo>
                <a:cubicBezTo>
                  <a:pt x="3447558" y="5604565"/>
                  <a:pt x="3443803" y="5623341"/>
                  <a:pt x="3447558" y="5627096"/>
                </a:cubicBezTo>
                <a:cubicBezTo>
                  <a:pt x="3466336" y="5668403"/>
                  <a:pt x="3485114" y="5709710"/>
                  <a:pt x="3496380" y="5751016"/>
                </a:cubicBezTo>
                <a:cubicBezTo>
                  <a:pt x="3503891" y="5769792"/>
                  <a:pt x="3507647" y="5792323"/>
                  <a:pt x="3515158" y="5811099"/>
                </a:cubicBezTo>
                <a:cubicBezTo>
                  <a:pt x="3522669" y="5829875"/>
                  <a:pt x="3526424" y="5848650"/>
                  <a:pt x="3530180" y="5871181"/>
                </a:cubicBezTo>
                <a:cubicBezTo>
                  <a:pt x="3541446" y="5889957"/>
                  <a:pt x="3541446" y="5916243"/>
                  <a:pt x="3526424" y="5938774"/>
                </a:cubicBezTo>
                <a:cubicBezTo>
                  <a:pt x="4746965" y="5938774"/>
                  <a:pt x="5967505" y="5938774"/>
                  <a:pt x="7188047" y="5938774"/>
                </a:cubicBezTo>
                <a:cubicBezTo>
                  <a:pt x="7199313" y="5995101"/>
                  <a:pt x="7191802" y="6055184"/>
                  <a:pt x="7191802" y="6111511"/>
                </a:cubicBezTo>
                <a:cubicBezTo>
                  <a:pt x="7191802" y="6194124"/>
                  <a:pt x="7195557" y="6272983"/>
                  <a:pt x="7191802" y="6351841"/>
                </a:cubicBezTo>
                <a:cubicBezTo>
                  <a:pt x="7169269" y="6370617"/>
                  <a:pt x="7142981" y="6366861"/>
                  <a:pt x="7120447" y="6366861"/>
                </a:cubicBezTo>
                <a:cubicBezTo>
                  <a:pt x="6958961" y="6366861"/>
                  <a:pt x="6797473" y="6366861"/>
                  <a:pt x="6635987" y="6366861"/>
                </a:cubicBezTo>
                <a:cubicBezTo>
                  <a:pt x="6572143" y="6366861"/>
                  <a:pt x="6568387" y="6370617"/>
                  <a:pt x="6568387" y="6434454"/>
                </a:cubicBezTo>
                <a:cubicBezTo>
                  <a:pt x="6564632" y="6483271"/>
                  <a:pt x="6579654" y="6535843"/>
                  <a:pt x="6553365" y="6584660"/>
                </a:cubicBezTo>
                <a:cubicBezTo>
                  <a:pt x="6350567" y="6584660"/>
                  <a:pt x="6147770" y="6584660"/>
                  <a:pt x="5944973" y="6584660"/>
                </a:cubicBezTo>
                <a:cubicBezTo>
                  <a:pt x="5922439" y="6554619"/>
                  <a:pt x="5929951" y="6520823"/>
                  <a:pt x="5929951" y="6490781"/>
                </a:cubicBezTo>
                <a:cubicBezTo>
                  <a:pt x="5929951" y="6355596"/>
                  <a:pt x="5948728" y="6370617"/>
                  <a:pt x="5806019" y="6370617"/>
                </a:cubicBezTo>
                <a:cubicBezTo>
                  <a:pt x="4442769" y="6366861"/>
                  <a:pt x="3079518" y="6366861"/>
                  <a:pt x="1712513" y="6370617"/>
                </a:cubicBezTo>
                <a:cubicBezTo>
                  <a:pt x="1573559" y="6370617"/>
                  <a:pt x="1592337" y="6355596"/>
                  <a:pt x="1588581" y="6490781"/>
                </a:cubicBezTo>
                <a:cubicBezTo>
                  <a:pt x="1588581" y="6520823"/>
                  <a:pt x="1596092" y="6554619"/>
                  <a:pt x="1573559" y="6584660"/>
                </a:cubicBezTo>
                <a:cubicBezTo>
                  <a:pt x="1175475" y="6584660"/>
                  <a:pt x="777391" y="6584660"/>
                  <a:pt x="379307" y="6584660"/>
                </a:cubicBezTo>
                <a:cubicBezTo>
                  <a:pt x="353018" y="6547109"/>
                  <a:pt x="364285" y="6502047"/>
                  <a:pt x="364285" y="6464495"/>
                </a:cubicBezTo>
                <a:cubicBezTo>
                  <a:pt x="364285" y="6359351"/>
                  <a:pt x="375551" y="6366861"/>
                  <a:pt x="266642" y="6366861"/>
                </a:cubicBezTo>
                <a:cubicBezTo>
                  <a:pt x="199042" y="6366861"/>
                  <a:pt x="131443" y="6366861"/>
                  <a:pt x="63844" y="6366861"/>
                </a:cubicBezTo>
                <a:cubicBezTo>
                  <a:pt x="41311" y="6366861"/>
                  <a:pt x="18778" y="6370617"/>
                  <a:pt x="0" y="6351841"/>
                </a:cubicBezTo>
                <a:cubicBezTo>
                  <a:pt x="0" y="6348086"/>
                  <a:pt x="0" y="6340575"/>
                  <a:pt x="0" y="6336820"/>
                </a:cubicBezTo>
                <a:cubicBezTo>
                  <a:pt x="26289" y="6318044"/>
                  <a:pt x="18778" y="6284248"/>
                  <a:pt x="37555" y="6265472"/>
                </a:cubicBezTo>
                <a:cubicBezTo>
                  <a:pt x="33800" y="6239186"/>
                  <a:pt x="63844" y="6224166"/>
                  <a:pt x="56333" y="6194124"/>
                </a:cubicBezTo>
                <a:cubicBezTo>
                  <a:pt x="71355" y="6175349"/>
                  <a:pt x="67599" y="6149063"/>
                  <a:pt x="82621" y="6130287"/>
                </a:cubicBezTo>
                <a:cubicBezTo>
                  <a:pt x="90133" y="6066449"/>
                  <a:pt x="116421" y="6013877"/>
                  <a:pt x="131443" y="5953795"/>
                </a:cubicBezTo>
                <a:cubicBezTo>
                  <a:pt x="150221" y="5893712"/>
                  <a:pt x="165243" y="5826119"/>
                  <a:pt x="195287" y="5769792"/>
                </a:cubicBezTo>
                <a:cubicBezTo>
                  <a:pt x="191531" y="5739751"/>
                  <a:pt x="206553" y="5713465"/>
                  <a:pt x="217820" y="5687179"/>
                </a:cubicBezTo>
                <a:cubicBezTo>
                  <a:pt x="225331" y="5660893"/>
                  <a:pt x="229086" y="5634607"/>
                  <a:pt x="240353" y="5608321"/>
                </a:cubicBezTo>
                <a:cubicBezTo>
                  <a:pt x="259130" y="5551993"/>
                  <a:pt x="277908" y="5495666"/>
                  <a:pt x="292930" y="5439339"/>
                </a:cubicBezTo>
                <a:cubicBezTo>
                  <a:pt x="307952" y="5383011"/>
                  <a:pt x="326730" y="5326684"/>
                  <a:pt x="345507" y="5270357"/>
                </a:cubicBezTo>
                <a:cubicBezTo>
                  <a:pt x="360529" y="5214029"/>
                  <a:pt x="375551" y="5161457"/>
                  <a:pt x="394329" y="5108885"/>
                </a:cubicBezTo>
                <a:cubicBezTo>
                  <a:pt x="405595" y="5067579"/>
                  <a:pt x="420617" y="5030027"/>
                  <a:pt x="431884" y="4988720"/>
                </a:cubicBezTo>
                <a:cubicBezTo>
                  <a:pt x="439395" y="4947414"/>
                  <a:pt x="458173" y="4909862"/>
                  <a:pt x="465683" y="4872311"/>
                </a:cubicBezTo>
                <a:cubicBezTo>
                  <a:pt x="480705" y="4812228"/>
                  <a:pt x="503239" y="4759656"/>
                  <a:pt x="518261" y="4703329"/>
                </a:cubicBezTo>
                <a:cubicBezTo>
                  <a:pt x="533283" y="4647001"/>
                  <a:pt x="555816" y="4594429"/>
                  <a:pt x="567082" y="4538102"/>
                </a:cubicBezTo>
                <a:cubicBezTo>
                  <a:pt x="582104" y="4481775"/>
                  <a:pt x="604637" y="4429203"/>
                  <a:pt x="619660" y="4372875"/>
                </a:cubicBezTo>
                <a:cubicBezTo>
                  <a:pt x="638437" y="4309038"/>
                  <a:pt x="660970" y="4245200"/>
                  <a:pt x="679748" y="4181362"/>
                </a:cubicBezTo>
                <a:cubicBezTo>
                  <a:pt x="687259" y="4158831"/>
                  <a:pt x="687259" y="4136301"/>
                  <a:pt x="698525" y="4113770"/>
                </a:cubicBezTo>
                <a:cubicBezTo>
                  <a:pt x="709792" y="4094994"/>
                  <a:pt x="709792" y="4072463"/>
                  <a:pt x="717303" y="4049932"/>
                </a:cubicBezTo>
                <a:cubicBezTo>
                  <a:pt x="739836" y="3982339"/>
                  <a:pt x="762369" y="3914746"/>
                  <a:pt x="781146" y="3847154"/>
                </a:cubicBezTo>
                <a:cubicBezTo>
                  <a:pt x="796168" y="3790826"/>
                  <a:pt x="814946" y="3734499"/>
                  <a:pt x="829968" y="3678172"/>
                </a:cubicBezTo>
                <a:cubicBezTo>
                  <a:pt x="848745" y="3621845"/>
                  <a:pt x="860012" y="3565517"/>
                  <a:pt x="882545" y="3516700"/>
                </a:cubicBezTo>
                <a:cubicBezTo>
                  <a:pt x="882545" y="3486659"/>
                  <a:pt x="897567" y="3460373"/>
                  <a:pt x="905078" y="3434087"/>
                </a:cubicBezTo>
                <a:cubicBezTo>
                  <a:pt x="916345" y="3407801"/>
                  <a:pt x="920100" y="3381515"/>
                  <a:pt x="931367" y="3355229"/>
                </a:cubicBezTo>
                <a:cubicBezTo>
                  <a:pt x="953900" y="3291391"/>
                  <a:pt x="972677" y="3223799"/>
                  <a:pt x="991455" y="3156206"/>
                </a:cubicBezTo>
                <a:cubicBezTo>
                  <a:pt x="1010232" y="3103633"/>
                  <a:pt x="1025254" y="3047306"/>
                  <a:pt x="1040276" y="2990979"/>
                </a:cubicBezTo>
                <a:cubicBezTo>
                  <a:pt x="1055299" y="2938407"/>
                  <a:pt x="1074076" y="2882079"/>
                  <a:pt x="1092854" y="2829507"/>
                </a:cubicBezTo>
                <a:cubicBezTo>
                  <a:pt x="1104120" y="2788201"/>
                  <a:pt x="1119142" y="2746894"/>
                  <a:pt x="1130409" y="2705587"/>
                </a:cubicBezTo>
                <a:cubicBezTo>
                  <a:pt x="1141675" y="2664281"/>
                  <a:pt x="1156697" y="2626729"/>
                  <a:pt x="1167964" y="2585422"/>
                </a:cubicBezTo>
                <a:cubicBezTo>
                  <a:pt x="1175475" y="2562892"/>
                  <a:pt x="1179230" y="2540361"/>
                  <a:pt x="1186741" y="2517830"/>
                </a:cubicBezTo>
                <a:cubicBezTo>
                  <a:pt x="1198008" y="2499054"/>
                  <a:pt x="1198008" y="2476523"/>
                  <a:pt x="1205519" y="2457747"/>
                </a:cubicBezTo>
                <a:cubicBezTo>
                  <a:pt x="1228052" y="2390154"/>
                  <a:pt x="1243074" y="2318807"/>
                  <a:pt x="1273118" y="2254969"/>
                </a:cubicBezTo>
                <a:cubicBezTo>
                  <a:pt x="1276874" y="2194887"/>
                  <a:pt x="1306918" y="2142314"/>
                  <a:pt x="1318184" y="2085987"/>
                </a:cubicBezTo>
                <a:cubicBezTo>
                  <a:pt x="1321940" y="2059701"/>
                  <a:pt x="1321940" y="2052191"/>
                  <a:pt x="1306918" y="2040925"/>
                </a:cubicBezTo>
                <a:cubicBezTo>
                  <a:pt x="1254341" y="2007129"/>
                  <a:pt x="1201763" y="1973333"/>
                  <a:pt x="1152942" y="1935781"/>
                </a:cubicBezTo>
                <a:cubicBezTo>
                  <a:pt x="1096609" y="1894474"/>
                  <a:pt x="1032765" y="1860678"/>
                  <a:pt x="976433" y="1815616"/>
                </a:cubicBezTo>
                <a:cubicBezTo>
                  <a:pt x="931367" y="1781820"/>
                  <a:pt x="882545" y="1751779"/>
                  <a:pt x="833723" y="1717982"/>
                </a:cubicBezTo>
                <a:cubicBezTo>
                  <a:pt x="784902" y="1680431"/>
                  <a:pt x="728569" y="1646634"/>
                  <a:pt x="675992" y="1612838"/>
                </a:cubicBezTo>
                <a:cubicBezTo>
                  <a:pt x="660970" y="1601572"/>
                  <a:pt x="645948" y="1586552"/>
                  <a:pt x="634682" y="1571531"/>
                </a:cubicBezTo>
                <a:cubicBezTo>
                  <a:pt x="630926" y="1567776"/>
                  <a:pt x="627170" y="1567776"/>
                  <a:pt x="627170" y="1564021"/>
                </a:cubicBezTo>
                <a:cubicBezTo>
                  <a:pt x="627170" y="1537735"/>
                  <a:pt x="619660" y="1507694"/>
                  <a:pt x="638437" y="1481408"/>
                </a:cubicBezTo>
                <a:cubicBezTo>
                  <a:pt x="653459" y="1458876"/>
                  <a:pt x="675992" y="1440101"/>
                  <a:pt x="702281" y="1440101"/>
                </a:cubicBezTo>
                <a:cubicBezTo>
                  <a:pt x="724814" y="1443856"/>
                  <a:pt x="747347" y="1451366"/>
                  <a:pt x="762369" y="1462632"/>
                </a:cubicBezTo>
                <a:cubicBezTo>
                  <a:pt x="833723" y="1507694"/>
                  <a:pt x="901323" y="1556511"/>
                  <a:pt x="972677" y="1605328"/>
                </a:cubicBezTo>
                <a:cubicBezTo>
                  <a:pt x="1044032" y="1654145"/>
                  <a:pt x="1119142" y="1702962"/>
                  <a:pt x="1190497" y="1755534"/>
                </a:cubicBezTo>
                <a:cubicBezTo>
                  <a:pt x="1246830" y="1796840"/>
                  <a:pt x="1310673" y="1834392"/>
                  <a:pt x="1363250" y="1875699"/>
                </a:cubicBezTo>
                <a:cubicBezTo>
                  <a:pt x="1408317" y="1913250"/>
                  <a:pt x="1460894" y="1939536"/>
                  <a:pt x="1505960" y="1973333"/>
                </a:cubicBezTo>
                <a:cubicBezTo>
                  <a:pt x="1566048" y="2014639"/>
                  <a:pt x="1629892" y="2052191"/>
                  <a:pt x="1686224" y="2097253"/>
                </a:cubicBezTo>
                <a:cubicBezTo>
                  <a:pt x="1731290" y="2134804"/>
                  <a:pt x="1783868" y="2164845"/>
                  <a:pt x="1832689" y="2194887"/>
                </a:cubicBezTo>
                <a:cubicBezTo>
                  <a:pt x="1836445" y="2198642"/>
                  <a:pt x="1843956" y="2202397"/>
                  <a:pt x="1847711" y="2206152"/>
                </a:cubicBezTo>
                <a:cubicBezTo>
                  <a:pt x="1877755" y="2239948"/>
                  <a:pt x="1919066" y="2251214"/>
                  <a:pt x="1956621" y="2247459"/>
                </a:cubicBezTo>
                <a:cubicBezTo>
                  <a:pt x="2050509" y="2247459"/>
                  <a:pt x="2144396" y="2262480"/>
                  <a:pt x="2238284" y="2258724"/>
                </a:cubicBezTo>
                <a:cubicBezTo>
                  <a:pt x="2264573" y="2258724"/>
                  <a:pt x="2290861" y="2273745"/>
                  <a:pt x="2320905" y="2269990"/>
                </a:cubicBezTo>
                <a:cubicBezTo>
                  <a:pt x="2350949" y="2266234"/>
                  <a:pt x="2380994" y="2262480"/>
                  <a:pt x="2407282" y="2269990"/>
                </a:cubicBezTo>
                <a:cubicBezTo>
                  <a:pt x="2452348" y="2281255"/>
                  <a:pt x="2501170" y="2277500"/>
                  <a:pt x="2546236" y="2277500"/>
                </a:cubicBezTo>
                <a:cubicBezTo>
                  <a:pt x="2576280" y="2277500"/>
                  <a:pt x="2602569" y="2292520"/>
                  <a:pt x="2636368" y="2288765"/>
                </a:cubicBezTo>
                <a:cubicBezTo>
                  <a:pt x="2666412" y="2285010"/>
                  <a:pt x="2696456" y="2281255"/>
                  <a:pt x="2726501" y="2288765"/>
                </a:cubicBezTo>
                <a:cubicBezTo>
                  <a:pt x="2756545" y="2296276"/>
                  <a:pt x="2782833" y="2292520"/>
                  <a:pt x="2809122" y="2296276"/>
                </a:cubicBezTo>
                <a:cubicBezTo>
                  <a:pt x="2842921" y="2300031"/>
                  <a:pt x="2865454" y="2322562"/>
                  <a:pt x="2876721" y="2352603"/>
                </a:cubicBezTo>
                <a:cubicBezTo>
                  <a:pt x="2887987" y="2378889"/>
                  <a:pt x="2884232" y="2405175"/>
                  <a:pt x="2865454" y="2427706"/>
                </a:cubicBezTo>
                <a:cubicBezTo>
                  <a:pt x="2857943" y="2435217"/>
                  <a:pt x="2850432" y="2442727"/>
                  <a:pt x="2842921" y="2450237"/>
                </a:cubicBezTo>
                <a:cubicBezTo>
                  <a:pt x="2835410" y="2457747"/>
                  <a:pt x="2827899" y="2461503"/>
                  <a:pt x="2816633" y="2461503"/>
                </a:cubicBezTo>
                <a:cubicBezTo>
                  <a:pt x="2760300" y="2461503"/>
                  <a:pt x="2707723" y="2469013"/>
                  <a:pt x="2655146" y="2461503"/>
                </a:cubicBezTo>
                <a:cubicBezTo>
                  <a:pt x="2598813" y="2450237"/>
                  <a:pt x="2542481" y="2461503"/>
                  <a:pt x="2489903" y="2450237"/>
                </a:cubicBezTo>
                <a:cubicBezTo>
                  <a:pt x="2437326" y="2442727"/>
                  <a:pt x="2380994" y="2450237"/>
                  <a:pt x="2332172" y="2442727"/>
                </a:cubicBezTo>
                <a:cubicBezTo>
                  <a:pt x="2279595" y="2431461"/>
                  <a:pt x="2227018" y="2442727"/>
                  <a:pt x="2174441" y="2431461"/>
                </a:cubicBezTo>
                <a:cubicBezTo>
                  <a:pt x="2118108" y="2423951"/>
                  <a:pt x="2065531" y="2431461"/>
                  <a:pt x="2012954" y="2423951"/>
                </a:cubicBezTo>
                <a:cubicBezTo>
                  <a:pt x="1964132" y="2416441"/>
                  <a:pt x="1915310" y="2416441"/>
                  <a:pt x="1870244" y="2416441"/>
                </a:cubicBezTo>
                <a:cubicBezTo>
                  <a:pt x="1862733" y="2416441"/>
                  <a:pt x="1855222" y="2412686"/>
                  <a:pt x="1847711" y="2408930"/>
                </a:cubicBezTo>
                <a:cubicBezTo>
                  <a:pt x="1798890" y="2386400"/>
                  <a:pt x="1761334" y="2352603"/>
                  <a:pt x="1716268" y="2326317"/>
                </a:cubicBezTo>
                <a:cubicBezTo>
                  <a:pt x="1697491" y="2348848"/>
                  <a:pt x="1697491" y="2382644"/>
                  <a:pt x="1686224" y="2412686"/>
                </a:cubicBezTo>
                <a:cubicBezTo>
                  <a:pt x="1671202" y="2446482"/>
                  <a:pt x="1671202" y="2484033"/>
                  <a:pt x="1656180" y="2517830"/>
                </a:cubicBezTo>
                <a:cubicBezTo>
                  <a:pt x="1644914" y="2555381"/>
                  <a:pt x="1641158" y="2592933"/>
                  <a:pt x="1622381" y="2622974"/>
                </a:cubicBezTo>
                <a:cubicBezTo>
                  <a:pt x="1626136" y="2653015"/>
                  <a:pt x="1607359" y="2679301"/>
                  <a:pt x="1599848" y="2701832"/>
                </a:cubicBezTo>
                <a:cubicBezTo>
                  <a:pt x="1592337" y="2728118"/>
                  <a:pt x="1596092" y="2758159"/>
                  <a:pt x="1573559" y="2780690"/>
                </a:cubicBezTo>
                <a:cubicBezTo>
                  <a:pt x="1569803" y="2844528"/>
                  <a:pt x="1532248" y="2897100"/>
                  <a:pt x="1528493" y="2960938"/>
                </a:cubicBezTo>
                <a:cubicBezTo>
                  <a:pt x="1505960" y="3009755"/>
                  <a:pt x="1498449" y="3058572"/>
                  <a:pt x="1483427" y="3111144"/>
                </a:cubicBezTo>
                <a:cubicBezTo>
                  <a:pt x="1468405" y="3118654"/>
                  <a:pt x="1479671" y="3137430"/>
                  <a:pt x="1472160" y="3148695"/>
                </a:cubicBezTo>
                <a:cubicBezTo>
                  <a:pt x="1464649" y="3163716"/>
                  <a:pt x="1457138" y="3178737"/>
                  <a:pt x="1457138" y="3193757"/>
                </a:cubicBezTo>
                <a:cubicBezTo>
                  <a:pt x="1457138" y="3208778"/>
                  <a:pt x="1449627" y="3223799"/>
                  <a:pt x="1445872" y="3235064"/>
                </a:cubicBezTo>
                <a:cubicBezTo>
                  <a:pt x="1419583" y="3302657"/>
                  <a:pt x="1404561" y="3370249"/>
                  <a:pt x="1382028" y="3434087"/>
                </a:cubicBezTo>
                <a:cubicBezTo>
                  <a:pt x="1363250" y="3501680"/>
                  <a:pt x="1344473" y="3569272"/>
                  <a:pt x="1325695" y="3636865"/>
                </a:cubicBezTo>
                <a:cubicBezTo>
                  <a:pt x="1306918" y="3704458"/>
                  <a:pt x="1291896" y="3772051"/>
                  <a:pt x="1261852" y="3835888"/>
                </a:cubicBezTo>
                <a:cubicBezTo>
                  <a:pt x="1261852" y="3880950"/>
                  <a:pt x="1239319" y="3918502"/>
                  <a:pt x="1228052" y="3959808"/>
                </a:cubicBezTo>
                <a:cubicBezTo>
                  <a:pt x="1216785" y="4001115"/>
                  <a:pt x="1205519" y="4042422"/>
                  <a:pt x="1194252" y="4083728"/>
                </a:cubicBezTo>
                <a:cubicBezTo>
                  <a:pt x="1182986" y="4110014"/>
                  <a:pt x="1179230" y="4140056"/>
                  <a:pt x="1167964" y="4166342"/>
                </a:cubicBezTo>
                <a:cubicBezTo>
                  <a:pt x="1160453" y="4192628"/>
                  <a:pt x="1164208" y="4222669"/>
                  <a:pt x="1141675" y="4241445"/>
                </a:cubicBezTo>
                <a:cubicBezTo>
                  <a:pt x="1137920" y="4305283"/>
                  <a:pt x="1100365" y="4361610"/>
                  <a:pt x="1096609" y="4425447"/>
                </a:cubicBezTo>
                <a:cubicBezTo>
                  <a:pt x="1074076" y="4470509"/>
                  <a:pt x="1062810" y="4523081"/>
                  <a:pt x="1051543" y="4571898"/>
                </a:cubicBezTo>
                <a:cubicBezTo>
                  <a:pt x="1032765" y="4583164"/>
                  <a:pt x="1044032" y="4601940"/>
                  <a:pt x="1040276" y="4613205"/>
                </a:cubicBezTo>
                <a:cubicBezTo>
                  <a:pt x="1032765" y="4628226"/>
                  <a:pt x="1025254" y="4643246"/>
                  <a:pt x="1025254" y="4658267"/>
                </a:cubicBezTo>
                <a:cubicBezTo>
                  <a:pt x="1025254" y="4673287"/>
                  <a:pt x="1017743" y="4688308"/>
                  <a:pt x="1013988" y="4699574"/>
                </a:cubicBezTo>
                <a:cubicBezTo>
                  <a:pt x="987699" y="4763411"/>
                  <a:pt x="980188" y="4834759"/>
                  <a:pt x="950144" y="4898597"/>
                </a:cubicBezTo>
                <a:cubicBezTo>
                  <a:pt x="950144" y="4932393"/>
                  <a:pt x="931367" y="4962434"/>
                  <a:pt x="920100" y="4996231"/>
                </a:cubicBezTo>
                <a:cubicBezTo>
                  <a:pt x="912589" y="5030027"/>
                  <a:pt x="905078" y="5063823"/>
                  <a:pt x="893812" y="5097620"/>
                </a:cubicBezTo>
                <a:cubicBezTo>
                  <a:pt x="871279" y="5165212"/>
                  <a:pt x="860012" y="5232805"/>
                  <a:pt x="829968" y="5300398"/>
                </a:cubicBezTo>
                <a:cubicBezTo>
                  <a:pt x="826213" y="5311663"/>
                  <a:pt x="833723" y="5311663"/>
                  <a:pt x="844990" y="5315419"/>
                </a:cubicBezTo>
                <a:cubicBezTo>
                  <a:pt x="882545" y="5319174"/>
                  <a:pt x="920100" y="5300398"/>
                  <a:pt x="957655" y="5304153"/>
                </a:cubicBezTo>
                <a:cubicBezTo>
                  <a:pt x="1017743" y="5289133"/>
                  <a:pt x="1077832" y="5296643"/>
                  <a:pt x="1137920" y="5296643"/>
                </a:cubicBezTo>
                <a:cubicBezTo>
                  <a:pt x="1198008" y="5292888"/>
                  <a:pt x="1258096" y="5296643"/>
                  <a:pt x="1318184" y="5296643"/>
                </a:cubicBezTo>
                <a:cubicBezTo>
                  <a:pt x="1336962" y="5292888"/>
                  <a:pt x="1351984" y="5307908"/>
                  <a:pt x="1374517" y="5304153"/>
                </a:cubicBezTo>
                <a:cubicBezTo>
                  <a:pt x="1389539" y="5304153"/>
                  <a:pt x="1408317" y="5296643"/>
                  <a:pt x="1423339" y="5315419"/>
                </a:cubicBezTo>
                <a:cubicBezTo>
                  <a:pt x="1453383" y="5311663"/>
                  <a:pt x="1475916" y="5319174"/>
                  <a:pt x="1502204" y="5322929"/>
                </a:cubicBezTo>
                <a:cubicBezTo>
                  <a:pt x="1562292" y="5334194"/>
                  <a:pt x="1618625" y="5349215"/>
                  <a:pt x="1674958" y="5364236"/>
                </a:cubicBezTo>
                <a:cubicBezTo>
                  <a:pt x="1735046" y="5379256"/>
                  <a:pt x="1795134" y="5401787"/>
                  <a:pt x="1851467" y="5424318"/>
                </a:cubicBezTo>
                <a:cubicBezTo>
                  <a:pt x="1900288" y="5446849"/>
                  <a:pt x="1949110" y="5469380"/>
                  <a:pt x="1997932" y="5499421"/>
                </a:cubicBezTo>
                <a:cubicBezTo>
                  <a:pt x="2024220" y="5518197"/>
                  <a:pt x="2054264" y="5533217"/>
                  <a:pt x="2080553" y="5551993"/>
                </a:cubicBezTo>
                <a:cubicBezTo>
                  <a:pt x="2114352" y="5578279"/>
                  <a:pt x="2155663" y="5600810"/>
                  <a:pt x="2185707" y="5634607"/>
                </a:cubicBezTo>
                <a:cubicBezTo>
                  <a:pt x="2219507" y="5672158"/>
                  <a:pt x="2257062" y="5705954"/>
                  <a:pt x="2290861" y="5747261"/>
                </a:cubicBezTo>
                <a:cubicBezTo>
                  <a:pt x="2328416" y="5796078"/>
                  <a:pt x="2354705" y="5848650"/>
                  <a:pt x="2384749" y="5901222"/>
                </a:cubicBezTo>
                <a:cubicBezTo>
                  <a:pt x="2388505" y="5904978"/>
                  <a:pt x="2392260" y="5912488"/>
                  <a:pt x="2392260" y="5919998"/>
                </a:cubicBezTo>
                <a:cubicBezTo>
                  <a:pt x="2396016" y="5935019"/>
                  <a:pt x="2407282" y="5938774"/>
                  <a:pt x="2422304" y="5938774"/>
                </a:cubicBezTo>
                <a:cubicBezTo>
                  <a:pt x="2478637" y="5938774"/>
                  <a:pt x="2531214" y="5938774"/>
                  <a:pt x="2583791" y="5938774"/>
                </a:cubicBezTo>
                <a:cubicBezTo>
                  <a:pt x="2591302" y="5927509"/>
                  <a:pt x="2583791" y="5916243"/>
                  <a:pt x="2587547" y="5908733"/>
                </a:cubicBezTo>
                <a:cubicBezTo>
                  <a:pt x="2591302" y="5901222"/>
                  <a:pt x="2595058" y="5889957"/>
                  <a:pt x="2598813" y="5886202"/>
                </a:cubicBezTo>
                <a:cubicBezTo>
                  <a:pt x="2606324" y="5859916"/>
                  <a:pt x="2628857" y="5848650"/>
                  <a:pt x="2651390" y="5848650"/>
                </a:cubicBezTo>
                <a:cubicBezTo>
                  <a:pt x="2688945" y="5848650"/>
                  <a:pt x="2726501" y="5848650"/>
                  <a:pt x="2764056" y="5848650"/>
                </a:cubicBezTo>
                <a:cubicBezTo>
                  <a:pt x="2775322" y="5848650"/>
                  <a:pt x="2786589" y="5848650"/>
                  <a:pt x="2797855" y="5837385"/>
                </a:cubicBezTo>
                <a:cubicBezTo>
                  <a:pt x="2820388" y="5818609"/>
                  <a:pt x="2850432" y="5803588"/>
                  <a:pt x="2876721" y="5784813"/>
                </a:cubicBezTo>
                <a:cubicBezTo>
                  <a:pt x="2884232" y="5777302"/>
                  <a:pt x="2891743" y="5769792"/>
                  <a:pt x="2903009" y="5762282"/>
                </a:cubicBezTo>
                <a:cubicBezTo>
                  <a:pt x="2929298" y="5751016"/>
                  <a:pt x="2933054" y="5724730"/>
                  <a:pt x="2929298" y="5694689"/>
                </a:cubicBezTo>
                <a:cubicBezTo>
                  <a:pt x="2925543" y="5683424"/>
                  <a:pt x="2921787" y="5683424"/>
                  <a:pt x="2910521" y="5683424"/>
                </a:cubicBezTo>
                <a:cubicBezTo>
                  <a:pt x="2887987" y="5679668"/>
                  <a:pt x="2887987" y="5675913"/>
                  <a:pt x="2895498" y="5653382"/>
                </a:cubicBezTo>
                <a:cubicBezTo>
                  <a:pt x="2906765" y="5630851"/>
                  <a:pt x="2921787" y="5612076"/>
                  <a:pt x="2948076" y="5604565"/>
                </a:cubicBezTo>
                <a:cubicBezTo>
                  <a:pt x="2963098" y="5597055"/>
                  <a:pt x="2966853" y="5589545"/>
                  <a:pt x="2963098" y="5574524"/>
                </a:cubicBezTo>
                <a:cubicBezTo>
                  <a:pt x="2959342" y="5555748"/>
                  <a:pt x="2974364" y="5555748"/>
                  <a:pt x="2985631" y="5548238"/>
                </a:cubicBezTo>
                <a:cubicBezTo>
                  <a:pt x="2993142" y="5540728"/>
                  <a:pt x="2996897" y="5544483"/>
                  <a:pt x="3004408" y="5551993"/>
                </a:cubicBezTo>
                <a:cubicBezTo>
                  <a:pt x="3008164" y="5559504"/>
                  <a:pt x="3015675" y="5567014"/>
                  <a:pt x="3023186" y="5574524"/>
                </a:cubicBezTo>
                <a:cubicBezTo>
                  <a:pt x="3045719" y="5563259"/>
                  <a:pt x="3064496" y="5548238"/>
                  <a:pt x="3087029" y="5551993"/>
                </a:cubicBezTo>
                <a:cubicBezTo>
                  <a:pt x="3109563" y="5559504"/>
                  <a:pt x="3120829" y="5544483"/>
                  <a:pt x="3132096" y="5529462"/>
                </a:cubicBezTo>
                <a:cubicBezTo>
                  <a:pt x="3158384" y="5491911"/>
                  <a:pt x="3169651" y="5446849"/>
                  <a:pt x="3184673" y="5409297"/>
                </a:cubicBezTo>
                <a:cubicBezTo>
                  <a:pt x="3192184" y="5386767"/>
                  <a:pt x="3195939" y="5367991"/>
                  <a:pt x="3199695" y="5345460"/>
                </a:cubicBezTo>
                <a:cubicBezTo>
                  <a:pt x="3207206" y="5326684"/>
                  <a:pt x="3210961" y="5304153"/>
                  <a:pt x="3214717" y="5281622"/>
                </a:cubicBezTo>
                <a:cubicBezTo>
                  <a:pt x="3222228" y="5229050"/>
                  <a:pt x="3225983" y="5180233"/>
                  <a:pt x="3233494" y="5127661"/>
                </a:cubicBezTo>
                <a:cubicBezTo>
                  <a:pt x="3241005" y="5086354"/>
                  <a:pt x="3233494" y="5041292"/>
                  <a:pt x="3241005" y="4999986"/>
                </a:cubicBezTo>
                <a:cubicBezTo>
                  <a:pt x="3248516" y="4954924"/>
                  <a:pt x="3244761" y="4909862"/>
                  <a:pt x="3252272" y="4868555"/>
                </a:cubicBezTo>
                <a:cubicBezTo>
                  <a:pt x="3259783" y="4831004"/>
                  <a:pt x="3252272" y="4789697"/>
                  <a:pt x="3259783" y="4752146"/>
                </a:cubicBezTo>
                <a:cubicBezTo>
                  <a:pt x="3271049" y="4707084"/>
                  <a:pt x="3267294" y="4662022"/>
                  <a:pt x="3267294" y="4613205"/>
                </a:cubicBezTo>
                <a:cubicBezTo>
                  <a:pt x="3267294" y="4605695"/>
                  <a:pt x="3271049" y="4601940"/>
                  <a:pt x="3274805" y="4594429"/>
                </a:cubicBezTo>
                <a:cubicBezTo>
                  <a:pt x="3282316" y="4571898"/>
                  <a:pt x="3274805" y="4553123"/>
                  <a:pt x="3256027" y="4553123"/>
                </a:cubicBezTo>
                <a:cubicBezTo>
                  <a:pt x="3233494" y="4549367"/>
                  <a:pt x="3229739" y="4541857"/>
                  <a:pt x="3229739" y="4523081"/>
                </a:cubicBezTo>
                <a:cubicBezTo>
                  <a:pt x="3233494" y="4504306"/>
                  <a:pt x="3229739" y="4481775"/>
                  <a:pt x="3229739" y="4459244"/>
                </a:cubicBezTo>
                <a:cubicBezTo>
                  <a:pt x="3233494" y="4421692"/>
                  <a:pt x="3218472" y="4384141"/>
                  <a:pt x="3214717" y="4342834"/>
                </a:cubicBezTo>
                <a:cubicBezTo>
                  <a:pt x="3199695" y="4335324"/>
                  <a:pt x="3210961" y="4316548"/>
                  <a:pt x="3203450" y="4305283"/>
                </a:cubicBezTo>
                <a:cubicBezTo>
                  <a:pt x="3192184" y="4294017"/>
                  <a:pt x="3195939" y="4282752"/>
                  <a:pt x="3195939" y="4267731"/>
                </a:cubicBezTo>
                <a:cubicBezTo>
                  <a:pt x="3195939" y="4256466"/>
                  <a:pt x="3188428" y="4248955"/>
                  <a:pt x="3184673" y="4241445"/>
                </a:cubicBezTo>
                <a:cubicBezTo>
                  <a:pt x="3180917" y="4203893"/>
                  <a:pt x="3184673" y="4170097"/>
                  <a:pt x="3199695" y="4136301"/>
                </a:cubicBezTo>
                <a:cubicBezTo>
                  <a:pt x="3229739" y="4072463"/>
                  <a:pt x="3259783" y="4004870"/>
                  <a:pt x="3282316" y="3941033"/>
                </a:cubicBezTo>
                <a:cubicBezTo>
                  <a:pt x="3323627" y="3835888"/>
                  <a:pt x="3368693" y="3734499"/>
                  <a:pt x="3421270" y="3640620"/>
                </a:cubicBezTo>
                <a:cubicBezTo>
                  <a:pt x="3473847" y="3546742"/>
                  <a:pt x="3518913" y="3449108"/>
                  <a:pt x="3567735" y="3355229"/>
                </a:cubicBezTo>
                <a:cubicBezTo>
                  <a:pt x="3571490" y="3347718"/>
                  <a:pt x="3571490" y="3340208"/>
                  <a:pt x="3579001" y="3336453"/>
                </a:cubicBezTo>
                <a:cubicBezTo>
                  <a:pt x="3594023" y="3328943"/>
                  <a:pt x="3586512" y="3310167"/>
                  <a:pt x="3594023" y="3295146"/>
                </a:cubicBezTo>
                <a:cubicBezTo>
                  <a:pt x="3597779" y="3291391"/>
                  <a:pt x="3594023" y="3272616"/>
                  <a:pt x="3586512" y="3265105"/>
                </a:cubicBezTo>
                <a:cubicBezTo>
                  <a:pt x="3582757" y="3253840"/>
                  <a:pt x="3582757" y="3250084"/>
                  <a:pt x="3586512" y="3238819"/>
                </a:cubicBezTo>
                <a:cubicBezTo>
                  <a:pt x="3605290" y="3212533"/>
                  <a:pt x="3609045" y="3178737"/>
                  <a:pt x="3616556" y="3144940"/>
                </a:cubicBezTo>
                <a:cubicBezTo>
                  <a:pt x="3627823" y="3103633"/>
                  <a:pt x="3642845" y="3058572"/>
                  <a:pt x="3635334" y="3009755"/>
                </a:cubicBezTo>
                <a:cubicBezTo>
                  <a:pt x="3654112" y="2949672"/>
                  <a:pt x="3639089" y="2889590"/>
                  <a:pt x="3646601" y="2825752"/>
                </a:cubicBezTo>
                <a:cubicBezTo>
                  <a:pt x="3646601" y="2803221"/>
                  <a:pt x="3631578" y="2784445"/>
                  <a:pt x="3635334" y="2761915"/>
                </a:cubicBezTo>
                <a:cubicBezTo>
                  <a:pt x="3639089" y="2739384"/>
                  <a:pt x="3642845" y="2713098"/>
                  <a:pt x="3635334" y="2694322"/>
                </a:cubicBezTo>
                <a:cubicBezTo>
                  <a:pt x="3624067" y="2668036"/>
                  <a:pt x="3627823" y="2641750"/>
                  <a:pt x="3627823" y="2615464"/>
                </a:cubicBezTo>
                <a:cubicBezTo>
                  <a:pt x="3627823" y="2589178"/>
                  <a:pt x="3612801" y="2570402"/>
                  <a:pt x="3616556" y="2547871"/>
                </a:cubicBezTo>
                <a:cubicBezTo>
                  <a:pt x="3620312" y="2529095"/>
                  <a:pt x="3624067" y="2502809"/>
                  <a:pt x="3616556" y="2484033"/>
                </a:cubicBezTo>
                <a:cubicBezTo>
                  <a:pt x="3601534" y="2453992"/>
                  <a:pt x="3612801" y="2423951"/>
                  <a:pt x="3601534" y="2393910"/>
                </a:cubicBezTo>
                <a:cubicBezTo>
                  <a:pt x="3586512" y="2352603"/>
                  <a:pt x="3571490" y="2311296"/>
                  <a:pt x="3537691" y="2277500"/>
                </a:cubicBezTo>
                <a:cubicBezTo>
                  <a:pt x="3530180" y="2269990"/>
                  <a:pt x="3522669" y="2258724"/>
                  <a:pt x="3511402" y="2251214"/>
                </a:cubicBezTo>
                <a:cubicBezTo>
                  <a:pt x="3500136" y="2239948"/>
                  <a:pt x="3496380" y="2228683"/>
                  <a:pt x="3496380" y="2209907"/>
                </a:cubicBezTo>
                <a:cubicBezTo>
                  <a:pt x="3500136" y="2194887"/>
                  <a:pt x="3496380" y="2194887"/>
                  <a:pt x="3477603" y="2194887"/>
                </a:cubicBezTo>
                <a:cubicBezTo>
                  <a:pt x="3470092" y="2194887"/>
                  <a:pt x="3458825" y="2194887"/>
                  <a:pt x="3447558" y="2187376"/>
                </a:cubicBezTo>
                <a:cubicBezTo>
                  <a:pt x="3432536" y="2179866"/>
                  <a:pt x="3417514" y="2164845"/>
                  <a:pt x="3398737" y="2168600"/>
                </a:cubicBezTo>
                <a:cubicBezTo>
                  <a:pt x="3394981" y="2168600"/>
                  <a:pt x="3391226" y="2164845"/>
                  <a:pt x="3391226" y="2164845"/>
                </a:cubicBezTo>
                <a:cubicBezTo>
                  <a:pt x="3387470" y="2138559"/>
                  <a:pt x="3357426" y="2138559"/>
                  <a:pt x="3342404" y="2127294"/>
                </a:cubicBezTo>
                <a:cubicBezTo>
                  <a:pt x="3308605" y="2093497"/>
                  <a:pt x="3271049" y="2070967"/>
                  <a:pt x="3241005" y="2033415"/>
                </a:cubicBezTo>
                <a:cubicBezTo>
                  <a:pt x="3222228" y="2010884"/>
                  <a:pt x="3207206" y="1984598"/>
                  <a:pt x="3188428" y="1962067"/>
                </a:cubicBezTo>
                <a:cubicBezTo>
                  <a:pt x="3177162" y="1950802"/>
                  <a:pt x="3169651" y="1935781"/>
                  <a:pt x="3158384" y="1928271"/>
                </a:cubicBezTo>
                <a:cubicBezTo>
                  <a:pt x="3147118" y="1917005"/>
                  <a:pt x="3147118" y="1898230"/>
                  <a:pt x="3135851" y="1890719"/>
                </a:cubicBezTo>
                <a:cubicBezTo>
                  <a:pt x="3132096" y="1886964"/>
                  <a:pt x="3124585" y="1886964"/>
                  <a:pt x="3124585" y="1879454"/>
                </a:cubicBezTo>
                <a:cubicBezTo>
                  <a:pt x="3117074" y="1849413"/>
                  <a:pt x="3090785" y="1838147"/>
                  <a:pt x="3064496" y="1819371"/>
                </a:cubicBezTo>
                <a:cubicBezTo>
                  <a:pt x="3038208" y="1804351"/>
                  <a:pt x="3015675" y="1785575"/>
                  <a:pt x="2989386" y="1766799"/>
                </a:cubicBezTo>
                <a:cubicBezTo>
                  <a:pt x="2985631" y="1759289"/>
                  <a:pt x="2978120" y="1755534"/>
                  <a:pt x="2974364" y="1744268"/>
                </a:cubicBezTo>
                <a:cubicBezTo>
                  <a:pt x="2970609" y="1733003"/>
                  <a:pt x="2959342" y="1725492"/>
                  <a:pt x="2974364" y="1710472"/>
                </a:cubicBezTo>
                <a:cubicBezTo>
                  <a:pt x="2981875" y="1702962"/>
                  <a:pt x="2985631" y="1684186"/>
                  <a:pt x="2981875" y="1669165"/>
                </a:cubicBezTo>
                <a:cubicBezTo>
                  <a:pt x="2981875" y="1616593"/>
                  <a:pt x="2993142" y="1567776"/>
                  <a:pt x="3030697" y="1526469"/>
                </a:cubicBezTo>
                <a:cubicBezTo>
                  <a:pt x="3026941" y="1507694"/>
                  <a:pt x="3049474" y="1503938"/>
                  <a:pt x="3049474" y="1485163"/>
                </a:cubicBezTo>
                <a:cubicBezTo>
                  <a:pt x="3049474" y="1466387"/>
                  <a:pt x="3072007" y="1451366"/>
                  <a:pt x="3090785" y="1458876"/>
                </a:cubicBezTo>
                <a:cubicBezTo>
                  <a:pt x="3109563" y="1466387"/>
                  <a:pt x="3113318" y="1455121"/>
                  <a:pt x="3120829" y="1447611"/>
                </a:cubicBezTo>
                <a:cubicBezTo>
                  <a:pt x="3120829" y="1443856"/>
                  <a:pt x="3124585" y="1436346"/>
                  <a:pt x="3124585" y="1432591"/>
                </a:cubicBezTo>
                <a:cubicBezTo>
                  <a:pt x="3132096" y="1417570"/>
                  <a:pt x="3143362" y="1417570"/>
                  <a:pt x="3150873" y="1428835"/>
                </a:cubicBezTo>
                <a:cubicBezTo>
                  <a:pt x="3165895" y="1451366"/>
                  <a:pt x="3184673" y="1470142"/>
                  <a:pt x="3195939" y="1492673"/>
                </a:cubicBezTo>
                <a:cubicBezTo>
                  <a:pt x="3218472" y="1533980"/>
                  <a:pt x="3237250" y="1575286"/>
                  <a:pt x="3252272" y="1616593"/>
                </a:cubicBezTo>
                <a:cubicBezTo>
                  <a:pt x="3259783" y="1650389"/>
                  <a:pt x="3256027" y="1680431"/>
                  <a:pt x="3259783" y="1710472"/>
                </a:cubicBezTo>
                <a:cubicBezTo>
                  <a:pt x="3259783" y="1725492"/>
                  <a:pt x="3259783" y="1740513"/>
                  <a:pt x="3267294" y="1755534"/>
                </a:cubicBezTo>
                <a:cubicBezTo>
                  <a:pt x="3271049" y="1759289"/>
                  <a:pt x="3274805" y="1763044"/>
                  <a:pt x="3278561" y="1763044"/>
                </a:cubicBezTo>
                <a:cubicBezTo>
                  <a:pt x="3286072" y="1763044"/>
                  <a:pt x="3286072" y="1759289"/>
                  <a:pt x="3286072" y="1751779"/>
                </a:cubicBezTo>
                <a:cubicBezTo>
                  <a:pt x="3286072" y="1748023"/>
                  <a:pt x="3286072" y="1740513"/>
                  <a:pt x="3286072" y="1733003"/>
                </a:cubicBezTo>
                <a:cubicBezTo>
                  <a:pt x="3278561" y="1672920"/>
                  <a:pt x="3301094" y="1612838"/>
                  <a:pt x="3297338" y="1549000"/>
                </a:cubicBezTo>
                <a:cubicBezTo>
                  <a:pt x="3312360" y="1503938"/>
                  <a:pt x="3304849" y="1458876"/>
                  <a:pt x="3304849" y="1413815"/>
                </a:cubicBezTo>
                <a:cubicBezTo>
                  <a:pt x="3304849" y="1387529"/>
                  <a:pt x="3293583" y="1361243"/>
                  <a:pt x="3293583" y="1331201"/>
                </a:cubicBezTo>
                <a:cubicBezTo>
                  <a:pt x="3297338" y="1304915"/>
                  <a:pt x="3308605" y="1282384"/>
                  <a:pt x="3304849" y="1256098"/>
                </a:cubicBezTo>
                <a:cubicBezTo>
                  <a:pt x="3301094" y="1229812"/>
                  <a:pt x="3301094" y="1203526"/>
                  <a:pt x="3304849" y="1180995"/>
                </a:cubicBezTo>
                <a:cubicBezTo>
                  <a:pt x="3316116" y="1150954"/>
                  <a:pt x="3308605" y="1113403"/>
                  <a:pt x="3338649" y="1090872"/>
                </a:cubicBezTo>
                <a:cubicBezTo>
                  <a:pt x="3342404" y="1087116"/>
                  <a:pt x="3342404" y="1079606"/>
                  <a:pt x="3342404" y="1075851"/>
                </a:cubicBezTo>
                <a:cubicBezTo>
                  <a:pt x="3342404" y="1068341"/>
                  <a:pt x="3342404" y="1060830"/>
                  <a:pt x="3342404" y="1057075"/>
                </a:cubicBezTo>
                <a:cubicBezTo>
                  <a:pt x="3349915" y="1045810"/>
                  <a:pt x="3372448" y="1038299"/>
                  <a:pt x="3368693" y="1027034"/>
                </a:cubicBezTo>
                <a:cubicBezTo>
                  <a:pt x="3364937" y="1015769"/>
                  <a:pt x="3361182" y="1000748"/>
                  <a:pt x="3361182" y="989482"/>
                </a:cubicBezTo>
                <a:cubicBezTo>
                  <a:pt x="3361182" y="978217"/>
                  <a:pt x="3361182" y="963196"/>
                  <a:pt x="3361182" y="951931"/>
                </a:cubicBezTo>
                <a:cubicBezTo>
                  <a:pt x="3357426" y="933155"/>
                  <a:pt x="3364937" y="914379"/>
                  <a:pt x="3379959" y="899359"/>
                </a:cubicBezTo>
                <a:cubicBezTo>
                  <a:pt x="3383715" y="895604"/>
                  <a:pt x="3391226" y="891849"/>
                  <a:pt x="3394981" y="888093"/>
                </a:cubicBezTo>
                <a:cubicBezTo>
                  <a:pt x="3398737" y="876828"/>
                  <a:pt x="3417514" y="873073"/>
                  <a:pt x="3413759" y="858052"/>
                </a:cubicBezTo>
                <a:cubicBezTo>
                  <a:pt x="3413759" y="843032"/>
                  <a:pt x="3410003" y="828011"/>
                  <a:pt x="3402492" y="816745"/>
                </a:cubicBezTo>
                <a:cubicBezTo>
                  <a:pt x="3394981" y="805480"/>
                  <a:pt x="3391226" y="797970"/>
                  <a:pt x="3383715" y="790459"/>
                </a:cubicBezTo>
                <a:cubicBezTo>
                  <a:pt x="3376204" y="775439"/>
                  <a:pt x="3361182" y="767928"/>
                  <a:pt x="3376204" y="749153"/>
                </a:cubicBezTo>
                <a:cubicBezTo>
                  <a:pt x="3376204" y="745398"/>
                  <a:pt x="3372448" y="730377"/>
                  <a:pt x="3368693" y="726622"/>
                </a:cubicBezTo>
                <a:cubicBezTo>
                  <a:pt x="3349915" y="715356"/>
                  <a:pt x="3349915" y="700336"/>
                  <a:pt x="3349915" y="681560"/>
                </a:cubicBezTo>
                <a:cubicBezTo>
                  <a:pt x="3353671" y="662784"/>
                  <a:pt x="3346160" y="655274"/>
                  <a:pt x="3327382" y="647764"/>
                </a:cubicBezTo>
                <a:cubicBezTo>
                  <a:pt x="3286072" y="628988"/>
                  <a:pt x="3286072" y="610212"/>
                  <a:pt x="3308605" y="568905"/>
                </a:cubicBezTo>
                <a:cubicBezTo>
                  <a:pt x="3316116" y="553885"/>
                  <a:pt x="3308605" y="535109"/>
                  <a:pt x="3323627" y="520088"/>
                </a:cubicBezTo>
                <a:cubicBezTo>
                  <a:pt x="3323627" y="520088"/>
                  <a:pt x="3319871" y="512578"/>
                  <a:pt x="3319871" y="512578"/>
                </a:cubicBezTo>
                <a:cubicBezTo>
                  <a:pt x="3304849" y="512578"/>
                  <a:pt x="3304849" y="505068"/>
                  <a:pt x="3304849" y="493802"/>
                </a:cubicBezTo>
                <a:cubicBezTo>
                  <a:pt x="3304849" y="490047"/>
                  <a:pt x="3304849" y="486292"/>
                  <a:pt x="3301094" y="486292"/>
                </a:cubicBezTo>
                <a:cubicBezTo>
                  <a:pt x="3271049" y="467516"/>
                  <a:pt x="3278561" y="441230"/>
                  <a:pt x="3278561" y="414944"/>
                </a:cubicBezTo>
                <a:cubicBezTo>
                  <a:pt x="3274805" y="396168"/>
                  <a:pt x="3286072" y="369882"/>
                  <a:pt x="3267294" y="351106"/>
                </a:cubicBezTo>
                <a:cubicBezTo>
                  <a:pt x="3282316" y="321065"/>
                  <a:pt x="3274805" y="287269"/>
                  <a:pt x="3293583" y="260983"/>
                </a:cubicBezTo>
                <a:cubicBezTo>
                  <a:pt x="3308605" y="242207"/>
                  <a:pt x="3327382" y="219676"/>
                  <a:pt x="3304849" y="193390"/>
                </a:cubicBezTo>
                <a:cubicBezTo>
                  <a:pt x="3312360" y="174614"/>
                  <a:pt x="3316116" y="152083"/>
                  <a:pt x="3327382" y="133308"/>
                </a:cubicBezTo>
                <a:cubicBezTo>
                  <a:pt x="3361182" y="73225"/>
                  <a:pt x="3425025" y="46939"/>
                  <a:pt x="3488869" y="24408"/>
                </a:cubicBezTo>
                <a:cubicBezTo>
                  <a:pt x="3522669" y="13143"/>
                  <a:pt x="3560224" y="-1878"/>
                  <a:pt x="3597779" y="5632"/>
                </a:cubicBezTo>
                <a:cubicBezTo>
                  <a:pt x="3609046" y="1877"/>
                  <a:pt x="3620312" y="0"/>
                  <a:pt x="363157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29255E-FC43-79C6-C1FB-B3E43727A301}"/>
              </a:ext>
            </a:extLst>
          </p:cNvPr>
          <p:cNvSpPr txBox="1"/>
          <p:nvPr/>
        </p:nvSpPr>
        <p:spPr>
          <a:xfrm>
            <a:off x="3739359" y="934258"/>
            <a:ext cx="5111236" cy="369332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algn="ctr"/>
            <a:r>
              <a:rPr lang="ru-RU" altLang="ko-KR" sz="1800" b="1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itchFamily="34" charset="0"/>
              </a:rPr>
              <a:t>Лечение без таблеток (обязательно!)</a:t>
            </a:r>
            <a:endParaRPr lang="ko-KR" altLang="en-US" sz="1800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Arial" pitchFamily="34" charset="0"/>
            </a:endParaRPr>
          </a:p>
        </p:txBody>
      </p:sp>
      <p:sp>
        <p:nvSpPr>
          <p:cNvPr id="9" name="Oval 26">
            <a:extLst>
              <a:ext uri="{FF2B5EF4-FFF2-40B4-BE49-F238E27FC236}">
                <a16:creationId xmlns:a16="http://schemas.microsoft.com/office/drawing/2014/main" id="{B65A73A8-63CC-182C-7C72-A6605E2A05B1}"/>
              </a:ext>
            </a:extLst>
          </p:cNvPr>
          <p:cNvSpPr/>
          <p:nvPr/>
        </p:nvSpPr>
        <p:spPr>
          <a:xfrm>
            <a:off x="3872966" y="1543336"/>
            <a:ext cx="496743" cy="568377"/>
          </a:xfrm>
          <a:custGeom>
            <a:avLst/>
            <a:gdLst/>
            <a:ahLst/>
            <a:cxnLst/>
            <a:rect l="l" t="t" r="r" b="b"/>
            <a:pathLst>
              <a:path w="2543357" h="3035197">
                <a:moveTo>
                  <a:pt x="1932497" y="885460"/>
                </a:moveTo>
                <a:lnTo>
                  <a:pt x="1858608" y="981586"/>
                </a:lnTo>
                <a:cubicBezTo>
                  <a:pt x="2087948" y="1157874"/>
                  <a:pt x="2221364" y="1431493"/>
                  <a:pt x="2219022" y="1720748"/>
                </a:cubicBezTo>
                <a:lnTo>
                  <a:pt x="2340261" y="1721729"/>
                </a:lnTo>
                <a:cubicBezTo>
                  <a:pt x="2342911" y="1394473"/>
                  <a:pt x="2191967" y="1084907"/>
                  <a:pt x="1932497" y="885460"/>
                </a:cubicBezTo>
                <a:close/>
                <a:moveTo>
                  <a:pt x="1028922" y="281987"/>
                </a:moveTo>
                <a:cubicBezTo>
                  <a:pt x="1157068" y="321344"/>
                  <a:pt x="1128134" y="299573"/>
                  <a:pt x="1193247" y="332230"/>
                </a:cubicBezTo>
                <a:cubicBezTo>
                  <a:pt x="1269854" y="451410"/>
                  <a:pt x="1301375" y="602654"/>
                  <a:pt x="1295736" y="739575"/>
                </a:cubicBezTo>
                <a:cubicBezTo>
                  <a:pt x="1418781" y="730097"/>
                  <a:pt x="1391656" y="622269"/>
                  <a:pt x="1842154" y="674175"/>
                </a:cubicBezTo>
                <a:cubicBezTo>
                  <a:pt x="2251963" y="725703"/>
                  <a:pt x="2543357" y="1202505"/>
                  <a:pt x="2543357" y="1911138"/>
                </a:cubicBezTo>
                <a:cubicBezTo>
                  <a:pt x="2543357" y="2619771"/>
                  <a:pt x="2228290" y="3174439"/>
                  <a:pt x="1189012" y="3004227"/>
                </a:cubicBezTo>
                <a:cubicBezTo>
                  <a:pt x="266689" y="3142266"/>
                  <a:pt x="99973" y="2479414"/>
                  <a:pt x="24671" y="2089269"/>
                </a:cubicBezTo>
                <a:cubicBezTo>
                  <a:pt x="-50631" y="1699124"/>
                  <a:pt x="9514" y="922425"/>
                  <a:pt x="737199" y="663358"/>
                </a:cubicBezTo>
                <a:cubicBezTo>
                  <a:pt x="1021153" y="585721"/>
                  <a:pt x="1093645" y="690425"/>
                  <a:pt x="1216376" y="728497"/>
                </a:cubicBezTo>
                <a:cubicBezTo>
                  <a:pt x="1183268" y="569368"/>
                  <a:pt x="1135766" y="458984"/>
                  <a:pt x="1028922" y="281987"/>
                </a:cubicBezTo>
                <a:close/>
                <a:moveTo>
                  <a:pt x="1919942" y="47"/>
                </a:moveTo>
                <a:cubicBezTo>
                  <a:pt x="2086542" y="1491"/>
                  <a:pt x="2263938" y="35583"/>
                  <a:pt x="2350876" y="60453"/>
                </a:cubicBezTo>
                <a:cubicBezTo>
                  <a:pt x="2672784" y="174000"/>
                  <a:pt x="2321773" y="213881"/>
                  <a:pt x="2220060" y="345654"/>
                </a:cubicBezTo>
                <a:cubicBezTo>
                  <a:pt x="2118347" y="477427"/>
                  <a:pt x="2005019" y="609932"/>
                  <a:pt x="1770740" y="609932"/>
                </a:cubicBezTo>
                <a:lnTo>
                  <a:pt x="1326444" y="614956"/>
                </a:lnTo>
                <a:lnTo>
                  <a:pt x="1346541" y="320533"/>
                </a:lnTo>
                <a:cubicBezTo>
                  <a:pt x="1401807" y="115484"/>
                  <a:pt x="1563158" y="44336"/>
                  <a:pt x="1760692" y="11037"/>
                </a:cubicBezTo>
                <a:cubicBezTo>
                  <a:pt x="1810076" y="2712"/>
                  <a:pt x="1864409" y="-434"/>
                  <a:pt x="1919942" y="47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000"/>
          </a:p>
        </p:txBody>
      </p:sp>
      <p:sp>
        <p:nvSpPr>
          <p:cNvPr id="10" name="Oval 31">
            <a:extLst>
              <a:ext uri="{FF2B5EF4-FFF2-40B4-BE49-F238E27FC236}">
                <a16:creationId xmlns:a16="http://schemas.microsoft.com/office/drawing/2014/main" id="{8E47403C-B087-4D5F-C85E-BCA2B133454F}"/>
              </a:ext>
            </a:extLst>
          </p:cNvPr>
          <p:cNvSpPr/>
          <p:nvPr/>
        </p:nvSpPr>
        <p:spPr>
          <a:xfrm>
            <a:off x="4161147" y="2261014"/>
            <a:ext cx="566018" cy="551218"/>
          </a:xfrm>
          <a:custGeom>
            <a:avLst/>
            <a:gdLst/>
            <a:ahLst/>
            <a:cxnLst/>
            <a:rect l="l" t="t" r="r" b="b"/>
            <a:pathLst>
              <a:path w="3187187" h="3217189">
                <a:moveTo>
                  <a:pt x="2136560" y="2669280"/>
                </a:moveTo>
                <a:cubicBezTo>
                  <a:pt x="2154235" y="2662847"/>
                  <a:pt x="2173778" y="2671961"/>
                  <a:pt x="2180211" y="2689635"/>
                </a:cubicBezTo>
                <a:lnTo>
                  <a:pt x="2338628" y="3124881"/>
                </a:lnTo>
                <a:cubicBezTo>
                  <a:pt x="2345061" y="3142556"/>
                  <a:pt x="2335948" y="3162099"/>
                  <a:pt x="2318273" y="3168533"/>
                </a:cubicBezTo>
                <a:lnTo>
                  <a:pt x="2190259" y="3215126"/>
                </a:lnTo>
                <a:cubicBezTo>
                  <a:pt x="2172585" y="3221559"/>
                  <a:pt x="2153041" y="3212445"/>
                  <a:pt x="2146608" y="3194771"/>
                </a:cubicBezTo>
                <a:lnTo>
                  <a:pt x="1988192" y="2759525"/>
                </a:lnTo>
                <a:cubicBezTo>
                  <a:pt x="1981759" y="2741850"/>
                  <a:pt x="1990872" y="2722307"/>
                  <a:pt x="2008547" y="2715873"/>
                </a:cubicBezTo>
                <a:close/>
                <a:moveTo>
                  <a:pt x="1050626" y="2669280"/>
                </a:moveTo>
                <a:lnTo>
                  <a:pt x="1178640" y="2715873"/>
                </a:lnTo>
                <a:cubicBezTo>
                  <a:pt x="1196314" y="2722307"/>
                  <a:pt x="1205428" y="2741850"/>
                  <a:pt x="1198995" y="2759525"/>
                </a:cubicBezTo>
                <a:lnTo>
                  <a:pt x="1040578" y="3194771"/>
                </a:lnTo>
                <a:cubicBezTo>
                  <a:pt x="1034145" y="3212445"/>
                  <a:pt x="1014601" y="3221559"/>
                  <a:pt x="996927" y="3215126"/>
                </a:cubicBezTo>
                <a:lnTo>
                  <a:pt x="868913" y="3168533"/>
                </a:lnTo>
                <a:cubicBezTo>
                  <a:pt x="851239" y="3162099"/>
                  <a:pt x="842125" y="3142556"/>
                  <a:pt x="848558" y="3124881"/>
                </a:cubicBezTo>
                <a:lnTo>
                  <a:pt x="1006975" y="2689635"/>
                </a:lnTo>
                <a:cubicBezTo>
                  <a:pt x="1013408" y="2671961"/>
                  <a:pt x="1032952" y="2662847"/>
                  <a:pt x="1050626" y="2669280"/>
                </a:cubicBezTo>
                <a:close/>
                <a:moveTo>
                  <a:pt x="2647909" y="2029882"/>
                </a:moveTo>
                <a:cubicBezTo>
                  <a:pt x="2656328" y="2027626"/>
                  <a:pt x="2665608" y="2028582"/>
                  <a:pt x="2673752" y="2033284"/>
                </a:cubicBezTo>
                <a:lnTo>
                  <a:pt x="3074877" y="2264874"/>
                </a:lnTo>
                <a:cubicBezTo>
                  <a:pt x="3091166" y="2274278"/>
                  <a:pt x="3096747" y="2295107"/>
                  <a:pt x="3087343" y="2311396"/>
                </a:cubicBezTo>
                <a:lnTo>
                  <a:pt x="3019228" y="2429374"/>
                </a:lnTo>
                <a:cubicBezTo>
                  <a:pt x="3009824" y="2445663"/>
                  <a:pt x="2988995" y="2451244"/>
                  <a:pt x="2972706" y="2441840"/>
                </a:cubicBezTo>
                <a:lnTo>
                  <a:pt x="2571581" y="2210250"/>
                </a:lnTo>
                <a:cubicBezTo>
                  <a:pt x="2555292" y="2200846"/>
                  <a:pt x="2549710" y="2180017"/>
                  <a:pt x="2559115" y="2163728"/>
                </a:cubicBezTo>
                <a:lnTo>
                  <a:pt x="2627229" y="2045750"/>
                </a:lnTo>
                <a:cubicBezTo>
                  <a:pt x="2631932" y="2037605"/>
                  <a:pt x="2639490" y="2032138"/>
                  <a:pt x="2647909" y="2029882"/>
                </a:cubicBezTo>
                <a:close/>
                <a:moveTo>
                  <a:pt x="539277" y="2029882"/>
                </a:moveTo>
                <a:cubicBezTo>
                  <a:pt x="547696" y="2032138"/>
                  <a:pt x="555255" y="2037605"/>
                  <a:pt x="559957" y="2045750"/>
                </a:cubicBezTo>
                <a:lnTo>
                  <a:pt x="628071" y="2163728"/>
                </a:lnTo>
                <a:cubicBezTo>
                  <a:pt x="637476" y="2180017"/>
                  <a:pt x="631895" y="2200846"/>
                  <a:pt x="615606" y="2210250"/>
                </a:cubicBezTo>
                <a:lnTo>
                  <a:pt x="214481" y="2441840"/>
                </a:lnTo>
                <a:cubicBezTo>
                  <a:pt x="198192" y="2451244"/>
                  <a:pt x="177363" y="2445663"/>
                  <a:pt x="167958" y="2429374"/>
                </a:cubicBezTo>
                <a:lnTo>
                  <a:pt x="99844" y="2311396"/>
                </a:lnTo>
                <a:cubicBezTo>
                  <a:pt x="90439" y="2295107"/>
                  <a:pt x="96020" y="2274278"/>
                  <a:pt x="112309" y="2264874"/>
                </a:cubicBezTo>
                <a:lnTo>
                  <a:pt x="513434" y="2033284"/>
                </a:lnTo>
                <a:cubicBezTo>
                  <a:pt x="521579" y="2028582"/>
                  <a:pt x="530858" y="2027626"/>
                  <a:pt x="539277" y="2029882"/>
                </a:cubicBezTo>
                <a:close/>
                <a:moveTo>
                  <a:pt x="3094879" y="918289"/>
                </a:moveTo>
                <a:cubicBezTo>
                  <a:pt x="3112554" y="911856"/>
                  <a:pt x="3132097" y="920969"/>
                  <a:pt x="3138531" y="938644"/>
                </a:cubicBezTo>
                <a:lnTo>
                  <a:pt x="3185124" y="1066657"/>
                </a:lnTo>
                <a:cubicBezTo>
                  <a:pt x="3191557" y="1084332"/>
                  <a:pt x="3182443" y="1103875"/>
                  <a:pt x="3164769" y="1110308"/>
                </a:cubicBezTo>
                <a:lnTo>
                  <a:pt x="2729523" y="1268725"/>
                </a:lnTo>
                <a:cubicBezTo>
                  <a:pt x="2711848" y="1275158"/>
                  <a:pt x="2692304" y="1266045"/>
                  <a:pt x="2685871" y="1248370"/>
                </a:cubicBezTo>
                <a:lnTo>
                  <a:pt x="2639278" y="1120357"/>
                </a:lnTo>
                <a:cubicBezTo>
                  <a:pt x="2632845" y="1102682"/>
                  <a:pt x="2641959" y="1083138"/>
                  <a:pt x="2659633" y="1076705"/>
                </a:cubicBezTo>
                <a:close/>
                <a:moveTo>
                  <a:pt x="92307" y="918289"/>
                </a:moveTo>
                <a:lnTo>
                  <a:pt x="527553" y="1076705"/>
                </a:lnTo>
                <a:cubicBezTo>
                  <a:pt x="545228" y="1083138"/>
                  <a:pt x="554341" y="1102682"/>
                  <a:pt x="547908" y="1120357"/>
                </a:cubicBezTo>
                <a:lnTo>
                  <a:pt x="501315" y="1248370"/>
                </a:lnTo>
                <a:cubicBezTo>
                  <a:pt x="494882" y="1266045"/>
                  <a:pt x="475338" y="1275158"/>
                  <a:pt x="457664" y="1268725"/>
                </a:cubicBezTo>
                <a:lnTo>
                  <a:pt x="22418" y="1110308"/>
                </a:lnTo>
                <a:cubicBezTo>
                  <a:pt x="4743" y="1103875"/>
                  <a:pt x="-4370" y="1084332"/>
                  <a:pt x="2063" y="1066657"/>
                </a:cubicBezTo>
                <a:lnTo>
                  <a:pt x="48656" y="938644"/>
                </a:lnTo>
                <a:cubicBezTo>
                  <a:pt x="55089" y="920969"/>
                  <a:pt x="74633" y="911856"/>
                  <a:pt x="92307" y="918289"/>
                </a:cubicBezTo>
                <a:close/>
                <a:moveTo>
                  <a:pt x="1593593" y="658644"/>
                </a:moveTo>
                <a:cubicBezTo>
                  <a:pt x="2116495" y="658644"/>
                  <a:pt x="2540391" y="1082540"/>
                  <a:pt x="2540391" y="1605442"/>
                </a:cubicBezTo>
                <a:cubicBezTo>
                  <a:pt x="2540391" y="2128344"/>
                  <a:pt x="2116495" y="2552240"/>
                  <a:pt x="1593593" y="2552240"/>
                </a:cubicBezTo>
                <a:cubicBezTo>
                  <a:pt x="1070691" y="2552240"/>
                  <a:pt x="646795" y="2128344"/>
                  <a:pt x="646795" y="1605442"/>
                </a:cubicBezTo>
                <a:cubicBezTo>
                  <a:pt x="646795" y="1082540"/>
                  <a:pt x="1070691" y="658644"/>
                  <a:pt x="1593593" y="658644"/>
                </a:cubicBezTo>
                <a:close/>
                <a:moveTo>
                  <a:pt x="2246117" y="1165"/>
                </a:moveTo>
                <a:cubicBezTo>
                  <a:pt x="2254536" y="-1090"/>
                  <a:pt x="2263815" y="-135"/>
                  <a:pt x="2271960" y="4568"/>
                </a:cubicBezTo>
                <a:lnTo>
                  <a:pt x="2389938" y="72682"/>
                </a:lnTo>
                <a:cubicBezTo>
                  <a:pt x="2406227" y="82087"/>
                  <a:pt x="2411808" y="102916"/>
                  <a:pt x="2402403" y="119205"/>
                </a:cubicBezTo>
                <a:lnTo>
                  <a:pt x="2170814" y="520330"/>
                </a:lnTo>
                <a:cubicBezTo>
                  <a:pt x="2161409" y="536619"/>
                  <a:pt x="2140580" y="542200"/>
                  <a:pt x="2124291" y="532795"/>
                </a:cubicBezTo>
                <a:lnTo>
                  <a:pt x="2006313" y="464681"/>
                </a:lnTo>
                <a:cubicBezTo>
                  <a:pt x="1990024" y="455276"/>
                  <a:pt x="1984443" y="434447"/>
                  <a:pt x="1993848" y="418158"/>
                </a:cubicBezTo>
                <a:lnTo>
                  <a:pt x="2225437" y="17033"/>
                </a:lnTo>
                <a:cubicBezTo>
                  <a:pt x="2230139" y="8889"/>
                  <a:pt x="2237698" y="3421"/>
                  <a:pt x="2246117" y="1165"/>
                </a:cubicBezTo>
                <a:close/>
                <a:moveTo>
                  <a:pt x="941069" y="1165"/>
                </a:moveTo>
                <a:cubicBezTo>
                  <a:pt x="949488" y="3421"/>
                  <a:pt x="957047" y="8889"/>
                  <a:pt x="961749" y="17033"/>
                </a:cubicBezTo>
                <a:lnTo>
                  <a:pt x="1193338" y="418158"/>
                </a:lnTo>
                <a:cubicBezTo>
                  <a:pt x="1202743" y="434447"/>
                  <a:pt x="1197162" y="455276"/>
                  <a:pt x="1180873" y="464681"/>
                </a:cubicBezTo>
                <a:lnTo>
                  <a:pt x="1062895" y="532795"/>
                </a:lnTo>
                <a:cubicBezTo>
                  <a:pt x="1046606" y="542200"/>
                  <a:pt x="1025777" y="536619"/>
                  <a:pt x="1016372" y="520330"/>
                </a:cubicBezTo>
                <a:lnTo>
                  <a:pt x="784783" y="119205"/>
                </a:lnTo>
                <a:cubicBezTo>
                  <a:pt x="775378" y="102916"/>
                  <a:pt x="780959" y="82087"/>
                  <a:pt x="797248" y="72682"/>
                </a:cubicBezTo>
                <a:lnTo>
                  <a:pt x="915226" y="4568"/>
                </a:lnTo>
                <a:cubicBezTo>
                  <a:pt x="923371" y="-135"/>
                  <a:pt x="932650" y="-1090"/>
                  <a:pt x="941069" y="1165"/>
                </a:cubicBezTo>
                <a:close/>
              </a:path>
            </a:pathLst>
          </a:custGeom>
          <a:solidFill>
            <a:srgbClr val="8EDA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ko-KR" altLang="en-US" sz="2000"/>
          </a:p>
        </p:txBody>
      </p:sp>
      <p:sp>
        <p:nvSpPr>
          <p:cNvPr id="11" name="Freeform 114">
            <a:extLst>
              <a:ext uri="{FF2B5EF4-FFF2-40B4-BE49-F238E27FC236}">
                <a16:creationId xmlns:a16="http://schemas.microsoft.com/office/drawing/2014/main" id="{80236EC5-13F0-4B0E-073D-6DBEA4845A42}"/>
              </a:ext>
            </a:extLst>
          </p:cNvPr>
          <p:cNvSpPr>
            <a:spLocks noChangeAspect="1"/>
          </p:cNvSpPr>
          <p:nvPr/>
        </p:nvSpPr>
        <p:spPr>
          <a:xfrm>
            <a:off x="4597343" y="3047585"/>
            <a:ext cx="566018" cy="545859"/>
          </a:xfrm>
          <a:custGeom>
            <a:avLst/>
            <a:gdLst>
              <a:gd name="connsiteX0" fmla="*/ 2500704 w 3745816"/>
              <a:gd name="connsiteY0" fmla="*/ 2026790 h 3316502"/>
              <a:gd name="connsiteX1" fmla="*/ 2261868 w 3745816"/>
              <a:gd name="connsiteY1" fmla="*/ 2108676 h 3316502"/>
              <a:gd name="connsiteX2" fmla="*/ 2364227 w 3745816"/>
              <a:gd name="connsiteY2" fmla="*/ 2313393 h 3316502"/>
              <a:gd name="connsiteX3" fmla="*/ 2500704 w 3745816"/>
              <a:gd name="connsiteY3" fmla="*/ 2026790 h 3316502"/>
              <a:gd name="connsiteX4" fmla="*/ 1245112 w 3745816"/>
              <a:gd name="connsiteY4" fmla="*/ 2026790 h 3316502"/>
              <a:gd name="connsiteX5" fmla="*/ 1381589 w 3745816"/>
              <a:gd name="connsiteY5" fmla="*/ 2313393 h 3316502"/>
              <a:gd name="connsiteX6" fmla="*/ 1483948 w 3745816"/>
              <a:gd name="connsiteY6" fmla="*/ 2108676 h 3316502"/>
              <a:gd name="connsiteX7" fmla="*/ 1245112 w 3745816"/>
              <a:gd name="connsiteY7" fmla="*/ 2026790 h 3316502"/>
              <a:gd name="connsiteX8" fmla="*/ 3185000 w 3745816"/>
              <a:gd name="connsiteY8" fmla="*/ 1670667 h 3316502"/>
              <a:gd name="connsiteX9" fmla="*/ 3244509 w 3745816"/>
              <a:gd name="connsiteY9" fmla="*/ 1692418 h 3316502"/>
              <a:gd name="connsiteX10" fmla="*/ 3380986 w 3745816"/>
              <a:gd name="connsiteY10" fmla="*/ 1856191 h 3316502"/>
              <a:gd name="connsiteX11" fmla="*/ 3599350 w 3745816"/>
              <a:gd name="connsiteY11" fmla="*/ 1903959 h 3316502"/>
              <a:gd name="connsiteX12" fmla="*/ 3735827 w 3745816"/>
              <a:gd name="connsiteY12" fmla="*/ 2142795 h 3316502"/>
              <a:gd name="connsiteX13" fmla="*/ 3572054 w 3745816"/>
              <a:gd name="connsiteY13" fmla="*/ 2620466 h 3316502"/>
              <a:gd name="connsiteX14" fmla="*/ 3551583 w 3745816"/>
              <a:gd name="connsiteY14" fmla="*/ 3316502 h 3316502"/>
              <a:gd name="connsiteX15" fmla="*/ 3292276 w 3745816"/>
              <a:gd name="connsiteY15" fmla="*/ 3302855 h 3316502"/>
              <a:gd name="connsiteX16" fmla="*/ 3271804 w 3745816"/>
              <a:gd name="connsiteY16" fmla="*/ 2511284 h 3316502"/>
              <a:gd name="connsiteX17" fmla="*/ 3278628 w 3745816"/>
              <a:gd name="connsiteY17" fmla="*/ 2272449 h 3316502"/>
              <a:gd name="connsiteX18" fmla="*/ 3128502 w 3745816"/>
              <a:gd name="connsiteY18" fmla="*/ 2108675 h 3316502"/>
              <a:gd name="connsiteX19" fmla="*/ 2869195 w 3745816"/>
              <a:gd name="connsiteY19" fmla="*/ 2019965 h 3316502"/>
              <a:gd name="connsiteX20" fmla="*/ 3185000 w 3745816"/>
              <a:gd name="connsiteY20" fmla="*/ 1670667 h 3316502"/>
              <a:gd name="connsiteX21" fmla="*/ 560816 w 3745816"/>
              <a:gd name="connsiteY21" fmla="*/ 1670667 h 3316502"/>
              <a:gd name="connsiteX22" fmla="*/ 876621 w 3745816"/>
              <a:gd name="connsiteY22" fmla="*/ 2019965 h 3316502"/>
              <a:gd name="connsiteX23" fmla="*/ 617314 w 3745816"/>
              <a:gd name="connsiteY23" fmla="*/ 2108675 h 3316502"/>
              <a:gd name="connsiteX24" fmla="*/ 467188 w 3745816"/>
              <a:gd name="connsiteY24" fmla="*/ 2272449 h 3316502"/>
              <a:gd name="connsiteX25" fmla="*/ 474012 w 3745816"/>
              <a:gd name="connsiteY25" fmla="*/ 2511284 h 3316502"/>
              <a:gd name="connsiteX26" fmla="*/ 453540 w 3745816"/>
              <a:gd name="connsiteY26" fmla="*/ 3302855 h 3316502"/>
              <a:gd name="connsiteX27" fmla="*/ 194233 w 3745816"/>
              <a:gd name="connsiteY27" fmla="*/ 3316502 h 3316502"/>
              <a:gd name="connsiteX28" fmla="*/ 173762 w 3745816"/>
              <a:gd name="connsiteY28" fmla="*/ 2620466 h 3316502"/>
              <a:gd name="connsiteX29" fmla="*/ 9989 w 3745816"/>
              <a:gd name="connsiteY29" fmla="*/ 2142795 h 3316502"/>
              <a:gd name="connsiteX30" fmla="*/ 146466 w 3745816"/>
              <a:gd name="connsiteY30" fmla="*/ 1903959 h 3316502"/>
              <a:gd name="connsiteX31" fmla="*/ 364830 w 3745816"/>
              <a:gd name="connsiteY31" fmla="*/ 1856191 h 3316502"/>
              <a:gd name="connsiteX32" fmla="*/ 501307 w 3745816"/>
              <a:gd name="connsiteY32" fmla="*/ 1692418 h 3316502"/>
              <a:gd name="connsiteX33" fmla="*/ 560816 w 3745816"/>
              <a:gd name="connsiteY33" fmla="*/ 1670667 h 3316502"/>
              <a:gd name="connsiteX34" fmla="*/ 2609647 w 3745816"/>
              <a:gd name="connsiteY34" fmla="*/ 1003649 h 3316502"/>
              <a:gd name="connsiteX35" fmla="*/ 2234575 w 3745816"/>
              <a:gd name="connsiteY35" fmla="*/ 1385343 h 3316502"/>
              <a:gd name="connsiteX36" fmla="*/ 1968444 w 3745816"/>
              <a:gd name="connsiteY36" fmla="*/ 1951725 h 3316502"/>
              <a:gd name="connsiteX37" fmla="*/ 2248223 w 3745816"/>
              <a:gd name="connsiteY37" fmla="*/ 1897134 h 3316502"/>
              <a:gd name="connsiteX38" fmla="*/ 2644008 w 3745816"/>
              <a:gd name="connsiteY38" fmla="*/ 1010029 h 3316502"/>
              <a:gd name="connsiteX39" fmla="*/ 2609647 w 3745816"/>
              <a:gd name="connsiteY39" fmla="*/ 1003649 h 3316502"/>
              <a:gd name="connsiteX40" fmla="*/ 1136169 w 3745816"/>
              <a:gd name="connsiteY40" fmla="*/ 1003649 h 3316502"/>
              <a:gd name="connsiteX41" fmla="*/ 1101808 w 3745816"/>
              <a:gd name="connsiteY41" fmla="*/ 1010029 h 3316502"/>
              <a:gd name="connsiteX42" fmla="*/ 1497593 w 3745816"/>
              <a:gd name="connsiteY42" fmla="*/ 1897134 h 3316502"/>
              <a:gd name="connsiteX43" fmla="*/ 1777372 w 3745816"/>
              <a:gd name="connsiteY43" fmla="*/ 1951725 h 3316502"/>
              <a:gd name="connsiteX44" fmla="*/ 1511241 w 3745816"/>
              <a:gd name="connsiteY44" fmla="*/ 1385343 h 3316502"/>
              <a:gd name="connsiteX45" fmla="*/ 1136169 w 3745816"/>
              <a:gd name="connsiteY45" fmla="*/ 1003649 h 3316502"/>
              <a:gd name="connsiteX46" fmla="*/ 665081 w 3745816"/>
              <a:gd name="connsiteY46" fmla="*/ 96 h 3316502"/>
              <a:gd name="connsiteX47" fmla="*/ 1862679 w 3745816"/>
              <a:gd name="connsiteY47" fmla="*/ 634117 h 3316502"/>
              <a:gd name="connsiteX48" fmla="*/ 3080735 w 3745816"/>
              <a:gd name="connsiteY48" fmla="*/ 96 h 3316502"/>
              <a:gd name="connsiteX49" fmla="*/ 3619822 w 3745816"/>
              <a:gd name="connsiteY49" fmla="*/ 921320 h 3316502"/>
              <a:gd name="connsiteX50" fmla="*/ 3456049 w 3745816"/>
              <a:gd name="connsiteY50" fmla="*/ 955441 h 3316502"/>
              <a:gd name="connsiteX51" fmla="*/ 3189917 w 3745816"/>
              <a:gd name="connsiteY51" fmla="*/ 1317105 h 3316502"/>
              <a:gd name="connsiteX52" fmla="*/ 3155798 w 3745816"/>
              <a:gd name="connsiteY52" fmla="*/ 1596884 h 3316502"/>
              <a:gd name="connsiteX53" fmla="*/ 2848723 w 3745816"/>
              <a:gd name="connsiteY53" fmla="*/ 1842544 h 3316502"/>
              <a:gd name="connsiteX54" fmla="*/ 2650831 w 3745816"/>
              <a:gd name="connsiteY54" fmla="*/ 2518108 h 3316502"/>
              <a:gd name="connsiteX55" fmla="*/ 2193630 w 3745816"/>
              <a:gd name="connsiteY55" fmla="*/ 2531756 h 3316502"/>
              <a:gd name="connsiteX56" fmla="*/ 1941147 w 3745816"/>
              <a:gd name="connsiteY56" fmla="*/ 2211033 h 3316502"/>
              <a:gd name="connsiteX57" fmla="*/ 1872908 w 3745816"/>
              <a:gd name="connsiteY57" fmla="*/ 2313392 h 3316502"/>
              <a:gd name="connsiteX58" fmla="*/ 1804669 w 3745816"/>
              <a:gd name="connsiteY58" fmla="*/ 2211033 h 3316502"/>
              <a:gd name="connsiteX59" fmla="*/ 1552186 w 3745816"/>
              <a:gd name="connsiteY59" fmla="*/ 2531756 h 3316502"/>
              <a:gd name="connsiteX60" fmla="*/ 1094985 w 3745816"/>
              <a:gd name="connsiteY60" fmla="*/ 2518108 h 3316502"/>
              <a:gd name="connsiteX61" fmla="*/ 897093 w 3745816"/>
              <a:gd name="connsiteY61" fmla="*/ 1842544 h 3316502"/>
              <a:gd name="connsiteX62" fmla="*/ 590018 w 3745816"/>
              <a:gd name="connsiteY62" fmla="*/ 1596884 h 3316502"/>
              <a:gd name="connsiteX63" fmla="*/ 555899 w 3745816"/>
              <a:gd name="connsiteY63" fmla="*/ 1317105 h 3316502"/>
              <a:gd name="connsiteX64" fmla="*/ 388154 w 3745816"/>
              <a:gd name="connsiteY64" fmla="*/ 1151989 h 3316502"/>
              <a:gd name="connsiteX65" fmla="*/ 289767 w 3745816"/>
              <a:gd name="connsiteY65" fmla="*/ 955441 h 3316502"/>
              <a:gd name="connsiteX66" fmla="*/ 125994 w 3745816"/>
              <a:gd name="connsiteY66" fmla="*/ 921320 h 3316502"/>
              <a:gd name="connsiteX67" fmla="*/ 665081 w 3745816"/>
              <a:gd name="connsiteY67" fmla="*/ 96 h 3316502"/>
              <a:gd name="connsiteX0" fmla="*/ 2500704 w 3745816"/>
              <a:gd name="connsiteY0" fmla="*/ 2026790 h 3316502"/>
              <a:gd name="connsiteX1" fmla="*/ 2261868 w 3745816"/>
              <a:gd name="connsiteY1" fmla="*/ 2108676 h 3316502"/>
              <a:gd name="connsiteX2" fmla="*/ 2364227 w 3745816"/>
              <a:gd name="connsiteY2" fmla="*/ 2313393 h 3316502"/>
              <a:gd name="connsiteX3" fmla="*/ 2500704 w 3745816"/>
              <a:gd name="connsiteY3" fmla="*/ 2026790 h 3316502"/>
              <a:gd name="connsiteX4" fmla="*/ 1245112 w 3745816"/>
              <a:gd name="connsiteY4" fmla="*/ 2026790 h 3316502"/>
              <a:gd name="connsiteX5" fmla="*/ 1381589 w 3745816"/>
              <a:gd name="connsiteY5" fmla="*/ 2313393 h 3316502"/>
              <a:gd name="connsiteX6" fmla="*/ 1483948 w 3745816"/>
              <a:gd name="connsiteY6" fmla="*/ 2108676 h 3316502"/>
              <a:gd name="connsiteX7" fmla="*/ 1245112 w 3745816"/>
              <a:gd name="connsiteY7" fmla="*/ 2026790 h 3316502"/>
              <a:gd name="connsiteX8" fmla="*/ 3185000 w 3745816"/>
              <a:gd name="connsiteY8" fmla="*/ 1670667 h 3316502"/>
              <a:gd name="connsiteX9" fmla="*/ 3244509 w 3745816"/>
              <a:gd name="connsiteY9" fmla="*/ 1692418 h 3316502"/>
              <a:gd name="connsiteX10" fmla="*/ 3380986 w 3745816"/>
              <a:gd name="connsiteY10" fmla="*/ 1856191 h 3316502"/>
              <a:gd name="connsiteX11" fmla="*/ 3599350 w 3745816"/>
              <a:gd name="connsiteY11" fmla="*/ 1903959 h 3316502"/>
              <a:gd name="connsiteX12" fmla="*/ 3735827 w 3745816"/>
              <a:gd name="connsiteY12" fmla="*/ 2142795 h 3316502"/>
              <a:gd name="connsiteX13" fmla="*/ 3572054 w 3745816"/>
              <a:gd name="connsiteY13" fmla="*/ 2620466 h 3316502"/>
              <a:gd name="connsiteX14" fmla="*/ 3551583 w 3745816"/>
              <a:gd name="connsiteY14" fmla="*/ 3316502 h 3316502"/>
              <a:gd name="connsiteX15" fmla="*/ 3292276 w 3745816"/>
              <a:gd name="connsiteY15" fmla="*/ 3302855 h 3316502"/>
              <a:gd name="connsiteX16" fmla="*/ 3271804 w 3745816"/>
              <a:gd name="connsiteY16" fmla="*/ 2511284 h 3316502"/>
              <a:gd name="connsiteX17" fmla="*/ 3278628 w 3745816"/>
              <a:gd name="connsiteY17" fmla="*/ 2272449 h 3316502"/>
              <a:gd name="connsiteX18" fmla="*/ 3128502 w 3745816"/>
              <a:gd name="connsiteY18" fmla="*/ 2108675 h 3316502"/>
              <a:gd name="connsiteX19" fmla="*/ 2869195 w 3745816"/>
              <a:gd name="connsiteY19" fmla="*/ 2019965 h 3316502"/>
              <a:gd name="connsiteX20" fmla="*/ 3185000 w 3745816"/>
              <a:gd name="connsiteY20" fmla="*/ 1670667 h 3316502"/>
              <a:gd name="connsiteX21" fmla="*/ 560816 w 3745816"/>
              <a:gd name="connsiteY21" fmla="*/ 1670667 h 3316502"/>
              <a:gd name="connsiteX22" fmla="*/ 876621 w 3745816"/>
              <a:gd name="connsiteY22" fmla="*/ 2019965 h 3316502"/>
              <a:gd name="connsiteX23" fmla="*/ 617314 w 3745816"/>
              <a:gd name="connsiteY23" fmla="*/ 2108675 h 3316502"/>
              <a:gd name="connsiteX24" fmla="*/ 467188 w 3745816"/>
              <a:gd name="connsiteY24" fmla="*/ 2272449 h 3316502"/>
              <a:gd name="connsiteX25" fmla="*/ 474012 w 3745816"/>
              <a:gd name="connsiteY25" fmla="*/ 2511284 h 3316502"/>
              <a:gd name="connsiteX26" fmla="*/ 453540 w 3745816"/>
              <a:gd name="connsiteY26" fmla="*/ 3302855 h 3316502"/>
              <a:gd name="connsiteX27" fmla="*/ 194233 w 3745816"/>
              <a:gd name="connsiteY27" fmla="*/ 3316502 h 3316502"/>
              <a:gd name="connsiteX28" fmla="*/ 173762 w 3745816"/>
              <a:gd name="connsiteY28" fmla="*/ 2620466 h 3316502"/>
              <a:gd name="connsiteX29" fmla="*/ 9989 w 3745816"/>
              <a:gd name="connsiteY29" fmla="*/ 2142795 h 3316502"/>
              <a:gd name="connsiteX30" fmla="*/ 146466 w 3745816"/>
              <a:gd name="connsiteY30" fmla="*/ 1903959 h 3316502"/>
              <a:gd name="connsiteX31" fmla="*/ 364830 w 3745816"/>
              <a:gd name="connsiteY31" fmla="*/ 1856191 h 3316502"/>
              <a:gd name="connsiteX32" fmla="*/ 501307 w 3745816"/>
              <a:gd name="connsiteY32" fmla="*/ 1692418 h 3316502"/>
              <a:gd name="connsiteX33" fmla="*/ 560816 w 3745816"/>
              <a:gd name="connsiteY33" fmla="*/ 1670667 h 3316502"/>
              <a:gd name="connsiteX34" fmla="*/ 2609647 w 3745816"/>
              <a:gd name="connsiteY34" fmla="*/ 1003649 h 3316502"/>
              <a:gd name="connsiteX35" fmla="*/ 2234575 w 3745816"/>
              <a:gd name="connsiteY35" fmla="*/ 1385343 h 3316502"/>
              <a:gd name="connsiteX36" fmla="*/ 1968444 w 3745816"/>
              <a:gd name="connsiteY36" fmla="*/ 1951725 h 3316502"/>
              <a:gd name="connsiteX37" fmla="*/ 2248223 w 3745816"/>
              <a:gd name="connsiteY37" fmla="*/ 1897134 h 3316502"/>
              <a:gd name="connsiteX38" fmla="*/ 2644008 w 3745816"/>
              <a:gd name="connsiteY38" fmla="*/ 1010029 h 3316502"/>
              <a:gd name="connsiteX39" fmla="*/ 2609647 w 3745816"/>
              <a:gd name="connsiteY39" fmla="*/ 1003649 h 3316502"/>
              <a:gd name="connsiteX40" fmla="*/ 1136169 w 3745816"/>
              <a:gd name="connsiteY40" fmla="*/ 1003649 h 3316502"/>
              <a:gd name="connsiteX41" fmla="*/ 1101808 w 3745816"/>
              <a:gd name="connsiteY41" fmla="*/ 1010029 h 3316502"/>
              <a:gd name="connsiteX42" fmla="*/ 1497593 w 3745816"/>
              <a:gd name="connsiteY42" fmla="*/ 1897134 h 3316502"/>
              <a:gd name="connsiteX43" fmla="*/ 1777372 w 3745816"/>
              <a:gd name="connsiteY43" fmla="*/ 1951725 h 3316502"/>
              <a:gd name="connsiteX44" fmla="*/ 1511241 w 3745816"/>
              <a:gd name="connsiteY44" fmla="*/ 1385343 h 3316502"/>
              <a:gd name="connsiteX45" fmla="*/ 1136169 w 3745816"/>
              <a:gd name="connsiteY45" fmla="*/ 1003649 h 3316502"/>
              <a:gd name="connsiteX46" fmla="*/ 665081 w 3745816"/>
              <a:gd name="connsiteY46" fmla="*/ 96 h 3316502"/>
              <a:gd name="connsiteX47" fmla="*/ 1862679 w 3745816"/>
              <a:gd name="connsiteY47" fmla="*/ 634117 h 3316502"/>
              <a:gd name="connsiteX48" fmla="*/ 3080735 w 3745816"/>
              <a:gd name="connsiteY48" fmla="*/ 96 h 3316502"/>
              <a:gd name="connsiteX49" fmla="*/ 3619822 w 3745816"/>
              <a:gd name="connsiteY49" fmla="*/ 921320 h 3316502"/>
              <a:gd name="connsiteX50" fmla="*/ 3456049 w 3745816"/>
              <a:gd name="connsiteY50" fmla="*/ 955441 h 3316502"/>
              <a:gd name="connsiteX51" fmla="*/ 3189917 w 3745816"/>
              <a:gd name="connsiteY51" fmla="*/ 1317105 h 3316502"/>
              <a:gd name="connsiteX52" fmla="*/ 3155798 w 3745816"/>
              <a:gd name="connsiteY52" fmla="*/ 1596884 h 3316502"/>
              <a:gd name="connsiteX53" fmla="*/ 2848723 w 3745816"/>
              <a:gd name="connsiteY53" fmla="*/ 1842544 h 3316502"/>
              <a:gd name="connsiteX54" fmla="*/ 2650831 w 3745816"/>
              <a:gd name="connsiteY54" fmla="*/ 2518108 h 3316502"/>
              <a:gd name="connsiteX55" fmla="*/ 2193630 w 3745816"/>
              <a:gd name="connsiteY55" fmla="*/ 2531756 h 3316502"/>
              <a:gd name="connsiteX56" fmla="*/ 1941147 w 3745816"/>
              <a:gd name="connsiteY56" fmla="*/ 2211033 h 3316502"/>
              <a:gd name="connsiteX57" fmla="*/ 1872908 w 3745816"/>
              <a:gd name="connsiteY57" fmla="*/ 2313392 h 3316502"/>
              <a:gd name="connsiteX58" fmla="*/ 1804669 w 3745816"/>
              <a:gd name="connsiteY58" fmla="*/ 2211033 h 3316502"/>
              <a:gd name="connsiteX59" fmla="*/ 1552186 w 3745816"/>
              <a:gd name="connsiteY59" fmla="*/ 2531756 h 3316502"/>
              <a:gd name="connsiteX60" fmla="*/ 1094985 w 3745816"/>
              <a:gd name="connsiteY60" fmla="*/ 2518108 h 3316502"/>
              <a:gd name="connsiteX61" fmla="*/ 897093 w 3745816"/>
              <a:gd name="connsiteY61" fmla="*/ 1842544 h 3316502"/>
              <a:gd name="connsiteX62" fmla="*/ 590018 w 3745816"/>
              <a:gd name="connsiteY62" fmla="*/ 1596884 h 3316502"/>
              <a:gd name="connsiteX63" fmla="*/ 555899 w 3745816"/>
              <a:gd name="connsiteY63" fmla="*/ 1317105 h 3316502"/>
              <a:gd name="connsiteX64" fmla="*/ 388154 w 3745816"/>
              <a:gd name="connsiteY64" fmla="*/ 1151989 h 3316502"/>
              <a:gd name="connsiteX65" fmla="*/ 289767 w 3745816"/>
              <a:gd name="connsiteY65" fmla="*/ 1006142 h 3316502"/>
              <a:gd name="connsiteX66" fmla="*/ 125994 w 3745816"/>
              <a:gd name="connsiteY66" fmla="*/ 921320 h 3316502"/>
              <a:gd name="connsiteX67" fmla="*/ 665081 w 3745816"/>
              <a:gd name="connsiteY67" fmla="*/ 96 h 3316502"/>
              <a:gd name="connsiteX0" fmla="*/ 2500704 w 3745816"/>
              <a:gd name="connsiteY0" fmla="*/ 2026790 h 3316502"/>
              <a:gd name="connsiteX1" fmla="*/ 2261868 w 3745816"/>
              <a:gd name="connsiteY1" fmla="*/ 2108676 h 3316502"/>
              <a:gd name="connsiteX2" fmla="*/ 2364227 w 3745816"/>
              <a:gd name="connsiteY2" fmla="*/ 2313393 h 3316502"/>
              <a:gd name="connsiteX3" fmla="*/ 2500704 w 3745816"/>
              <a:gd name="connsiteY3" fmla="*/ 2026790 h 3316502"/>
              <a:gd name="connsiteX4" fmla="*/ 1245112 w 3745816"/>
              <a:gd name="connsiteY4" fmla="*/ 2026790 h 3316502"/>
              <a:gd name="connsiteX5" fmla="*/ 1381589 w 3745816"/>
              <a:gd name="connsiteY5" fmla="*/ 2313393 h 3316502"/>
              <a:gd name="connsiteX6" fmla="*/ 1483948 w 3745816"/>
              <a:gd name="connsiteY6" fmla="*/ 2108676 h 3316502"/>
              <a:gd name="connsiteX7" fmla="*/ 1245112 w 3745816"/>
              <a:gd name="connsiteY7" fmla="*/ 2026790 h 3316502"/>
              <a:gd name="connsiteX8" fmla="*/ 3185000 w 3745816"/>
              <a:gd name="connsiteY8" fmla="*/ 1670667 h 3316502"/>
              <a:gd name="connsiteX9" fmla="*/ 3244509 w 3745816"/>
              <a:gd name="connsiteY9" fmla="*/ 1692418 h 3316502"/>
              <a:gd name="connsiteX10" fmla="*/ 3380986 w 3745816"/>
              <a:gd name="connsiteY10" fmla="*/ 1856191 h 3316502"/>
              <a:gd name="connsiteX11" fmla="*/ 3599350 w 3745816"/>
              <a:gd name="connsiteY11" fmla="*/ 1903959 h 3316502"/>
              <a:gd name="connsiteX12" fmla="*/ 3735827 w 3745816"/>
              <a:gd name="connsiteY12" fmla="*/ 2142795 h 3316502"/>
              <a:gd name="connsiteX13" fmla="*/ 3572054 w 3745816"/>
              <a:gd name="connsiteY13" fmla="*/ 2620466 h 3316502"/>
              <a:gd name="connsiteX14" fmla="*/ 3551583 w 3745816"/>
              <a:gd name="connsiteY14" fmla="*/ 3316502 h 3316502"/>
              <a:gd name="connsiteX15" fmla="*/ 3292276 w 3745816"/>
              <a:gd name="connsiteY15" fmla="*/ 3302855 h 3316502"/>
              <a:gd name="connsiteX16" fmla="*/ 3271804 w 3745816"/>
              <a:gd name="connsiteY16" fmla="*/ 2511284 h 3316502"/>
              <a:gd name="connsiteX17" fmla="*/ 3278628 w 3745816"/>
              <a:gd name="connsiteY17" fmla="*/ 2272449 h 3316502"/>
              <a:gd name="connsiteX18" fmla="*/ 3128502 w 3745816"/>
              <a:gd name="connsiteY18" fmla="*/ 2108675 h 3316502"/>
              <a:gd name="connsiteX19" fmla="*/ 2869195 w 3745816"/>
              <a:gd name="connsiteY19" fmla="*/ 2019965 h 3316502"/>
              <a:gd name="connsiteX20" fmla="*/ 3185000 w 3745816"/>
              <a:gd name="connsiteY20" fmla="*/ 1670667 h 3316502"/>
              <a:gd name="connsiteX21" fmla="*/ 560816 w 3745816"/>
              <a:gd name="connsiteY21" fmla="*/ 1670667 h 3316502"/>
              <a:gd name="connsiteX22" fmla="*/ 876621 w 3745816"/>
              <a:gd name="connsiteY22" fmla="*/ 2019965 h 3316502"/>
              <a:gd name="connsiteX23" fmla="*/ 617314 w 3745816"/>
              <a:gd name="connsiteY23" fmla="*/ 2108675 h 3316502"/>
              <a:gd name="connsiteX24" fmla="*/ 467188 w 3745816"/>
              <a:gd name="connsiteY24" fmla="*/ 2272449 h 3316502"/>
              <a:gd name="connsiteX25" fmla="*/ 474012 w 3745816"/>
              <a:gd name="connsiteY25" fmla="*/ 2511284 h 3316502"/>
              <a:gd name="connsiteX26" fmla="*/ 453540 w 3745816"/>
              <a:gd name="connsiteY26" fmla="*/ 3302855 h 3316502"/>
              <a:gd name="connsiteX27" fmla="*/ 194233 w 3745816"/>
              <a:gd name="connsiteY27" fmla="*/ 3316502 h 3316502"/>
              <a:gd name="connsiteX28" fmla="*/ 173762 w 3745816"/>
              <a:gd name="connsiteY28" fmla="*/ 2620466 h 3316502"/>
              <a:gd name="connsiteX29" fmla="*/ 9989 w 3745816"/>
              <a:gd name="connsiteY29" fmla="*/ 2142795 h 3316502"/>
              <a:gd name="connsiteX30" fmla="*/ 146466 w 3745816"/>
              <a:gd name="connsiteY30" fmla="*/ 1903959 h 3316502"/>
              <a:gd name="connsiteX31" fmla="*/ 364830 w 3745816"/>
              <a:gd name="connsiteY31" fmla="*/ 1856191 h 3316502"/>
              <a:gd name="connsiteX32" fmla="*/ 501307 w 3745816"/>
              <a:gd name="connsiteY32" fmla="*/ 1692418 h 3316502"/>
              <a:gd name="connsiteX33" fmla="*/ 560816 w 3745816"/>
              <a:gd name="connsiteY33" fmla="*/ 1670667 h 3316502"/>
              <a:gd name="connsiteX34" fmla="*/ 2609647 w 3745816"/>
              <a:gd name="connsiteY34" fmla="*/ 1003649 h 3316502"/>
              <a:gd name="connsiteX35" fmla="*/ 2234575 w 3745816"/>
              <a:gd name="connsiteY35" fmla="*/ 1385343 h 3316502"/>
              <a:gd name="connsiteX36" fmla="*/ 1968444 w 3745816"/>
              <a:gd name="connsiteY36" fmla="*/ 1951725 h 3316502"/>
              <a:gd name="connsiteX37" fmla="*/ 2248223 w 3745816"/>
              <a:gd name="connsiteY37" fmla="*/ 1897134 h 3316502"/>
              <a:gd name="connsiteX38" fmla="*/ 2644008 w 3745816"/>
              <a:gd name="connsiteY38" fmla="*/ 1010029 h 3316502"/>
              <a:gd name="connsiteX39" fmla="*/ 2609647 w 3745816"/>
              <a:gd name="connsiteY39" fmla="*/ 1003649 h 3316502"/>
              <a:gd name="connsiteX40" fmla="*/ 1136169 w 3745816"/>
              <a:gd name="connsiteY40" fmla="*/ 1003649 h 3316502"/>
              <a:gd name="connsiteX41" fmla="*/ 1101808 w 3745816"/>
              <a:gd name="connsiteY41" fmla="*/ 1010029 h 3316502"/>
              <a:gd name="connsiteX42" fmla="*/ 1497593 w 3745816"/>
              <a:gd name="connsiteY42" fmla="*/ 1897134 h 3316502"/>
              <a:gd name="connsiteX43" fmla="*/ 1777372 w 3745816"/>
              <a:gd name="connsiteY43" fmla="*/ 1951725 h 3316502"/>
              <a:gd name="connsiteX44" fmla="*/ 1511241 w 3745816"/>
              <a:gd name="connsiteY44" fmla="*/ 1385343 h 3316502"/>
              <a:gd name="connsiteX45" fmla="*/ 1136169 w 3745816"/>
              <a:gd name="connsiteY45" fmla="*/ 1003649 h 3316502"/>
              <a:gd name="connsiteX46" fmla="*/ 665081 w 3745816"/>
              <a:gd name="connsiteY46" fmla="*/ 96 h 3316502"/>
              <a:gd name="connsiteX47" fmla="*/ 1862679 w 3745816"/>
              <a:gd name="connsiteY47" fmla="*/ 634117 h 3316502"/>
              <a:gd name="connsiteX48" fmla="*/ 3080735 w 3745816"/>
              <a:gd name="connsiteY48" fmla="*/ 96 h 3316502"/>
              <a:gd name="connsiteX49" fmla="*/ 3619822 w 3745816"/>
              <a:gd name="connsiteY49" fmla="*/ 921320 h 3316502"/>
              <a:gd name="connsiteX50" fmla="*/ 3456049 w 3745816"/>
              <a:gd name="connsiteY50" fmla="*/ 955441 h 3316502"/>
              <a:gd name="connsiteX51" fmla="*/ 3189917 w 3745816"/>
              <a:gd name="connsiteY51" fmla="*/ 1317105 h 3316502"/>
              <a:gd name="connsiteX52" fmla="*/ 3155798 w 3745816"/>
              <a:gd name="connsiteY52" fmla="*/ 1596884 h 3316502"/>
              <a:gd name="connsiteX53" fmla="*/ 2848723 w 3745816"/>
              <a:gd name="connsiteY53" fmla="*/ 1842544 h 3316502"/>
              <a:gd name="connsiteX54" fmla="*/ 2650831 w 3745816"/>
              <a:gd name="connsiteY54" fmla="*/ 2518108 h 3316502"/>
              <a:gd name="connsiteX55" fmla="*/ 2193630 w 3745816"/>
              <a:gd name="connsiteY55" fmla="*/ 2531756 h 3316502"/>
              <a:gd name="connsiteX56" fmla="*/ 1941147 w 3745816"/>
              <a:gd name="connsiteY56" fmla="*/ 2211033 h 3316502"/>
              <a:gd name="connsiteX57" fmla="*/ 1872908 w 3745816"/>
              <a:gd name="connsiteY57" fmla="*/ 2313392 h 3316502"/>
              <a:gd name="connsiteX58" fmla="*/ 1804669 w 3745816"/>
              <a:gd name="connsiteY58" fmla="*/ 2211033 h 3316502"/>
              <a:gd name="connsiteX59" fmla="*/ 1552186 w 3745816"/>
              <a:gd name="connsiteY59" fmla="*/ 2531756 h 3316502"/>
              <a:gd name="connsiteX60" fmla="*/ 1094985 w 3745816"/>
              <a:gd name="connsiteY60" fmla="*/ 2518108 h 3316502"/>
              <a:gd name="connsiteX61" fmla="*/ 897093 w 3745816"/>
              <a:gd name="connsiteY61" fmla="*/ 1842544 h 3316502"/>
              <a:gd name="connsiteX62" fmla="*/ 590018 w 3745816"/>
              <a:gd name="connsiteY62" fmla="*/ 1596884 h 3316502"/>
              <a:gd name="connsiteX63" fmla="*/ 555899 w 3745816"/>
              <a:gd name="connsiteY63" fmla="*/ 1317105 h 3316502"/>
              <a:gd name="connsiteX64" fmla="*/ 380265 w 3745816"/>
              <a:gd name="connsiteY64" fmla="*/ 1173717 h 3316502"/>
              <a:gd name="connsiteX65" fmla="*/ 289767 w 3745816"/>
              <a:gd name="connsiteY65" fmla="*/ 1006142 h 3316502"/>
              <a:gd name="connsiteX66" fmla="*/ 125994 w 3745816"/>
              <a:gd name="connsiteY66" fmla="*/ 921320 h 3316502"/>
              <a:gd name="connsiteX67" fmla="*/ 665081 w 3745816"/>
              <a:gd name="connsiteY67" fmla="*/ 96 h 3316502"/>
              <a:gd name="connsiteX0" fmla="*/ 2500704 w 3745816"/>
              <a:gd name="connsiteY0" fmla="*/ 2026790 h 3316502"/>
              <a:gd name="connsiteX1" fmla="*/ 2261868 w 3745816"/>
              <a:gd name="connsiteY1" fmla="*/ 2108676 h 3316502"/>
              <a:gd name="connsiteX2" fmla="*/ 2364227 w 3745816"/>
              <a:gd name="connsiteY2" fmla="*/ 2313393 h 3316502"/>
              <a:gd name="connsiteX3" fmla="*/ 2500704 w 3745816"/>
              <a:gd name="connsiteY3" fmla="*/ 2026790 h 3316502"/>
              <a:gd name="connsiteX4" fmla="*/ 1245112 w 3745816"/>
              <a:gd name="connsiteY4" fmla="*/ 2026790 h 3316502"/>
              <a:gd name="connsiteX5" fmla="*/ 1381589 w 3745816"/>
              <a:gd name="connsiteY5" fmla="*/ 2313393 h 3316502"/>
              <a:gd name="connsiteX6" fmla="*/ 1483948 w 3745816"/>
              <a:gd name="connsiteY6" fmla="*/ 2108676 h 3316502"/>
              <a:gd name="connsiteX7" fmla="*/ 1245112 w 3745816"/>
              <a:gd name="connsiteY7" fmla="*/ 2026790 h 3316502"/>
              <a:gd name="connsiteX8" fmla="*/ 3185000 w 3745816"/>
              <a:gd name="connsiteY8" fmla="*/ 1670667 h 3316502"/>
              <a:gd name="connsiteX9" fmla="*/ 3244509 w 3745816"/>
              <a:gd name="connsiteY9" fmla="*/ 1692418 h 3316502"/>
              <a:gd name="connsiteX10" fmla="*/ 3380986 w 3745816"/>
              <a:gd name="connsiteY10" fmla="*/ 1856191 h 3316502"/>
              <a:gd name="connsiteX11" fmla="*/ 3599350 w 3745816"/>
              <a:gd name="connsiteY11" fmla="*/ 1903959 h 3316502"/>
              <a:gd name="connsiteX12" fmla="*/ 3735827 w 3745816"/>
              <a:gd name="connsiteY12" fmla="*/ 2142795 h 3316502"/>
              <a:gd name="connsiteX13" fmla="*/ 3572054 w 3745816"/>
              <a:gd name="connsiteY13" fmla="*/ 2620466 h 3316502"/>
              <a:gd name="connsiteX14" fmla="*/ 3551583 w 3745816"/>
              <a:gd name="connsiteY14" fmla="*/ 3316502 h 3316502"/>
              <a:gd name="connsiteX15" fmla="*/ 3292276 w 3745816"/>
              <a:gd name="connsiteY15" fmla="*/ 3302855 h 3316502"/>
              <a:gd name="connsiteX16" fmla="*/ 3271804 w 3745816"/>
              <a:gd name="connsiteY16" fmla="*/ 2511284 h 3316502"/>
              <a:gd name="connsiteX17" fmla="*/ 3278628 w 3745816"/>
              <a:gd name="connsiteY17" fmla="*/ 2272449 h 3316502"/>
              <a:gd name="connsiteX18" fmla="*/ 3128502 w 3745816"/>
              <a:gd name="connsiteY18" fmla="*/ 2108675 h 3316502"/>
              <a:gd name="connsiteX19" fmla="*/ 2869195 w 3745816"/>
              <a:gd name="connsiteY19" fmla="*/ 2019965 h 3316502"/>
              <a:gd name="connsiteX20" fmla="*/ 3185000 w 3745816"/>
              <a:gd name="connsiteY20" fmla="*/ 1670667 h 3316502"/>
              <a:gd name="connsiteX21" fmla="*/ 560816 w 3745816"/>
              <a:gd name="connsiteY21" fmla="*/ 1670667 h 3316502"/>
              <a:gd name="connsiteX22" fmla="*/ 876621 w 3745816"/>
              <a:gd name="connsiteY22" fmla="*/ 2019965 h 3316502"/>
              <a:gd name="connsiteX23" fmla="*/ 617314 w 3745816"/>
              <a:gd name="connsiteY23" fmla="*/ 2108675 h 3316502"/>
              <a:gd name="connsiteX24" fmla="*/ 467188 w 3745816"/>
              <a:gd name="connsiteY24" fmla="*/ 2272449 h 3316502"/>
              <a:gd name="connsiteX25" fmla="*/ 474012 w 3745816"/>
              <a:gd name="connsiteY25" fmla="*/ 2511284 h 3316502"/>
              <a:gd name="connsiteX26" fmla="*/ 453540 w 3745816"/>
              <a:gd name="connsiteY26" fmla="*/ 3302855 h 3316502"/>
              <a:gd name="connsiteX27" fmla="*/ 194233 w 3745816"/>
              <a:gd name="connsiteY27" fmla="*/ 3316502 h 3316502"/>
              <a:gd name="connsiteX28" fmla="*/ 173762 w 3745816"/>
              <a:gd name="connsiteY28" fmla="*/ 2620466 h 3316502"/>
              <a:gd name="connsiteX29" fmla="*/ 9989 w 3745816"/>
              <a:gd name="connsiteY29" fmla="*/ 2142795 h 3316502"/>
              <a:gd name="connsiteX30" fmla="*/ 146466 w 3745816"/>
              <a:gd name="connsiteY30" fmla="*/ 1903959 h 3316502"/>
              <a:gd name="connsiteX31" fmla="*/ 364830 w 3745816"/>
              <a:gd name="connsiteY31" fmla="*/ 1856191 h 3316502"/>
              <a:gd name="connsiteX32" fmla="*/ 501307 w 3745816"/>
              <a:gd name="connsiteY32" fmla="*/ 1692418 h 3316502"/>
              <a:gd name="connsiteX33" fmla="*/ 560816 w 3745816"/>
              <a:gd name="connsiteY33" fmla="*/ 1670667 h 3316502"/>
              <a:gd name="connsiteX34" fmla="*/ 2609647 w 3745816"/>
              <a:gd name="connsiteY34" fmla="*/ 1003649 h 3316502"/>
              <a:gd name="connsiteX35" fmla="*/ 2234575 w 3745816"/>
              <a:gd name="connsiteY35" fmla="*/ 1385343 h 3316502"/>
              <a:gd name="connsiteX36" fmla="*/ 1968444 w 3745816"/>
              <a:gd name="connsiteY36" fmla="*/ 1951725 h 3316502"/>
              <a:gd name="connsiteX37" fmla="*/ 2248223 w 3745816"/>
              <a:gd name="connsiteY37" fmla="*/ 1897134 h 3316502"/>
              <a:gd name="connsiteX38" fmla="*/ 2644008 w 3745816"/>
              <a:gd name="connsiteY38" fmla="*/ 1010029 h 3316502"/>
              <a:gd name="connsiteX39" fmla="*/ 2609647 w 3745816"/>
              <a:gd name="connsiteY39" fmla="*/ 1003649 h 3316502"/>
              <a:gd name="connsiteX40" fmla="*/ 1136169 w 3745816"/>
              <a:gd name="connsiteY40" fmla="*/ 1003649 h 3316502"/>
              <a:gd name="connsiteX41" fmla="*/ 1101808 w 3745816"/>
              <a:gd name="connsiteY41" fmla="*/ 1010029 h 3316502"/>
              <a:gd name="connsiteX42" fmla="*/ 1497593 w 3745816"/>
              <a:gd name="connsiteY42" fmla="*/ 1897134 h 3316502"/>
              <a:gd name="connsiteX43" fmla="*/ 1777372 w 3745816"/>
              <a:gd name="connsiteY43" fmla="*/ 1951725 h 3316502"/>
              <a:gd name="connsiteX44" fmla="*/ 1511241 w 3745816"/>
              <a:gd name="connsiteY44" fmla="*/ 1385343 h 3316502"/>
              <a:gd name="connsiteX45" fmla="*/ 1136169 w 3745816"/>
              <a:gd name="connsiteY45" fmla="*/ 1003649 h 3316502"/>
              <a:gd name="connsiteX46" fmla="*/ 665081 w 3745816"/>
              <a:gd name="connsiteY46" fmla="*/ 96 h 3316502"/>
              <a:gd name="connsiteX47" fmla="*/ 1862679 w 3745816"/>
              <a:gd name="connsiteY47" fmla="*/ 634117 h 3316502"/>
              <a:gd name="connsiteX48" fmla="*/ 3080735 w 3745816"/>
              <a:gd name="connsiteY48" fmla="*/ 96 h 3316502"/>
              <a:gd name="connsiteX49" fmla="*/ 3619822 w 3745816"/>
              <a:gd name="connsiteY49" fmla="*/ 921320 h 3316502"/>
              <a:gd name="connsiteX50" fmla="*/ 3456049 w 3745816"/>
              <a:gd name="connsiteY50" fmla="*/ 955441 h 3316502"/>
              <a:gd name="connsiteX51" fmla="*/ 3189917 w 3745816"/>
              <a:gd name="connsiteY51" fmla="*/ 1317105 h 3316502"/>
              <a:gd name="connsiteX52" fmla="*/ 3155798 w 3745816"/>
              <a:gd name="connsiteY52" fmla="*/ 1596884 h 3316502"/>
              <a:gd name="connsiteX53" fmla="*/ 2848723 w 3745816"/>
              <a:gd name="connsiteY53" fmla="*/ 1842544 h 3316502"/>
              <a:gd name="connsiteX54" fmla="*/ 2650831 w 3745816"/>
              <a:gd name="connsiteY54" fmla="*/ 2518108 h 3316502"/>
              <a:gd name="connsiteX55" fmla="*/ 2193630 w 3745816"/>
              <a:gd name="connsiteY55" fmla="*/ 2531756 h 3316502"/>
              <a:gd name="connsiteX56" fmla="*/ 1941147 w 3745816"/>
              <a:gd name="connsiteY56" fmla="*/ 2211033 h 3316502"/>
              <a:gd name="connsiteX57" fmla="*/ 1872908 w 3745816"/>
              <a:gd name="connsiteY57" fmla="*/ 2313392 h 3316502"/>
              <a:gd name="connsiteX58" fmla="*/ 1804669 w 3745816"/>
              <a:gd name="connsiteY58" fmla="*/ 2211033 h 3316502"/>
              <a:gd name="connsiteX59" fmla="*/ 1552186 w 3745816"/>
              <a:gd name="connsiteY59" fmla="*/ 2531756 h 3316502"/>
              <a:gd name="connsiteX60" fmla="*/ 1094985 w 3745816"/>
              <a:gd name="connsiteY60" fmla="*/ 2518108 h 3316502"/>
              <a:gd name="connsiteX61" fmla="*/ 897093 w 3745816"/>
              <a:gd name="connsiteY61" fmla="*/ 1842544 h 3316502"/>
              <a:gd name="connsiteX62" fmla="*/ 590018 w 3745816"/>
              <a:gd name="connsiteY62" fmla="*/ 1596884 h 3316502"/>
              <a:gd name="connsiteX63" fmla="*/ 555899 w 3745816"/>
              <a:gd name="connsiteY63" fmla="*/ 1317105 h 3316502"/>
              <a:gd name="connsiteX64" fmla="*/ 380265 w 3745816"/>
              <a:gd name="connsiteY64" fmla="*/ 1173717 h 3316502"/>
              <a:gd name="connsiteX65" fmla="*/ 289767 w 3745816"/>
              <a:gd name="connsiteY65" fmla="*/ 1006142 h 3316502"/>
              <a:gd name="connsiteX66" fmla="*/ 125994 w 3745816"/>
              <a:gd name="connsiteY66" fmla="*/ 921320 h 3316502"/>
              <a:gd name="connsiteX67" fmla="*/ 665081 w 3745816"/>
              <a:gd name="connsiteY67" fmla="*/ 96 h 3316502"/>
              <a:gd name="connsiteX0" fmla="*/ 2500704 w 3745816"/>
              <a:gd name="connsiteY0" fmla="*/ 2026790 h 3316502"/>
              <a:gd name="connsiteX1" fmla="*/ 2261868 w 3745816"/>
              <a:gd name="connsiteY1" fmla="*/ 2108676 h 3316502"/>
              <a:gd name="connsiteX2" fmla="*/ 2364227 w 3745816"/>
              <a:gd name="connsiteY2" fmla="*/ 2313393 h 3316502"/>
              <a:gd name="connsiteX3" fmla="*/ 2500704 w 3745816"/>
              <a:gd name="connsiteY3" fmla="*/ 2026790 h 3316502"/>
              <a:gd name="connsiteX4" fmla="*/ 1245112 w 3745816"/>
              <a:gd name="connsiteY4" fmla="*/ 2026790 h 3316502"/>
              <a:gd name="connsiteX5" fmla="*/ 1381589 w 3745816"/>
              <a:gd name="connsiteY5" fmla="*/ 2313393 h 3316502"/>
              <a:gd name="connsiteX6" fmla="*/ 1483948 w 3745816"/>
              <a:gd name="connsiteY6" fmla="*/ 2108676 h 3316502"/>
              <a:gd name="connsiteX7" fmla="*/ 1245112 w 3745816"/>
              <a:gd name="connsiteY7" fmla="*/ 2026790 h 3316502"/>
              <a:gd name="connsiteX8" fmla="*/ 3185000 w 3745816"/>
              <a:gd name="connsiteY8" fmla="*/ 1670667 h 3316502"/>
              <a:gd name="connsiteX9" fmla="*/ 3244509 w 3745816"/>
              <a:gd name="connsiteY9" fmla="*/ 1692418 h 3316502"/>
              <a:gd name="connsiteX10" fmla="*/ 3380986 w 3745816"/>
              <a:gd name="connsiteY10" fmla="*/ 1856191 h 3316502"/>
              <a:gd name="connsiteX11" fmla="*/ 3599350 w 3745816"/>
              <a:gd name="connsiteY11" fmla="*/ 1903959 h 3316502"/>
              <a:gd name="connsiteX12" fmla="*/ 3735827 w 3745816"/>
              <a:gd name="connsiteY12" fmla="*/ 2142795 h 3316502"/>
              <a:gd name="connsiteX13" fmla="*/ 3572054 w 3745816"/>
              <a:gd name="connsiteY13" fmla="*/ 2620466 h 3316502"/>
              <a:gd name="connsiteX14" fmla="*/ 3551583 w 3745816"/>
              <a:gd name="connsiteY14" fmla="*/ 3316502 h 3316502"/>
              <a:gd name="connsiteX15" fmla="*/ 3292276 w 3745816"/>
              <a:gd name="connsiteY15" fmla="*/ 3302855 h 3316502"/>
              <a:gd name="connsiteX16" fmla="*/ 3271804 w 3745816"/>
              <a:gd name="connsiteY16" fmla="*/ 2511284 h 3316502"/>
              <a:gd name="connsiteX17" fmla="*/ 3278628 w 3745816"/>
              <a:gd name="connsiteY17" fmla="*/ 2272449 h 3316502"/>
              <a:gd name="connsiteX18" fmla="*/ 3128502 w 3745816"/>
              <a:gd name="connsiteY18" fmla="*/ 2108675 h 3316502"/>
              <a:gd name="connsiteX19" fmla="*/ 2869195 w 3745816"/>
              <a:gd name="connsiteY19" fmla="*/ 2019965 h 3316502"/>
              <a:gd name="connsiteX20" fmla="*/ 3185000 w 3745816"/>
              <a:gd name="connsiteY20" fmla="*/ 1670667 h 3316502"/>
              <a:gd name="connsiteX21" fmla="*/ 560816 w 3745816"/>
              <a:gd name="connsiteY21" fmla="*/ 1670667 h 3316502"/>
              <a:gd name="connsiteX22" fmla="*/ 876621 w 3745816"/>
              <a:gd name="connsiteY22" fmla="*/ 2019965 h 3316502"/>
              <a:gd name="connsiteX23" fmla="*/ 617314 w 3745816"/>
              <a:gd name="connsiteY23" fmla="*/ 2108675 h 3316502"/>
              <a:gd name="connsiteX24" fmla="*/ 467188 w 3745816"/>
              <a:gd name="connsiteY24" fmla="*/ 2272449 h 3316502"/>
              <a:gd name="connsiteX25" fmla="*/ 474012 w 3745816"/>
              <a:gd name="connsiteY25" fmla="*/ 2511284 h 3316502"/>
              <a:gd name="connsiteX26" fmla="*/ 453540 w 3745816"/>
              <a:gd name="connsiteY26" fmla="*/ 3302855 h 3316502"/>
              <a:gd name="connsiteX27" fmla="*/ 194233 w 3745816"/>
              <a:gd name="connsiteY27" fmla="*/ 3316502 h 3316502"/>
              <a:gd name="connsiteX28" fmla="*/ 173762 w 3745816"/>
              <a:gd name="connsiteY28" fmla="*/ 2620466 h 3316502"/>
              <a:gd name="connsiteX29" fmla="*/ 9989 w 3745816"/>
              <a:gd name="connsiteY29" fmla="*/ 2142795 h 3316502"/>
              <a:gd name="connsiteX30" fmla="*/ 146466 w 3745816"/>
              <a:gd name="connsiteY30" fmla="*/ 1903959 h 3316502"/>
              <a:gd name="connsiteX31" fmla="*/ 364830 w 3745816"/>
              <a:gd name="connsiteY31" fmla="*/ 1856191 h 3316502"/>
              <a:gd name="connsiteX32" fmla="*/ 501307 w 3745816"/>
              <a:gd name="connsiteY32" fmla="*/ 1692418 h 3316502"/>
              <a:gd name="connsiteX33" fmla="*/ 560816 w 3745816"/>
              <a:gd name="connsiteY33" fmla="*/ 1670667 h 3316502"/>
              <a:gd name="connsiteX34" fmla="*/ 2609647 w 3745816"/>
              <a:gd name="connsiteY34" fmla="*/ 1003649 h 3316502"/>
              <a:gd name="connsiteX35" fmla="*/ 2234575 w 3745816"/>
              <a:gd name="connsiteY35" fmla="*/ 1385343 h 3316502"/>
              <a:gd name="connsiteX36" fmla="*/ 1968444 w 3745816"/>
              <a:gd name="connsiteY36" fmla="*/ 1951725 h 3316502"/>
              <a:gd name="connsiteX37" fmla="*/ 2248223 w 3745816"/>
              <a:gd name="connsiteY37" fmla="*/ 1897134 h 3316502"/>
              <a:gd name="connsiteX38" fmla="*/ 2644008 w 3745816"/>
              <a:gd name="connsiteY38" fmla="*/ 1010029 h 3316502"/>
              <a:gd name="connsiteX39" fmla="*/ 2609647 w 3745816"/>
              <a:gd name="connsiteY39" fmla="*/ 1003649 h 3316502"/>
              <a:gd name="connsiteX40" fmla="*/ 1136169 w 3745816"/>
              <a:gd name="connsiteY40" fmla="*/ 1003649 h 3316502"/>
              <a:gd name="connsiteX41" fmla="*/ 1101808 w 3745816"/>
              <a:gd name="connsiteY41" fmla="*/ 1010029 h 3316502"/>
              <a:gd name="connsiteX42" fmla="*/ 1497593 w 3745816"/>
              <a:gd name="connsiteY42" fmla="*/ 1897134 h 3316502"/>
              <a:gd name="connsiteX43" fmla="*/ 1777372 w 3745816"/>
              <a:gd name="connsiteY43" fmla="*/ 1951725 h 3316502"/>
              <a:gd name="connsiteX44" fmla="*/ 1511241 w 3745816"/>
              <a:gd name="connsiteY44" fmla="*/ 1385343 h 3316502"/>
              <a:gd name="connsiteX45" fmla="*/ 1136169 w 3745816"/>
              <a:gd name="connsiteY45" fmla="*/ 1003649 h 3316502"/>
              <a:gd name="connsiteX46" fmla="*/ 665081 w 3745816"/>
              <a:gd name="connsiteY46" fmla="*/ 96 h 3316502"/>
              <a:gd name="connsiteX47" fmla="*/ 1862679 w 3745816"/>
              <a:gd name="connsiteY47" fmla="*/ 634117 h 3316502"/>
              <a:gd name="connsiteX48" fmla="*/ 3080735 w 3745816"/>
              <a:gd name="connsiteY48" fmla="*/ 96 h 3316502"/>
              <a:gd name="connsiteX49" fmla="*/ 3619822 w 3745816"/>
              <a:gd name="connsiteY49" fmla="*/ 921320 h 3316502"/>
              <a:gd name="connsiteX50" fmla="*/ 3456049 w 3745816"/>
              <a:gd name="connsiteY50" fmla="*/ 955441 h 3316502"/>
              <a:gd name="connsiteX51" fmla="*/ 3370271 w 3745816"/>
              <a:gd name="connsiteY51" fmla="*/ 1159232 h 3316502"/>
              <a:gd name="connsiteX52" fmla="*/ 3189917 w 3745816"/>
              <a:gd name="connsiteY52" fmla="*/ 1317105 h 3316502"/>
              <a:gd name="connsiteX53" fmla="*/ 3155798 w 3745816"/>
              <a:gd name="connsiteY53" fmla="*/ 1596884 h 3316502"/>
              <a:gd name="connsiteX54" fmla="*/ 2848723 w 3745816"/>
              <a:gd name="connsiteY54" fmla="*/ 1842544 h 3316502"/>
              <a:gd name="connsiteX55" fmla="*/ 2650831 w 3745816"/>
              <a:gd name="connsiteY55" fmla="*/ 2518108 h 3316502"/>
              <a:gd name="connsiteX56" fmla="*/ 2193630 w 3745816"/>
              <a:gd name="connsiteY56" fmla="*/ 2531756 h 3316502"/>
              <a:gd name="connsiteX57" fmla="*/ 1941147 w 3745816"/>
              <a:gd name="connsiteY57" fmla="*/ 2211033 h 3316502"/>
              <a:gd name="connsiteX58" fmla="*/ 1872908 w 3745816"/>
              <a:gd name="connsiteY58" fmla="*/ 2313392 h 3316502"/>
              <a:gd name="connsiteX59" fmla="*/ 1804669 w 3745816"/>
              <a:gd name="connsiteY59" fmla="*/ 2211033 h 3316502"/>
              <a:gd name="connsiteX60" fmla="*/ 1552186 w 3745816"/>
              <a:gd name="connsiteY60" fmla="*/ 2531756 h 3316502"/>
              <a:gd name="connsiteX61" fmla="*/ 1094985 w 3745816"/>
              <a:gd name="connsiteY61" fmla="*/ 2518108 h 3316502"/>
              <a:gd name="connsiteX62" fmla="*/ 897093 w 3745816"/>
              <a:gd name="connsiteY62" fmla="*/ 1842544 h 3316502"/>
              <a:gd name="connsiteX63" fmla="*/ 590018 w 3745816"/>
              <a:gd name="connsiteY63" fmla="*/ 1596884 h 3316502"/>
              <a:gd name="connsiteX64" fmla="*/ 555899 w 3745816"/>
              <a:gd name="connsiteY64" fmla="*/ 1317105 h 3316502"/>
              <a:gd name="connsiteX65" fmla="*/ 380265 w 3745816"/>
              <a:gd name="connsiteY65" fmla="*/ 1173717 h 3316502"/>
              <a:gd name="connsiteX66" fmla="*/ 289767 w 3745816"/>
              <a:gd name="connsiteY66" fmla="*/ 1006142 h 3316502"/>
              <a:gd name="connsiteX67" fmla="*/ 125994 w 3745816"/>
              <a:gd name="connsiteY67" fmla="*/ 921320 h 3316502"/>
              <a:gd name="connsiteX68" fmla="*/ 665081 w 3745816"/>
              <a:gd name="connsiteY68" fmla="*/ 96 h 3316502"/>
              <a:gd name="connsiteX0" fmla="*/ 2500704 w 3745816"/>
              <a:gd name="connsiteY0" fmla="*/ 2026790 h 3316502"/>
              <a:gd name="connsiteX1" fmla="*/ 2261868 w 3745816"/>
              <a:gd name="connsiteY1" fmla="*/ 2108676 h 3316502"/>
              <a:gd name="connsiteX2" fmla="*/ 2364227 w 3745816"/>
              <a:gd name="connsiteY2" fmla="*/ 2313393 h 3316502"/>
              <a:gd name="connsiteX3" fmla="*/ 2500704 w 3745816"/>
              <a:gd name="connsiteY3" fmla="*/ 2026790 h 3316502"/>
              <a:gd name="connsiteX4" fmla="*/ 1245112 w 3745816"/>
              <a:gd name="connsiteY4" fmla="*/ 2026790 h 3316502"/>
              <a:gd name="connsiteX5" fmla="*/ 1381589 w 3745816"/>
              <a:gd name="connsiteY5" fmla="*/ 2313393 h 3316502"/>
              <a:gd name="connsiteX6" fmla="*/ 1483948 w 3745816"/>
              <a:gd name="connsiteY6" fmla="*/ 2108676 h 3316502"/>
              <a:gd name="connsiteX7" fmla="*/ 1245112 w 3745816"/>
              <a:gd name="connsiteY7" fmla="*/ 2026790 h 3316502"/>
              <a:gd name="connsiteX8" fmla="*/ 3185000 w 3745816"/>
              <a:gd name="connsiteY8" fmla="*/ 1670667 h 3316502"/>
              <a:gd name="connsiteX9" fmla="*/ 3244509 w 3745816"/>
              <a:gd name="connsiteY9" fmla="*/ 1692418 h 3316502"/>
              <a:gd name="connsiteX10" fmla="*/ 3380986 w 3745816"/>
              <a:gd name="connsiteY10" fmla="*/ 1856191 h 3316502"/>
              <a:gd name="connsiteX11" fmla="*/ 3599350 w 3745816"/>
              <a:gd name="connsiteY11" fmla="*/ 1903959 h 3316502"/>
              <a:gd name="connsiteX12" fmla="*/ 3735827 w 3745816"/>
              <a:gd name="connsiteY12" fmla="*/ 2142795 h 3316502"/>
              <a:gd name="connsiteX13" fmla="*/ 3572054 w 3745816"/>
              <a:gd name="connsiteY13" fmla="*/ 2620466 h 3316502"/>
              <a:gd name="connsiteX14" fmla="*/ 3551583 w 3745816"/>
              <a:gd name="connsiteY14" fmla="*/ 3316502 h 3316502"/>
              <a:gd name="connsiteX15" fmla="*/ 3292276 w 3745816"/>
              <a:gd name="connsiteY15" fmla="*/ 3302855 h 3316502"/>
              <a:gd name="connsiteX16" fmla="*/ 3271804 w 3745816"/>
              <a:gd name="connsiteY16" fmla="*/ 2511284 h 3316502"/>
              <a:gd name="connsiteX17" fmla="*/ 3278628 w 3745816"/>
              <a:gd name="connsiteY17" fmla="*/ 2272449 h 3316502"/>
              <a:gd name="connsiteX18" fmla="*/ 3128502 w 3745816"/>
              <a:gd name="connsiteY18" fmla="*/ 2108675 h 3316502"/>
              <a:gd name="connsiteX19" fmla="*/ 2869195 w 3745816"/>
              <a:gd name="connsiteY19" fmla="*/ 2019965 h 3316502"/>
              <a:gd name="connsiteX20" fmla="*/ 3185000 w 3745816"/>
              <a:gd name="connsiteY20" fmla="*/ 1670667 h 3316502"/>
              <a:gd name="connsiteX21" fmla="*/ 560816 w 3745816"/>
              <a:gd name="connsiteY21" fmla="*/ 1670667 h 3316502"/>
              <a:gd name="connsiteX22" fmla="*/ 876621 w 3745816"/>
              <a:gd name="connsiteY22" fmla="*/ 2019965 h 3316502"/>
              <a:gd name="connsiteX23" fmla="*/ 617314 w 3745816"/>
              <a:gd name="connsiteY23" fmla="*/ 2108675 h 3316502"/>
              <a:gd name="connsiteX24" fmla="*/ 467188 w 3745816"/>
              <a:gd name="connsiteY24" fmla="*/ 2272449 h 3316502"/>
              <a:gd name="connsiteX25" fmla="*/ 474012 w 3745816"/>
              <a:gd name="connsiteY25" fmla="*/ 2511284 h 3316502"/>
              <a:gd name="connsiteX26" fmla="*/ 453540 w 3745816"/>
              <a:gd name="connsiteY26" fmla="*/ 3302855 h 3316502"/>
              <a:gd name="connsiteX27" fmla="*/ 194233 w 3745816"/>
              <a:gd name="connsiteY27" fmla="*/ 3316502 h 3316502"/>
              <a:gd name="connsiteX28" fmla="*/ 173762 w 3745816"/>
              <a:gd name="connsiteY28" fmla="*/ 2620466 h 3316502"/>
              <a:gd name="connsiteX29" fmla="*/ 9989 w 3745816"/>
              <a:gd name="connsiteY29" fmla="*/ 2142795 h 3316502"/>
              <a:gd name="connsiteX30" fmla="*/ 146466 w 3745816"/>
              <a:gd name="connsiteY30" fmla="*/ 1903959 h 3316502"/>
              <a:gd name="connsiteX31" fmla="*/ 364830 w 3745816"/>
              <a:gd name="connsiteY31" fmla="*/ 1856191 h 3316502"/>
              <a:gd name="connsiteX32" fmla="*/ 501307 w 3745816"/>
              <a:gd name="connsiteY32" fmla="*/ 1692418 h 3316502"/>
              <a:gd name="connsiteX33" fmla="*/ 560816 w 3745816"/>
              <a:gd name="connsiteY33" fmla="*/ 1670667 h 3316502"/>
              <a:gd name="connsiteX34" fmla="*/ 2609647 w 3745816"/>
              <a:gd name="connsiteY34" fmla="*/ 1003649 h 3316502"/>
              <a:gd name="connsiteX35" fmla="*/ 2234575 w 3745816"/>
              <a:gd name="connsiteY35" fmla="*/ 1385343 h 3316502"/>
              <a:gd name="connsiteX36" fmla="*/ 1968444 w 3745816"/>
              <a:gd name="connsiteY36" fmla="*/ 1951725 h 3316502"/>
              <a:gd name="connsiteX37" fmla="*/ 2248223 w 3745816"/>
              <a:gd name="connsiteY37" fmla="*/ 1897134 h 3316502"/>
              <a:gd name="connsiteX38" fmla="*/ 2644008 w 3745816"/>
              <a:gd name="connsiteY38" fmla="*/ 1010029 h 3316502"/>
              <a:gd name="connsiteX39" fmla="*/ 2609647 w 3745816"/>
              <a:gd name="connsiteY39" fmla="*/ 1003649 h 3316502"/>
              <a:gd name="connsiteX40" fmla="*/ 1136169 w 3745816"/>
              <a:gd name="connsiteY40" fmla="*/ 1003649 h 3316502"/>
              <a:gd name="connsiteX41" fmla="*/ 1101808 w 3745816"/>
              <a:gd name="connsiteY41" fmla="*/ 1010029 h 3316502"/>
              <a:gd name="connsiteX42" fmla="*/ 1497593 w 3745816"/>
              <a:gd name="connsiteY42" fmla="*/ 1897134 h 3316502"/>
              <a:gd name="connsiteX43" fmla="*/ 1777372 w 3745816"/>
              <a:gd name="connsiteY43" fmla="*/ 1951725 h 3316502"/>
              <a:gd name="connsiteX44" fmla="*/ 1511241 w 3745816"/>
              <a:gd name="connsiteY44" fmla="*/ 1385343 h 3316502"/>
              <a:gd name="connsiteX45" fmla="*/ 1136169 w 3745816"/>
              <a:gd name="connsiteY45" fmla="*/ 1003649 h 3316502"/>
              <a:gd name="connsiteX46" fmla="*/ 665081 w 3745816"/>
              <a:gd name="connsiteY46" fmla="*/ 96 h 3316502"/>
              <a:gd name="connsiteX47" fmla="*/ 1862679 w 3745816"/>
              <a:gd name="connsiteY47" fmla="*/ 634117 h 3316502"/>
              <a:gd name="connsiteX48" fmla="*/ 3080735 w 3745816"/>
              <a:gd name="connsiteY48" fmla="*/ 96 h 3316502"/>
              <a:gd name="connsiteX49" fmla="*/ 3619822 w 3745816"/>
              <a:gd name="connsiteY49" fmla="*/ 921320 h 3316502"/>
              <a:gd name="connsiteX50" fmla="*/ 3456049 w 3745816"/>
              <a:gd name="connsiteY50" fmla="*/ 955441 h 3316502"/>
              <a:gd name="connsiteX51" fmla="*/ 3370271 w 3745816"/>
              <a:gd name="connsiteY51" fmla="*/ 1159232 h 3316502"/>
              <a:gd name="connsiteX52" fmla="*/ 3189917 w 3745816"/>
              <a:gd name="connsiteY52" fmla="*/ 1317105 h 3316502"/>
              <a:gd name="connsiteX53" fmla="*/ 3155798 w 3745816"/>
              <a:gd name="connsiteY53" fmla="*/ 1596884 h 3316502"/>
              <a:gd name="connsiteX54" fmla="*/ 2848723 w 3745816"/>
              <a:gd name="connsiteY54" fmla="*/ 1842544 h 3316502"/>
              <a:gd name="connsiteX55" fmla="*/ 2650831 w 3745816"/>
              <a:gd name="connsiteY55" fmla="*/ 2518108 h 3316502"/>
              <a:gd name="connsiteX56" fmla="*/ 2193630 w 3745816"/>
              <a:gd name="connsiteY56" fmla="*/ 2531756 h 3316502"/>
              <a:gd name="connsiteX57" fmla="*/ 1941147 w 3745816"/>
              <a:gd name="connsiteY57" fmla="*/ 2211033 h 3316502"/>
              <a:gd name="connsiteX58" fmla="*/ 1872908 w 3745816"/>
              <a:gd name="connsiteY58" fmla="*/ 2313392 h 3316502"/>
              <a:gd name="connsiteX59" fmla="*/ 1804669 w 3745816"/>
              <a:gd name="connsiteY59" fmla="*/ 2211033 h 3316502"/>
              <a:gd name="connsiteX60" fmla="*/ 1552186 w 3745816"/>
              <a:gd name="connsiteY60" fmla="*/ 2531756 h 3316502"/>
              <a:gd name="connsiteX61" fmla="*/ 1094985 w 3745816"/>
              <a:gd name="connsiteY61" fmla="*/ 2518108 h 3316502"/>
              <a:gd name="connsiteX62" fmla="*/ 897093 w 3745816"/>
              <a:gd name="connsiteY62" fmla="*/ 1842544 h 3316502"/>
              <a:gd name="connsiteX63" fmla="*/ 590018 w 3745816"/>
              <a:gd name="connsiteY63" fmla="*/ 1596884 h 3316502"/>
              <a:gd name="connsiteX64" fmla="*/ 555899 w 3745816"/>
              <a:gd name="connsiteY64" fmla="*/ 1317105 h 3316502"/>
              <a:gd name="connsiteX65" fmla="*/ 380265 w 3745816"/>
              <a:gd name="connsiteY65" fmla="*/ 1173717 h 3316502"/>
              <a:gd name="connsiteX66" fmla="*/ 289767 w 3745816"/>
              <a:gd name="connsiteY66" fmla="*/ 1006142 h 3316502"/>
              <a:gd name="connsiteX67" fmla="*/ 125994 w 3745816"/>
              <a:gd name="connsiteY67" fmla="*/ 921320 h 3316502"/>
              <a:gd name="connsiteX68" fmla="*/ 665081 w 3745816"/>
              <a:gd name="connsiteY68" fmla="*/ 96 h 3316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</a:cxnLst>
            <a:rect l="l" t="t" r="r" b="b"/>
            <a:pathLst>
              <a:path w="3745816" h="3316502">
                <a:moveTo>
                  <a:pt x="2500704" y="2026790"/>
                </a:moveTo>
                <a:cubicBezTo>
                  <a:pt x="2380149" y="2047261"/>
                  <a:pt x="2334656" y="2081381"/>
                  <a:pt x="2261868" y="2108676"/>
                </a:cubicBezTo>
                <a:cubicBezTo>
                  <a:pt x="2220926" y="2245154"/>
                  <a:pt x="2248220" y="2327040"/>
                  <a:pt x="2364227" y="2313393"/>
                </a:cubicBezTo>
                <a:cubicBezTo>
                  <a:pt x="2491606" y="2272450"/>
                  <a:pt x="2502979" y="2190563"/>
                  <a:pt x="2500704" y="2026790"/>
                </a:cubicBezTo>
                <a:close/>
                <a:moveTo>
                  <a:pt x="1245112" y="2026790"/>
                </a:moveTo>
                <a:cubicBezTo>
                  <a:pt x="1242837" y="2190563"/>
                  <a:pt x="1254210" y="2272450"/>
                  <a:pt x="1381589" y="2313393"/>
                </a:cubicBezTo>
                <a:cubicBezTo>
                  <a:pt x="1497596" y="2327040"/>
                  <a:pt x="1524890" y="2245154"/>
                  <a:pt x="1483948" y="2108676"/>
                </a:cubicBezTo>
                <a:cubicBezTo>
                  <a:pt x="1411160" y="2081381"/>
                  <a:pt x="1365667" y="2047261"/>
                  <a:pt x="1245112" y="2026790"/>
                </a:cubicBezTo>
                <a:close/>
                <a:moveTo>
                  <a:pt x="3185000" y="1670667"/>
                </a:moveTo>
                <a:cubicBezTo>
                  <a:pt x="3206444" y="1672444"/>
                  <a:pt x="3226596" y="1679339"/>
                  <a:pt x="3244509" y="1692418"/>
                </a:cubicBezTo>
                <a:cubicBezTo>
                  <a:pt x="3340044" y="1731086"/>
                  <a:pt x="3210389" y="1885761"/>
                  <a:pt x="3380986" y="1856191"/>
                </a:cubicBezTo>
                <a:cubicBezTo>
                  <a:pt x="3424203" y="1826621"/>
                  <a:pt x="3528837" y="1837994"/>
                  <a:pt x="3599350" y="1903959"/>
                </a:cubicBezTo>
                <a:cubicBezTo>
                  <a:pt x="3647117" y="1983571"/>
                  <a:pt x="3783594" y="2056359"/>
                  <a:pt x="3735827" y="2142795"/>
                </a:cubicBezTo>
                <a:cubicBezTo>
                  <a:pt x="3653941" y="2374806"/>
                  <a:pt x="3606173" y="2422574"/>
                  <a:pt x="3572054" y="2620466"/>
                </a:cubicBezTo>
                <a:cubicBezTo>
                  <a:pt x="3574328" y="2882048"/>
                  <a:pt x="3542485" y="3061744"/>
                  <a:pt x="3551583" y="3316502"/>
                </a:cubicBezTo>
                <a:lnTo>
                  <a:pt x="3292276" y="3302855"/>
                </a:lnTo>
                <a:cubicBezTo>
                  <a:pt x="3310472" y="3025350"/>
                  <a:pt x="3315022" y="2788789"/>
                  <a:pt x="3271804" y="2511284"/>
                </a:cubicBezTo>
                <a:cubicBezTo>
                  <a:pt x="3217213" y="2465791"/>
                  <a:pt x="3189917" y="2399828"/>
                  <a:pt x="3278628" y="2272449"/>
                </a:cubicBezTo>
                <a:cubicBezTo>
                  <a:pt x="3244509" y="2190562"/>
                  <a:pt x="3271804" y="2142795"/>
                  <a:pt x="3128502" y="2108675"/>
                </a:cubicBezTo>
                <a:cubicBezTo>
                  <a:pt x="3042066" y="2051809"/>
                  <a:pt x="2921512" y="2165541"/>
                  <a:pt x="2869195" y="2019965"/>
                </a:cubicBezTo>
                <a:cubicBezTo>
                  <a:pt x="2821427" y="1896567"/>
                  <a:pt x="3034887" y="1658228"/>
                  <a:pt x="3185000" y="1670667"/>
                </a:cubicBezTo>
                <a:close/>
                <a:moveTo>
                  <a:pt x="560816" y="1670667"/>
                </a:moveTo>
                <a:cubicBezTo>
                  <a:pt x="710929" y="1658228"/>
                  <a:pt x="924389" y="1896567"/>
                  <a:pt x="876621" y="2019965"/>
                </a:cubicBezTo>
                <a:cubicBezTo>
                  <a:pt x="824304" y="2165541"/>
                  <a:pt x="703750" y="2051809"/>
                  <a:pt x="617314" y="2108675"/>
                </a:cubicBezTo>
                <a:cubicBezTo>
                  <a:pt x="474012" y="2142795"/>
                  <a:pt x="501307" y="2190562"/>
                  <a:pt x="467188" y="2272449"/>
                </a:cubicBezTo>
                <a:cubicBezTo>
                  <a:pt x="555899" y="2399828"/>
                  <a:pt x="528603" y="2465791"/>
                  <a:pt x="474012" y="2511284"/>
                </a:cubicBezTo>
                <a:cubicBezTo>
                  <a:pt x="430794" y="2788789"/>
                  <a:pt x="435344" y="3025350"/>
                  <a:pt x="453540" y="3302855"/>
                </a:cubicBezTo>
                <a:lnTo>
                  <a:pt x="194233" y="3316502"/>
                </a:lnTo>
                <a:cubicBezTo>
                  <a:pt x="203331" y="3061744"/>
                  <a:pt x="171488" y="2882048"/>
                  <a:pt x="173762" y="2620466"/>
                </a:cubicBezTo>
                <a:cubicBezTo>
                  <a:pt x="139643" y="2422574"/>
                  <a:pt x="91875" y="2374806"/>
                  <a:pt x="9989" y="2142795"/>
                </a:cubicBezTo>
                <a:cubicBezTo>
                  <a:pt x="-37778" y="2056359"/>
                  <a:pt x="98699" y="1983571"/>
                  <a:pt x="146466" y="1903959"/>
                </a:cubicBezTo>
                <a:cubicBezTo>
                  <a:pt x="216979" y="1837994"/>
                  <a:pt x="321613" y="1826621"/>
                  <a:pt x="364830" y="1856191"/>
                </a:cubicBezTo>
                <a:cubicBezTo>
                  <a:pt x="535427" y="1885761"/>
                  <a:pt x="405772" y="1731086"/>
                  <a:pt x="501307" y="1692418"/>
                </a:cubicBezTo>
                <a:cubicBezTo>
                  <a:pt x="519220" y="1679339"/>
                  <a:pt x="539372" y="1672444"/>
                  <a:pt x="560816" y="1670667"/>
                </a:cubicBezTo>
                <a:close/>
                <a:moveTo>
                  <a:pt x="2609647" y="1003649"/>
                </a:moveTo>
                <a:cubicBezTo>
                  <a:pt x="2444889" y="994437"/>
                  <a:pt x="2381715" y="1312839"/>
                  <a:pt x="2234575" y="1385343"/>
                </a:cubicBezTo>
                <a:cubicBezTo>
                  <a:pt x="2013936" y="1460406"/>
                  <a:pt x="1963895" y="1651474"/>
                  <a:pt x="1968444" y="1951725"/>
                </a:cubicBezTo>
                <a:cubicBezTo>
                  <a:pt x="1979817" y="2035887"/>
                  <a:pt x="2134492" y="1956274"/>
                  <a:pt x="2248223" y="1897134"/>
                </a:cubicBezTo>
                <a:cubicBezTo>
                  <a:pt x="2393799" y="1812972"/>
                  <a:pt x="2839626" y="1121486"/>
                  <a:pt x="2644008" y="1010029"/>
                </a:cubicBezTo>
                <a:cubicBezTo>
                  <a:pt x="2632066" y="1006333"/>
                  <a:pt x="2620631" y="1004263"/>
                  <a:pt x="2609647" y="1003649"/>
                </a:cubicBezTo>
                <a:close/>
                <a:moveTo>
                  <a:pt x="1136169" y="1003649"/>
                </a:moveTo>
                <a:cubicBezTo>
                  <a:pt x="1125185" y="1004263"/>
                  <a:pt x="1113750" y="1006333"/>
                  <a:pt x="1101808" y="1010029"/>
                </a:cubicBezTo>
                <a:cubicBezTo>
                  <a:pt x="906190" y="1121486"/>
                  <a:pt x="1352017" y="1812972"/>
                  <a:pt x="1497593" y="1897134"/>
                </a:cubicBezTo>
                <a:cubicBezTo>
                  <a:pt x="1611324" y="1956274"/>
                  <a:pt x="1765999" y="2035887"/>
                  <a:pt x="1777372" y="1951725"/>
                </a:cubicBezTo>
                <a:cubicBezTo>
                  <a:pt x="1781921" y="1651474"/>
                  <a:pt x="1731880" y="1460406"/>
                  <a:pt x="1511241" y="1385343"/>
                </a:cubicBezTo>
                <a:cubicBezTo>
                  <a:pt x="1364101" y="1312839"/>
                  <a:pt x="1300927" y="994437"/>
                  <a:pt x="1136169" y="1003649"/>
                </a:cubicBezTo>
                <a:close/>
                <a:moveTo>
                  <a:pt x="665081" y="96"/>
                </a:moveTo>
                <a:cubicBezTo>
                  <a:pt x="1486802" y="-2174"/>
                  <a:pt x="1309537" y="573200"/>
                  <a:pt x="1862679" y="634117"/>
                </a:cubicBezTo>
                <a:cubicBezTo>
                  <a:pt x="2415888" y="573192"/>
                  <a:pt x="2259021" y="-2174"/>
                  <a:pt x="3080735" y="96"/>
                </a:cubicBezTo>
                <a:cubicBezTo>
                  <a:pt x="3608448" y="-9003"/>
                  <a:pt x="3767673" y="636991"/>
                  <a:pt x="3619822" y="921320"/>
                </a:cubicBezTo>
                <a:cubicBezTo>
                  <a:pt x="3590251" y="1010030"/>
                  <a:pt x="3519739" y="941793"/>
                  <a:pt x="3456049" y="955441"/>
                </a:cubicBezTo>
                <a:cubicBezTo>
                  <a:pt x="3416937" y="1011300"/>
                  <a:pt x="3385716" y="1096130"/>
                  <a:pt x="3370271" y="1159232"/>
                </a:cubicBezTo>
                <a:lnTo>
                  <a:pt x="3189917" y="1317105"/>
                </a:lnTo>
                <a:cubicBezTo>
                  <a:pt x="3271804" y="1426286"/>
                  <a:pt x="3258156" y="1555942"/>
                  <a:pt x="3155798" y="1596884"/>
                </a:cubicBezTo>
                <a:cubicBezTo>
                  <a:pt x="2973828" y="1651475"/>
                  <a:pt x="2866920" y="1726538"/>
                  <a:pt x="2848723" y="1842544"/>
                </a:cubicBezTo>
                <a:cubicBezTo>
                  <a:pt x="2830525" y="2001768"/>
                  <a:pt x="2832803" y="2481714"/>
                  <a:pt x="2650831" y="2518108"/>
                </a:cubicBezTo>
                <a:cubicBezTo>
                  <a:pt x="2498431" y="2522657"/>
                  <a:pt x="2373325" y="2513559"/>
                  <a:pt x="2193630" y="2531756"/>
                </a:cubicBezTo>
                <a:cubicBezTo>
                  <a:pt x="2088997" y="2522657"/>
                  <a:pt x="1998012" y="2349785"/>
                  <a:pt x="1941147" y="2211033"/>
                </a:cubicBezTo>
                <a:lnTo>
                  <a:pt x="1872908" y="2313392"/>
                </a:lnTo>
                <a:lnTo>
                  <a:pt x="1804669" y="2211033"/>
                </a:lnTo>
                <a:cubicBezTo>
                  <a:pt x="1747804" y="2349785"/>
                  <a:pt x="1656819" y="2522657"/>
                  <a:pt x="1552186" y="2531756"/>
                </a:cubicBezTo>
                <a:cubicBezTo>
                  <a:pt x="1372491" y="2513559"/>
                  <a:pt x="1247385" y="2522657"/>
                  <a:pt x="1094985" y="2518108"/>
                </a:cubicBezTo>
                <a:cubicBezTo>
                  <a:pt x="913013" y="2481714"/>
                  <a:pt x="915291" y="2001768"/>
                  <a:pt x="897093" y="1842544"/>
                </a:cubicBezTo>
                <a:cubicBezTo>
                  <a:pt x="878896" y="1726538"/>
                  <a:pt x="771988" y="1651475"/>
                  <a:pt x="590018" y="1596884"/>
                </a:cubicBezTo>
                <a:cubicBezTo>
                  <a:pt x="487660" y="1555942"/>
                  <a:pt x="474012" y="1426286"/>
                  <a:pt x="555899" y="1317105"/>
                </a:cubicBezTo>
                <a:cubicBezTo>
                  <a:pt x="497354" y="1247580"/>
                  <a:pt x="494034" y="1228756"/>
                  <a:pt x="380265" y="1173717"/>
                </a:cubicBezTo>
                <a:cubicBezTo>
                  <a:pt x="350099" y="1122687"/>
                  <a:pt x="319933" y="1057172"/>
                  <a:pt x="289767" y="1006142"/>
                </a:cubicBezTo>
                <a:cubicBezTo>
                  <a:pt x="226077" y="992494"/>
                  <a:pt x="155565" y="1010030"/>
                  <a:pt x="125994" y="921320"/>
                </a:cubicBezTo>
                <a:cubicBezTo>
                  <a:pt x="-21857" y="636991"/>
                  <a:pt x="137368" y="-9003"/>
                  <a:pt x="665081" y="96"/>
                </a:cubicBezTo>
                <a:close/>
              </a:path>
            </a:pathLst>
          </a:custGeom>
          <a:solidFill>
            <a:srgbClr val="D4D4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ko-KR" altLang="en-US" sz="2000"/>
          </a:p>
        </p:txBody>
      </p:sp>
      <p:pic>
        <p:nvPicPr>
          <p:cNvPr id="29" name="Рисунок 28" descr="Скользко">
            <a:extLst>
              <a:ext uri="{FF2B5EF4-FFF2-40B4-BE49-F238E27FC236}">
                <a16:creationId xmlns:a16="http://schemas.microsoft.com/office/drawing/2014/main" id="{86646BBD-169E-C454-8AD6-5671EF003C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80352" y="3734710"/>
            <a:ext cx="605158" cy="605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2794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altLang="ko-KR" sz="3200" b="1" dirty="0">
                <a:ln>
                  <a:solidFill>
                    <a:schemeClr val="accent5">
                      <a:lumMod val="50000"/>
                    </a:schemeClr>
                  </a:solidFill>
                </a:ln>
              </a:rPr>
              <a:t>Медикаментозная терапия</a:t>
            </a:r>
            <a:endParaRPr lang="ko-KR" altLang="en-US" sz="3200" dirty="0">
              <a:ln>
                <a:solidFill>
                  <a:schemeClr val="accent5">
                    <a:lumMod val="50000"/>
                  </a:schemeClr>
                </a:solidFill>
              </a:ln>
              <a:latin typeface="+mj-lt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3931162" y="1299449"/>
            <a:ext cx="5111237" cy="1463443"/>
            <a:chOff x="2556779" y="1549361"/>
            <a:chExt cx="4243789" cy="1756496"/>
          </a:xfrm>
        </p:grpSpPr>
        <p:sp>
          <p:nvSpPr>
            <p:cNvPr id="6" name="TextBox 5"/>
            <p:cNvSpPr txBox="1"/>
            <p:nvPr/>
          </p:nvSpPr>
          <p:spPr>
            <a:xfrm>
              <a:off x="2556780" y="2012927"/>
              <a:ext cx="4243788" cy="12929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ru-RU" altLang="ko-KR" sz="1600" dirty="0">
                  <a:solidFill>
                    <a:schemeClr val="tx1">
                      <a:lumMod val="95000"/>
                      <a:lumOff val="5000"/>
                    </a:schemeClr>
                  </a:solidFill>
                  <a:cs typeface="Arial" pitchFamily="34" charset="0"/>
                </a:rPr>
                <a:t>Федеральные клинические рекомендации по диагностике, лечению и профилактике остеопороза предусматривают применение </a:t>
              </a:r>
              <a:r>
                <a:rPr lang="ru-RU" altLang="ko-KR" sz="1600" b="1" dirty="0" err="1">
                  <a:solidFill>
                    <a:schemeClr val="accent5">
                      <a:lumMod val="5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Arial" pitchFamily="34" charset="0"/>
                </a:rPr>
                <a:t>антирезорбтивных</a:t>
              </a:r>
              <a:r>
                <a:rPr lang="ru-RU" altLang="ko-KR" sz="1600" dirty="0">
                  <a:solidFill>
                    <a:schemeClr val="tx1">
                      <a:lumMod val="95000"/>
                      <a:lumOff val="5000"/>
                    </a:schemeClr>
                  </a:solidFill>
                  <a:cs typeface="Arial" pitchFamily="34" charset="0"/>
                </a:rPr>
                <a:t> и </a:t>
              </a:r>
              <a:r>
                <a:rPr lang="ru-RU" altLang="ko-KR" sz="1600" b="1" dirty="0">
                  <a:solidFill>
                    <a:schemeClr val="accent5">
                      <a:lumMod val="5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Arial" pitchFamily="34" charset="0"/>
                </a:rPr>
                <a:t>анаболических</a:t>
              </a:r>
              <a:r>
                <a:rPr lang="ru-RU" altLang="ko-KR" sz="1600" dirty="0">
                  <a:solidFill>
                    <a:schemeClr val="tx1">
                      <a:lumMod val="95000"/>
                      <a:lumOff val="5000"/>
                    </a:schemeClr>
                  </a:solidFill>
                  <a:cs typeface="Arial" pitchFamily="34" charset="0"/>
                </a:rPr>
                <a:t> препаратов</a:t>
              </a:r>
              <a:endParaRPr lang="ko-KR" altLang="en-US" sz="1600" dirty="0">
                <a:cs typeface="Arial" pitchFamily="34" charset="0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556779" y="1549361"/>
              <a:ext cx="4243788" cy="451405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ru-RU" altLang="ko-KR" sz="1600" b="1" dirty="0">
                  <a:solidFill>
                    <a:schemeClr val="accent5">
                      <a:lumMod val="5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Arial" pitchFamily="34" charset="0"/>
                </a:rPr>
                <a:t>Фармакотерапия</a:t>
              </a:r>
              <a:endParaRPr lang="ko-KR" altLang="en-US" sz="1600" b="1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itchFamily="34" charset="0"/>
              </a:endParaRPr>
            </a:p>
          </p:txBody>
        </p:sp>
      </p:grpSp>
      <p:sp>
        <p:nvSpPr>
          <p:cNvPr id="8" name="Oval 7"/>
          <p:cNvSpPr/>
          <p:nvPr/>
        </p:nvSpPr>
        <p:spPr>
          <a:xfrm flipH="1">
            <a:off x="4016175" y="2973159"/>
            <a:ext cx="561737" cy="561737"/>
          </a:xfrm>
          <a:prstGeom prst="ellipse">
            <a:avLst/>
          </a:prstGeom>
          <a:solidFill>
            <a:schemeClr val="accent2"/>
          </a:solidFill>
          <a:ln w="635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ko-KR" altLang="en-US">
              <a:cs typeface="Arial" pitchFamily="34" charset="0"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4748926" y="2908299"/>
            <a:ext cx="4386483" cy="1596862"/>
            <a:chOff x="1346516" y="1731531"/>
            <a:chExt cx="3318868" cy="586726"/>
          </a:xfrm>
        </p:grpSpPr>
        <p:sp>
          <p:nvSpPr>
            <p:cNvPr id="12" name="TextBox 11"/>
            <p:cNvSpPr txBox="1"/>
            <p:nvPr/>
          </p:nvSpPr>
          <p:spPr>
            <a:xfrm>
              <a:off x="1364065" y="2012928"/>
              <a:ext cx="3301319" cy="305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ru-RU" altLang="ko-KR" sz="1600" dirty="0">
                  <a:cs typeface="Arial" pitchFamily="34" charset="0"/>
                </a:rPr>
                <a:t>Бисфосфонаты: </a:t>
              </a:r>
              <a:r>
                <a:rPr lang="ru-RU" altLang="ko-KR" sz="1600" dirty="0" err="1">
                  <a:cs typeface="Arial" pitchFamily="34" charset="0"/>
                </a:rPr>
                <a:t>Алендронат</a:t>
              </a:r>
              <a:r>
                <a:rPr lang="ru-RU" altLang="ko-KR" sz="1600" dirty="0">
                  <a:cs typeface="Arial" pitchFamily="34" charset="0"/>
                </a:rPr>
                <a:t>, </a:t>
              </a:r>
              <a:r>
                <a:rPr lang="ru-RU" altLang="ko-KR" sz="1600" dirty="0" err="1">
                  <a:cs typeface="Arial" pitchFamily="34" charset="0"/>
                </a:rPr>
                <a:t>Золендроновая</a:t>
              </a:r>
              <a:r>
                <a:rPr lang="ru-RU" altLang="ko-KR" sz="1600" dirty="0">
                  <a:cs typeface="Arial" pitchFamily="34" charset="0"/>
                </a:rPr>
                <a:t> кислота</a:t>
              </a: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ru-RU" altLang="ko-KR" sz="1600" dirty="0" err="1">
                  <a:cs typeface="Arial" pitchFamily="34" charset="0"/>
                </a:rPr>
                <a:t>Деносумаб</a:t>
              </a:r>
              <a:r>
                <a:rPr lang="ru-RU" altLang="ko-KR" sz="1600" dirty="0">
                  <a:cs typeface="Arial" pitchFamily="34" charset="0"/>
                </a:rPr>
                <a:t> (</a:t>
              </a:r>
              <a:r>
                <a:rPr lang="ru-RU" altLang="ko-KR" sz="1600" dirty="0" err="1">
                  <a:cs typeface="Arial" pitchFamily="34" charset="0"/>
                </a:rPr>
                <a:t>Пролиа</a:t>
              </a:r>
              <a:r>
                <a:rPr lang="ru-RU" altLang="ko-KR" sz="1600" dirty="0">
                  <a:cs typeface="Arial" pitchFamily="34" charset="0"/>
                </a:rPr>
                <a:t>)</a:t>
              </a:r>
              <a:endParaRPr lang="ko-KR" altLang="en-US" sz="1600" dirty="0">
                <a:cs typeface="Arial" pitchFamily="34" charset="0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346516" y="1731531"/>
              <a:ext cx="3318868" cy="237478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ru-RU" altLang="ko-KR" sz="18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cs typeface="Arial" pitchFamily="34" charset="0"/>
                </a:rPr>
                <a:t>Антирезорбтивные</a:t>
              </a:r>
              <a:r>
                <a:rPr lang="ru-RU" altLang="ko-KR" sz="1800" b="1" dirty="0">
                  <a:solidFill>
                    <a:schemeClr val="tx1">
                      <a:lumMod val="95000"/>
                      <a:lumOff val="5000"/>
                    </a:schemeClr>
                  </a:solidFill>
                  <a:cs typeface="Arial" pitchFamily="34" charset="0"/>
                </a:rPr>
                <a:t> (подавляют разрушение кости остеокластами):</a:t>
              </a:r>
              <a:endParaRPr lang="ko-KR" altLang="en-US" sz="1800" b="1" dirty="0">
                <a:solidFill>
                  <a:schemeClr val="tx1">
                    <a:lumMod val="95000"/>
                    <a:lumOff val="5000"/>
                  </a:schemeClr>
                </a:solidFill>
                <a:cs typeface="Arial" pitchFamily="34" charset="0"/>
              </a:endParaRPr>
            </a:p>
          </p:txBody>
        </p:sp>
      </p:grp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78AD0CA-30F9-4A35-7321-A22308B9AD0C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44" r="31444"/>
          <a:stretch>
            <a:fillRect/>
          </a:stretch>
        </p:blipFill>
        <p:spPr>
          <a:xfrm flipH="1">
            <a:off x="-19824" y="0"/>
            <a:ext cx="3817124" cy="5143500"/>
          </a:xfrm>
        </p:spPr>
      </p:pic>
      <p:pic>
        <p:nvPicPr>
          <p:cNvPr id="14" name="Рисунок 13" descr="Головоломка">
            <a:extLst>
              <a:ext uri="{FF2B5EF4-FFF2-40B4-BE49-F238E27FC236}">
                <a16:creationId xmlns:a16="http://schemas.microsoft.com/office/drawing/2014/main" id="{F6F37A1E-5CF6-2CA6-8CAD-4879588124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75472" y="3032456"/>
            <a:ext cx="443141" cy="443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8970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CF482-9228-EF13-C26C-5F71777A1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F7F01-1146-0B4C-8E6A-891C25E51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altLang="ko-KR" sz="3200" b="1" dirty="0">
                <a:ln>
                  <a:solidFill>
                    <a:schemeClr val="accent5">
                      <a:lumMod val="50000"/>
                    </a:schemeClr>
                  </a:solidFill>
                </a:ln>
              </a:rPr>
              <a:t>Медикаментозная терапия</a:t>
            </a:r>
            <a:endParaRPr lang="ko-KR" altLang="en-US" sz="3200" dirty="0">
              <a:ln>
                <a:solidFill>
                  <a:schemeClr val="accent5">
                    <a:lumMod val="50000"/>
                  </a:schemeClr>
                </a:solidFill>
              </a:ln>
              <a:latin typeface="+mj-lt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F165038-54C0-FA02-BC6C-F6A666A2E574}"/>
              </a:ext>
            </a:extLst>
          </p:cNvPr>
          <p:cNvGrpSpPr/>
          <p:nvPr/>
        </p:nvGrpSpPr>
        <p:grpSpPr>
          <a:xfrm>
            <a:off x="3931162" y="1299449"/>
            <a:ext cx="5111237" cy="1463443"/>
            <a:chOff x="2556779" y="1549361"/>
            <a:chExt cx="4243789" cy="1756496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EC86F6F-0DA1-41A7-C09D-0FA73AB1C777}"/>
                </a:ext>
              </a:extLst>
            </p:cNvPr>
            <p:cNvSpPr txBox="1"/>
            <p:nvPr/>
          </p:nvSpPr>
          <p:spPr>
            <a:xfrm>
              <a:off x="2556780" y="2012927"/>
              <a:ext cx="4243788" cy="12929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ru-RU" altLang="ko-KR" sz="1600" dirty="0">
                  <a:solidFill>
                    <a:schemeClr val="tx1">
                      <a:lumMod val="95000"/>
                      <a:lumOff val="5000"/>
                    </a:schemeClr>
                  </a:solidFill>
                  <a:cs typeface="Arial" pitchFamily="34" charset="0"/>
                </a:rPr>
                <a:t>Федеральные клинические рекомендации по диагностике, лечению и профилактике остеопороза предусматривают применение </a:t>
              </a:r>
              <a:r>
                <a:rPr lang="ru-RU" altLang="ko-KR" sz="1600" b="1" dirty="0" err="1">
                  <a:solidFill>
                    <a:schemeClr val="accent5">
                      <a:lumMod val="5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Arial" pitchFamily="34" charset="0"/>
                </a:rPr>
                <a:t>антирезорбтивных</a:t>
              </a:r>
              <a:r>
                <a:rPr lang="ru-RU" altLang="ko-KR" sz="1600" dirty="0">
                  <a:solidFill>
                    <a:schemeClr val="tx1">
                      <a:lumMod val="95000"/>
                      <a:lumOff val="5000"/>
                    </a:schemeClr>
                  </a:solidFill>
                  <a:cs typeface="Arial" pitchFamily="34" charset="0"/>
                </a:rPr>
                <a:t> и </a:t>
              </a:r>
              <a:r>
                <a:rPr lang="ru-RU" altLang="ko-KR" sz="1600" b="1" dirty="0">
                  <a:solidFill>
                    <a:schemeClr val="accent5">
                      <a:lumMod val="5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Arial" pitchFamily="34" charset="0"/>
                </a:rPr>
                <a:t>анаболических</a:t>
              </a:r>
              <a:r>
                <a:rPr lang="ru-RU" altLang="ko-KR" sz="1600" dirty="0">
                  <a:solidFill>
                    <a:schemeClr val="tx1">
                      <a:lumMod val="95000"/>
                      <a:lumOff val="5000"/>
                    </a:schemeClr>
                  </a:solidFill>
                  <a:cs typeface="Arial" pitchFamily="34" charset="0"/>
                </a:rPr>
                <a:t> препаратов</a:t>
              </a:r>
              <a:endParaRPr lang="ko-KR" altLang="en-US" sz="1600" dirty="0">
                <a:cs typeface="Arial" pitchFamily="34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42DFC99-8523-0602-B0E9-3B879A32E118}"/>
                </a:ext>
              </a:extLst>
            </p:cNvPr>
            <p:cNvSpPr txBox="1"/>
            <p:nvPr/>
          </p:nvSpPr>
          <p:spPr>
            <a:xfrm>
              <a:off x="2556779" y="1549361"/>
              <a:ext cx="4243788" cy="451405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ru-RU" altLang="ko-KR" sz="1600" b="1" dirty="0">
                  <a:solidFill>
                    <a:schemeClr val="accent5">
                      <a:lumMod val="5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Arial" pitchFamily="34" charset="0"/>
                </a:rPr>
                <a:t>Фармакотерапия</a:t>
              </a:r>
              <a:endParaRPr lang="ko-KR" altLang="en-US" sz="1600" b="1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itchFamily="34" charset="0"/>
              </a:endParaRPr>
            </a:p>
          </p:txBody>
        </p:sp>
      </p:grpSp>
      <p:sp>
        <p:nvSpPr>
          <p:cNvPr id="21" name="Oval 20">
            <a:extLst>
              <a:ext uri="{FF2B5EF4-FFF2-40B4-BE49-F238E27FC236}">
                <a16:creationId xmlns:a16="http://schemas.microsoft.com/office/drawing/2014/main" id="{693604EF-D1C3-201A-298F-C6DFE020507C}"/>
              </a:ext>
            </a:extLst>
          </p:cNvPr>
          <p:cNvSpPr/>
          <p:nvPr/>
        </p:nvSpPr>
        <p:spPr>
          <a:xfrm flipH="1">
            <a:off x="4008414" y="2968793"/>
            <a:ext cx="561737" cy="561737"/>
          </a:xfrm>
          <a:prstGeom prst="ellipse">
            <a:avLst/>
          </a:prstGeom>
          <a:solidFill>
            <a:schemeClr val="accent4"/>
          </a:solidFill>
          <a:ln w="635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ko-KR" altLang="en-US" dirty="0">
              <a:cs typeface="Arial" pitchFamily="34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DE44FC5-0530-B909-890C-7A105E4B1D03}"/>
              </a:ext>
            </a:extLst>
          </p:cNvPr>
          <p:cNvGrpSpPr/>
          <p:nvPr/>
        </p:nvGrpSpPr>
        <p:grpSpPr>
          <a:xfrm>
            <a:off x="4686300" y="2866888"/>
            <a:ext cx="4694115" cy="1819412"/>
            <a:chOff x="1534802" y="1637313"/>
            <a:chExt cx="3318868" cy="719907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2A7C018-A541-3002-E24B-81DAEE05DC16}"/>
                </a:ext>
              </a:extLst>
            </p:cNvPr>
            <p:cNvSpPr txBox="1"/>
            <p:nvPr/>
          </p:nvSpPr>
          <p:spPr>
            <a:xfrm>
              <a:off x="1534802" y="1997267"/>
              <a:ext cx="3301319" cy="2313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ru-RU" altLang="ko-KR" sz="1600" dirty="0" err="1">
                  <a:cs typeface="Arial" pitchFamily="34" charset="0"/>
                </a:rPr>
                <a:t>Ромосозумаб</a:t>
              </a:r>
              <a:r>
                <a:rPr lang="ru-RU" altLang="ko-KR" sz="1600" dirty="0">
                  <a:cs typeface="Arial" pitchFamily="34" charset="0"/>
                </a:rPr>
                <a:t> (</a:t>
              </a:r>
              <a:r>
                <a:rPr lang="ru-RU" altLang="ko-KR" sz="1600" dirty="0" err="1">
                  <a:cs typeface="Arial" pitchFamily="34" charset="0"/>
                </a:rPr>
                <a:t>Эвенити</a:t>
              </a:r>
              <a:r>
                <a:rPr lang="ru-RU" altLang="ko-KR" sz="1600" dirty="0">
                  <a:cs typeface="Arial" pitchFamily="34" charset="0"/>
                </a:rPr>
                <a:t>) </a:t>
              </a:r>
              <a:endParaRPr lang="ko-KR" altLang="en-US" sz="1600" dirty="0">
                <a:cs typeface="Arial" pitchFamily="34" charset="0"/>
              </a:endParaRP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ru-RU" altLang="ko-KR" sz="1600" dirty="0" err="1">
                  <a:cs typeface="Arial" pitchFamily="34" charset="0"/>
                </a:rPr>
                <a:t>Терипаратид</a:t>
              </a:r>
              <a:r>
                <a:rPr lang="ru-RU" altLang="ko-KR" sz="1600" dirty="0">
                  <a:cs typeface="Arial" pitchFamily="34" charset="0"/>
                </a:rPr>
                <a:t> (</a:t>
              </a:r>
              <a:r>
                <a:rPr lang="ru-RU" altLang="ko-KR" sz="1600" dirty="0" err="1">
                  <a:cs typeface="Arial" pitchFamily="34" charset="0"/>
                </a:rPr>
                <a:t>Форстео</a:t>
              </a:r>
              <a:r>
                <a:rPr lang="ru-RU" altLang="ko-KR" sz="1600" dirty="0">
                  <a:cs typeface="Arial" pitchFamily="34" charset="0"/>
                </a:rPr>
                <a:t>) 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61878F4-0B15-4C2E-F16F-E3A0BC746CDF}"/>
                </a:ext>
              </a:extLst>
            </p:cNvPr>
            <p:cNvSpPr txBox="1"/>
            <p:nvPr/>
          </p:nvSpPr>
          <p:spPr>
            <a:xfrm>
              <a:off x="1534802" y="1637313"/>
              <a:ext cx="3318868" cy="719907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ru-RU" altLang="ko-KR" sz="1800" b="1" dirty="0">
                  <a:solidFill>
                    <a:schemeClr val="tx1">
                      <a:lumMod val="95000"/>
                      <a:lumOff val="5000"/>
                    </a:schemeClr>
                  </a:solidFill>
                  <a:cs typeface="Arial" pitchFamily="34" charset="0"/>
                </a:rPr>
                <a:t>Анаболические (усиливают образование новой кости остеобластами):</a:t>
              </a:r>
            </a:p>
            <a:p>
              <a:endParaRPr lang="ko-KR" altLang="en-US" sz="1800" b="1" dirty="0">
                <a:solidFill>
                  <a:schemeClr val="tx1">
                    <a:lumMod val="95000"/>
                    <a:lumOff val="5000"/>
                  </a:schemeClr>
                </a:solidFill>
                <a:cs typeface="Arial" pitchFamily="34" charset="0"/>
              </a:endParaRPr>
            </a:p>
          </p:txBody>
        </p:sp>
      </p:grp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DCE5933-6DD1-D23D-D1C9-0E21CE9A2CB4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44" r="31444"/>
          <a:stretch>
            <a:fillRect/>
          </a:stretch>
        </p:blipFill>
        <p:spPr>
          <a:xfrm flipH="1">
            <a:off x="-19824" y="0"/>
            <a:ext cx="3817124" cy="5143500"/>
          </a:xfrm>
        </p:spPr>
      </p:pic>
      <p:pic>
        <p:nvPicPr>
          <p:cNvPr id="4" name="Рисунок 3" descr="Инструменты">
            <a:extLst>
              <a:ext uri="{FF2B5EF4-FFF2-40B4-BE49-F238E27FC236}">
                <a16:creationId xmlns:a16="http://schemas.microsoft.com/office/drawing/2014/main" id="{D2C768E5-1BA8-C38B-8EC3-97EBA89068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93628" y="3054007"/>
            <a:ext cx="391307" cy="39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0054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4BD2EF5-E448-F854-56DE-9DFB4B7D2102}"/>
              </a:ext>
            </a:extLst>
          </p:cNvPr>
          <p:cNvPicPr>
            <a:picLocks noGrp="1" noChangeAspect="1"/>
          </p:cNvPicPr>
          <p:nvPr>
            <p:ph type="pic" idx="16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85" r="9785"/>
          <a:stretch>
            <a:fillRect/>
          </a:stretch>
        </p:blipFill>
        <p:spPr>
          <a:xfrm rot="10800000" flipH="1">
            <a:off x="0" y="0"/>
            <a:ext cx="6199188" cy="5143500"/>
          </a:xfr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93E68F4-9231-46E5-8F91-DDC322278475}"/>
              </a:ext>
            </a:extLst>
          </p:cNvPr>
          <p:cNvSpPr txBox="1"/>
          <p:nvPr/>
        </p:nvSpPr>
        <p:spPr>
          <a:xfrm>
            <a:off x="5478050" y="161625"/>
            <a:ext cx="3754850" cy="1054135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ru-RU" altLang="ko-KR" sz="3200" b="1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Arial" pitchFamily="34" charset="0"/>
              </a:rPr>
              <a:t>Хирургическое лечение</a:t>
            </a:r>
            <a:endParaRPr lang="en-US" altLang="ko-KR" sz="3200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Arial" pitchFamily="34" charset="0"/>
            </a:endParaRPr>
          </a:p>
        </p:txBody>
      </p:sp>
      <p:sp>
        <p:nvSpPr>
          <p:cNvPr id="17" name="Oval 6">
            <a:extLst>
              <a:ext uri="{FF2B5EF4-FFF2-40B4-BE49-F238E27FC236}">
                <a16:creationId xmlns:a16="http://schemas.microsoft.com/office/drawing/2014/main" id="{755D3A07-BE70-448E-A530-6A8AB7207309}"/>
              </a:ext>
            </a:extLst>
          </p:cNvPr>
          <p:cNvSpPr/>
          <p:nvPr/>
        </p:nvSpPr>
        <p:spPr>
          <a:xfrm>
            <a:off x="4572000" y="2110514"/>
            <a:ext cx="432048" cy="432048"/>
          </a:xfrm>
          <a:prstGeom prst="ellipse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ko-KR" altLang="en-US" sz="2000"/>
          </a:p>
        </p:txBody>
      </p:sp>
      <p:sp>
        <p:nvSpPr>
          <p:cNvPr id="18" name="Oval 13">
            <a:extLst>
              <a:ext uri="{FF2B5EF4-FFF2-40B4-BE49-F238E27FC236}">
                <a16:creationId xmlns:a16="http://schemas.microsoft.com/office/drawing/2014/main" id="{0D4B1149-4324-499C-AA7C-2D7DF1CE5D64}"/>
              </a:ext>
            </a:extLst>
          </p:cNvPr>
          <p:cNvSpPr/>
          <p:nvPr/>
        </p:nvSpPr>
        <p:spPr>
          <a:xfrm>
            <a:off x="4622312" y="3627007"/>
            <a:ext cx="432048" cy="432048"/>
          </a:xfrm>
          <a:prstGeom prst="ellipse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ko-KR" altLang="en-US" sz="2000"/>
          </a:p>
        </p:txBody>
      </p:sp>
      <p:grpSp>
        <p:nvGrpSpPr>
          <p:cNvPr id="19" name="Group 15">
            <a:extLst>
              <a:ext uri="{FF2B5EF4-FFF2-40B4-BE49-F238E27FC236}">
                <a16:creationId xmlns:a16="http://schemas.microsoft.com/office/drawing/2014/main" id="{FCCDCEE6-E0BD-4F75-9B28-C0715454BBCE}"/>
              </a:ext>
            </a:extLst>
          </p:cNvPr>
          <p:cNvGrpSpPr/>
          <p:nvPr/>
        </p:nvGrpSpPr>
        <p:grpSpPr>
          <a:xfrm>
            <a:off x="5004049" y="2139703"/>
            <a:ext cx="4306528" cy="2412249"/>
            <a:chOff x="270024" y="1671303"/>
            <a:chExt cx="3812301" cy="1690826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6549A3D-7A65-435F-AAC8-1249432A9EF8}"/>
                </a:ext>
              </a:extLst>
            </p:cNvPr>
            <p:cNvSpPr txBox="1"/>
            <p:nvPr/>
          </p:nvSpPr>
          <p:spPr>
            <a:xfrm>
              <a:off x="270025" y="1911473"/>
              <a:ext cx="3812300" cy="14506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altLang="ko-KR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Введение костного цемента в сломанный позвонок (амбулаторно, под местной анестезией).</a:t>
              </a:r>
              <a:endPara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0DC7862-242A-439F-9274-72ED0635D277}"/>
                </a:ext>
              </a:extLst>
            </p:cNvPr>
            <p:cNvSpPr txBox="1"/>
            <p:nvPr/>
          </p:nvSpPr>
          <p:spPr>
            <a:xfrm>
              <a:off x="270024" y="1671303"/>
              <a:ext cx="3812301" cy="8703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altLang="ko-KR" sz="1800" b="1" dirty="0" err="1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Arial" pitchFamily="34" charset="0"/>
                </a:rPr>
                <a:t>Вертебропластика</a:t>
              </a:r>
              <a:r>
                <a:rPr lang="ru-RU" altLang="ko-KR" sz="18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Arial" pitchFamily="34" charset="0"/>
                </a:rPr>
                <a:t>/</a:t>
              </a:r>
              <a:r>
                <a:rPr lang="ru-RU" altLang="ko-KR" sz="1800" b="1" dirty="0" err="1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Arial" pitchFamily="34" charset="0"/>
                </a:rPr>
                <a:t>Кифопластика</a:t>
              </a:r>
              <a:r>
                <a:rPr lang="ru-RU" altLang="ko-KR" sz="18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Arial" pitchFamily="34" charset="0"/>
                </a:rPr>
                <a:t>:</a:t>
              </a:r>
              <a:endParaRPr lang="ko-KR" altLang="en-US" sz="18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itchFamily="34" charset="0"/>
              </a:endParaRPr>
            </a:p>
          </p:txBody>
        </p:sp>
      </p:grpSp>
      <p:grpSp>
        <p:nvGrpSpPr>
          <p:cNvPr id="22" name="Group 18">
            <a:extLst>
              <a:ext uri="{FF2B5EF4-FFF2-40B4-BE49-F238E27FC236}">
                <a16:creationId xmlns:a16="http://schemas.microsoft.com/office/drawing/2014/main" id="{21F5C816-6312-4F26-A350-676588FAF174}"/>
              </a:ext>
            </a:extLst>
          </p:cNvPr>
          <p:cNvGrpSpPr/>
          <p:nvPr/>
        </p:nvGrpSpPr>
        <p:grpSpPr>
          <a:xfrm>
            <a:off x="5169763" y="3604765"/>
            <a:ext cx="3975100" cy="1881379"/>
            <a:chOff x="270024" y="1671303"/>
            <a:chExt cx="3812301" cy="1359243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C4F6644-902F-445E-9C72-87DA2B7C8D82}"/>
                </a:ext>
              </a:extLst>
            </p:cNvPr>
            <p:cNvSpPr txBox="1"/>
            <p:nvPr/>
          </p:nvSpPr>
          <p:spPr>
            <a:xfrm>
              <a:off x="270025" y="1911471"/>
              <a:ext cx="3812300" cy="11190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600" dirty="0"/>
                <a:t>Перелом шейки бедра (эндопротезирование или фиксация)</a:t>
              </a:r>
              <a:endPara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77830B6-9DE3-48F1-A743-A6D057B6DA55}"/>
                </a:ext>
              </a:extLst>
            </p:cNvPr>
            <p:cNvSpPr txBox="1"/>
            <p:nvPr/>
          </p:nvSpPr>
          <p:spPr>
            <a:xfrm>
              <a:off x="270024" y="1671303"/>
              <a:ext cx="3812301" cy="266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altLang="ko-KR" sz="1800" b="1" dirty="0">
                  <a:solidFill>
                    <a:schemeClr val="accent6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Arial" pitchFamily="34" charset="0"/>
                </a:rPr>
                <a:t>Остеосинтез:</a:t>
              </a:r>
              <a:endParaRPr lang="ko-KR" altLang="en-US" sz="18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itchFamily="34" charset="0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DEB4238B-83D9-67C8-E3E7-2D6C9853A517}"/>
              </a:ext>
            </a:extLst>
          </p:cNvPr>
          <p:cNvSpPr txBox="1"/>
          <p:nvPr/>
        </p:nvSpPr>
        <p:spPr>
          <a:xfrm>
            <a:off x="4890976" y="1323902"/>
            <a:ext cx="4419600" cy="646331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algn="ctr"/>
            <a:r>
              <a:rPr lang="ru-RU" altLang="ko-KR" sz="1800" b="1" dirty="0">
                <a:ln>
                  <a:solidFill>
                    <a:schemeClr val="accent5">
                      <a:lumMod val="50000"/>
                    </a:schemeClr>
                  </a:solidFill>
                </a:ln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itchFamily="34" charset="0"/>
              </a:rPr>
              <a:t>Хирургия не лечит остеопороз, а устраняет последствия!</a:t>
            </a:r>
          </a:p>
        </p:txBody>
      </p:sp>
    </p:spTree>
    <p:extLst>
      <p:ext uri="{BB962C8B-B14F-4D97-AF65-F5344CB8AC3E}">
        <p14:creationId xmlns:p14="http://schemas.microsoft.com/office/powerpoint/2010/main" val="26991388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3839E3C-6444-4D25-AF86-6C018210277A}"/>
              </a:ext>
            </a:extLst>
          </p:cNvPr>
          <p:cNvSpPr/>
          <p:nvPr/>
        </p:nvSpPr>
        <p:spPr>
          <a:xfrm>
            <a:off x="-16747" y="0"/>
            <a:ext cx="6858000" cy="5143500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02C3E1-84E5-483C-B4AA-3AAD71B87133}"/>
              </a:ext>
            </a:extLst>
          </p:cNvPr>
          <p:cNvSpPr/>
          <p:nvPr/>
        </p:nvSpPr>
        <p:spPr>
          <a:xfrm>
            <a:off x="119954" y="149382"/>
            <a:ext cx="2099649" cy="4844736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625A70-529F-4963-9DEA-2F99FDBF6350}"/>
              </a:ext>
            </a:extLst>
          </p:cNvPr>
          <p:cNvSpPr/>
          <p:nvPr/>
        </p:nvSpPr>
        <p:spPr>
          <a:xfrm>
            <a:off x="2354781" y="149382"/>
            <a:ext cx="2099649" cy="4844736"/>
          </a:xfrm>
          <a:prstGeom prst="rect">
            <a:avLst/>
          </a:prstGeom>
          <a:solidFill>
            <a:schemeClr val="accent2">
              <a:lumMod val="7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8E8EC9-AB9C-4616-A571-350385F4F346}"/>
              </a:ext>
            </a:extLst>
          </p:cNvPr>
          <p:cNvSpPr/>
          <p:nvPr/>
        </p:nvSpPr>
        <p:spPr>
          <a:xfrm>
            <a:off x="4616976" y="149382"/>
            <a:ext cx="2099649" cy="4844736"/>
          </a:xfrm>
          <a:prstGeom prst="rect">
            <a:avLst/>
          </a:prstGeom>
          <a:solidFill>
            <a:schemeClr val="accent3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>
              <a:ln>
                <a:solidFill>
                  <a:srgbClr val="D4D4D4"/>
                </a:solidFill>
              </a:ln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B7D18AD-8CD2-4E37-BE05-388D276B1D3C}"/>
              </a:ext>
            </a:extLst>
          </p:cNvPr>
          <p:cNvSpPr/>
          <p:nvPr/>
        </p:nvSpPr>
        <p:spPr>
          <a:xfrm>
            <a:off x="957573" y="206962"/>
            <a:ext cx="590739" cy="590739"/>
          </a:xfrm>
          <a:prstGeom prst="ellipse">
            <a:avLst/>
          </a:prstGeom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4BA806A-7623-489A-AEB7-EB5FA15167C9}"/>
              </a:ext>
            </a:extLst>
          </p:cNvPr>
          <p:cNvSpPr/>
          <p:nvPr/>
        </p:nvSpPr>
        <p:spPr>
          <a:xfrm>
            <a:off x="3134305" y="229629"/>
            <a:ext cx="590739" cy="590739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9213298-8123-4218-A4CB-C63B682ED3F5}"/>
              </a:ext>
            </a:extLst>
          </p:cNvPr>
          <p:cNvSpPr/>
          <p:nvPr/>
        </p:nvSpPr>
        <p:spPr>
          <a:xfrm>
            <a:off x="5357747" y="229629"/>
            <a:ext cx="590739" cy="590739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2F4BE96-B778-4359-A7C9-6F0F63648809}"/>
              </a:ext>
            </a:extLst>
          </p:cNvPr>
          <p:cNvSpPr txBox="1"/>
          <p:nvPr/>
        </p:nvSpPr>
        <p:spPr>
          <a:xfrm>
            <a:off x="275243" y="1610141"/>
            <a:ext cx="1916992" cy="2562240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ru-RU" altLang="ko-KR" sz="1800" dirty="0">
                <a:solidFill>
                  <a:schemeClr val="bg1"/>
                </a:solidFill>
                <a:cs typeface="Arial" pitchFamily="34" charset="0"/>
              </a:rPr>
              <a:t>Не менее 150 минут в неделю умеренной нагрузки + 2-3 силовых тренировки. Без нагрузки — резорбция усиливается.</a:t>
            </a:r>
            <a:endParaRPr lang="en-US" altLang="ko-KR" sz="1800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30AA293-FE51-4A0E-8ED3-4EC339250865}"/>
              </a:ext>
            </a:extLst>
          </p:cNvPr>
          <p:cNvSpPr txBox="1"/>
          <p:nvPr/>
        </p:nvSpPr>
        <p:spPr>
          <a:xfrm>
            <a:off x="2340338" y="1600881"/>
            <a:ext cx="2178186" cy="3393237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ru-RU" altLang="ko-KR" sz="1800" dirty="0">
                <a:solidFill>
                  <a:schemeClr val="bg1"/>
                </a:solidFill>
                <a:cs typeface="Arial" pitchFamily="34" charset="0"/>
              </a:rPr>
              <a:t>Норма кальция: 1000-1200 мг/</a:t>
            </a:r>
            <a:r>
              <a:rPr lang="ru-RU" altLang="ko-KR" sz="1800" dirty="0" err="1">
                <a:solidFill>
                  <a:schemeClr val="bg1"/>
                </a:solidFill>
                <a:cs typeface="Arial" pitchFamily="34" charset="0"/>
              </a:rPr>
              <a:t>сут</a:t>
            </a:r>
            <a:r>
              <a:rPr lang="ru-RU" altLang="ko-KR" sz="1800" dirty="0">
                <a:solidFill>
                  <a:schemeClr val="bg1"/>
                </a:solidFill>
                <a:cs typeface="Arial" pitchFamily="34" charset="0"/>
              </a:rPr>
              <a:t> (Пармезан, кунжут, миндаль, брокколи)</a:t>
            </a:r>
          </a:p>
          <a:p>
            <a:pPr algn="ctr"/>
            <a:r>
              <a:rPr lang="ru-RU" altLang="ko-KR" sz="1800" dirty="0">
                <a:solidFill>
                  <a:schemeClr val="bg1"/>
                </a:solidFill>
                <a:cs typeface="Arial" pitchFamily="34" charset="0"/>
              </a:rPr>
              <a:t>В России  с октября по апрель кожа не производит витамин D — поэтому добавки ОБЯЗАТЕЛЬНЫ круглый год.</a:t>
            </a:r>
            <a:endParaRPr lang="en-US" altLang="ko-KR" sz="1800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B1C7A7F-CF23-480F-A78B-CED820EFAF8F}"/>
              </a:ext>
            </a:extLst>
          </p:cNvPr>
          <p:cNvSpPr txBox="1"/>
          <p:nvPr/>
        </p:nvSpPr>
        <p:spPr>
          <a:xfrm>
            <a:off x="4572000" y="1747496"/>
            <a:ext cx="2196442" cy="3116238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ru-RU" altLang="ko-KR" sz="1800" dirty="0">
                <a:solidFill>
                  <a:schemeClr val="bg1"/>
                </a:solidFill>
                <a:cs typeface="Arial" pitchFamily="34" charset="0"/>
              </a:rPr>
              <a:t>Для женщин в ранней менопаузе для профилактики резкой потери костной массы. Снижает потерю костной массы на 50-70%; предотвращает переломы позвонков и бедра.</a:t>
            </a:r>
            <a:endParaRPr lang="en-US" altLang="ko-KR" sz="1800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43E0FE78-41F7-4DAC-ADB0-6B3898ADEFCD}"/>
              </a:ext>
            </a:extLst>
          </p:cNvPr>
          <p:cNvSpPr txBox="1">
            <a:spLocks/>
          </p:cNvSpPr>
          <p:nvPr/>
        </p:nvSpPr>
        <p:spPr>
          <a:xfrm>
            <a:off x="6829033" y="-190468"/>
            <a:ext cx="2450213" cy="1337772"/>
          </a:xfrm>
          <a:prstGeom prst="rect">
            <a:avLst/>
          </a:prstGeom>
        </p:spPr>
        <p:txBody>
          <a:bodyPr lIns="68580" tIns="34290" rIns="68580" bIns="3429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800" b="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pPr algn="l"/>
            <a:r>
              <a:rPr lang="ru-RU" altLang="ko-KR" sz="2400" b="1" dirty="0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Профилактика</a:t>
            </a:r>
            <a:endParaRPr lang="ko-KR" altLang="en-US" sz="2400" b="1" dirty="0">
              <a:ln>
                <a:solidFill>
                  <a:schemeClr val="bg2">
                    <a:lumMod val="75000"/>
                  </a:schemeClr>
                </a:solidFill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3ABD4C5-CAA9-1FEC-F418-9BF7DA5C47A1}"/>
              </a:ext>
            </a:extLst>
          </p:cNvPr>
          <p:cNvSpPr txBox="1"/>
          <p:nvPr/>
        </p:nvSpPr>
        <p:spPr>
          <a:xfrm>
            <a:off x="6911141" y="797704"/>
            <a:ext cx="2285999" cy="1015663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algn="ctr"/>
            <a:r>
              <a:rPr lang="ru-RU" altLang="ko-KR" sz="2000" b="1" dirty="0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itchFamily="34" charset="0"/>
              </a:rPr>
              <a:t>Легче предотвратить, чем лечить!</a:t>
            </a:r>
            <a:endParaRPr lang="ko-KR" altLang="en-US" sz="2000" b="1" dirty="0">
              <a:ln>
                <a:solidFill>
                  <a:schemeClr val="bg2">
                    <a:lumMod val="75000"/>
                  </a:schemeClr>
                </a:solidFill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Arial" pitchFamily="34" charset="0"/>
            </a:endParaRPr>
          </a:p>
        </p:txBody>
      </p:sp>
      <p:sp>
        <p:nvSpPr>
          <p:cNvPr id="6" name="Graphic 3">
            <a:extLst>
              <a:ext uri="{FF2B5EF4-FFF2-40B4-BE49-F238E27FC236}">
                <a16:creationId xmlns:a16="http://schemas.microsoft.com/office/drawing/2014/main" id="{D150AE2B-31AD-999D-C2FE-49F63B649FBA}"/>
              </a:ext>
            </a:extLst>
          </p:cNvPr>
          <p:cNvSpPr/>
          <p:nvPr/>
        </p:nvSpPr>
        <p:spPr>
          <a:xfrm>
            <a:off x="7052530" y="3503895"/>
            <a:ext cx="1864959" cy="1299723"/>
          </a:xfrm>
          <a:custGeom>
            <a:avLst/>
            <a:gdLst>
              <a:gd name="connsiteX0" fmla="*/ 2572230 w 5562600"/>
              <a:gd name="connsiteY0" fmla="*/ 3667286 h 3876675"/>
              <a:gd name="connsiteX1" fmla="*/ 2326485 w 5562600"/>
              <a:gd name="connsiteY1" fmla="*/ 3800636 h 3876675"/>
              <a:gd name="connsiteX2" fmla="*/ 1794990 w 5562600"/>
              <a:gd name="connsiteY2" fmla="*/ 3785396 h 3876675"/>
              <a:gd name="connsiteX3" fmla="*/ 1635922 w 5562600"/>
              <a:gd name="connsiteY3" fmla="*/ 3705386 h 3876675"/>
              <a:gd name="connsiteX4" fmla="*/ 1390177 w 5562600"/>
              <a:gd name="connsiteY4" fmla="*/ 3552986 h 3876675"/>
              <a:gd name="connsiteX5" fmla="*/ 1248255 w 5562600"/>
              <a:gd name="connsiteY5" fmla="*/ 3333911 h 3876675"/>
              <a:gd name="connsiteX6" fmla="*/ 1233015 w 5562600"/>
              <a:gd name="connsiteY6" fmla="*/ 3237708 h 3876675"/>
              <a:gd name="connsiteX7" fmla="*/ 1109190 w 5562600"/>
              <a:gd name="connsiteY7" fmla="*/ 3250090 h 3876675"/>
              <a:gd name="connsiteX8" fmla="*/ 840585 w 5562600"/>
              <a:gd name="connsiteY8" fmla="*/ 3277713 h 3876675"/>
              <a:gd name="connsiteX9" fmla="*/ 616747 w 5562600"/>
              <a:gd name="connsiteY9" fmla="*/ 3267236 h 3876675"/>
              <a:gd name="connsiteX10" fmla="*/ 424342 w 5562600"/>
              <a:gd name="connsiteY10" fmla="*/ 3113883 h 3876675"/>
              <a:gd name="connsiteX11" fmla="*/ 567217 w 5562600"/>
              <a:gd name="connsiteY11" fmla="*/ 3077688 h 3876675"/>
              <a:gd name="connsiteX12" fmla="*/ 710092 w 5562600"/>
              <a:gd name="connsiteY12" fmla="*/ 3046255 h 3876675"/>
              <a:gd name="connsiteX13" fmla="*/ 544357 w 5562600"/>
              <a:gd name="connsiteY13" fmla="*/ 3017680 h 3876675"/>
              <a:gd name="connsiteX14" fmla="*/ 7147 w 5562600"/>
              <a:gd name="connsiteY14" fmla="*/ 2341405 h 3876675"/>
              <a:gd name="connsiteX15" fmla="*/ 200505 w 5562600"/>
              <a:gd name="connsiteY15" fmla="*/ 1625125 h 3876675"/>
              <a:gd name="connsiteX16" fmla="*/ 369097 w 5562600"/>
              <a:gd name="connsiteY16" fmla="*/ 1269843 h 3876675"/>
              <a:gd name="connsiteX17" fmla="*/ 722475 w 5562600"/>
              <a:gd name="connsiteY17" fmla="*/ 909798 h 3876675"/>
              <a:gd name="connsiteX18" fmla="*/ 906307 w 5562600"/>
              <a:gd name="connsiteY18" fmla="*/ 751683 h 3876675"/>
              <a:gd name="connsiteX19" fmla="*/ 1328265 w 5562600"/>
              <a:gd name="connsiteY19" fmla="*/ 464028 h 3876675"/>
              <a:gd name="connsiteX20" fmla="*/ 1680690 w 5562600"/>
              <a:gd name="connsiteY20" fmla="*/ 316390 h 3876675"/>
              <a:gd name="connsiteX21" fmla="*/ 2042640 w 5562600"/>
              <a:gd name="connsiteY21" fmla="*/ 143035 h 3876675"/>
              <a:gd name="connsiteX22" fmla="*/ 2196945 w 5562600"/>
              <a:gd name="connsiteY22" fmla="*/ 72550 h 3876675"/>
              <a:gd name="connsiteX23" fmla="*/ 2284575 w 5562600"/>
              <a:gd name="connsiteY23" fmla="*/ 39213 h 3876675"/>
              <a:gd name="connsiteX24" fmla="*/ 2658907 w 5562600"/>
              <a:gd name="connsiteY24" fmla="*/ 32545 h 3876675"/>
              <a:gd name="connsiteX25" fmla="*/ 2726535 w 5562600"/>
              <a:gd name="connsiteY25" fmla="*/ 95410 h 3876675"/>
              <a:gd name="connsiteX26" fmla="*/ 2908463 w 5562600"/>
              <a:gd name="connsiteY26" fmla="*/ 148750 h 3876675"/>
              <a:gd name="connsiteX27" fmla="*/ 3210405 w 5562600"/>
              <a:gd name="connsiteY27" fmla="*/ 162085 h 3876675"/>
              <a:gd name="connsiteX28" fmla="*/ 3469485 w 5562600"/>
              <a:gd name="connsiteY28" fmla="*/ 203995 h 3876675"/>
              <a:gd name="connsiteX29" fmla="*/ 3652365 w 5562600"/>
              <a:gd name="connsiteY29" fmla="*/ 226855 h 3876675"/>
              <a:gd name="connsiteX30" fmla="*/ 3959070 w 5562600"/>
              <a:gd name="connsiteY30" fmla="*/ 294483 h 3876675"/>
              <a:gd name="connsiteX31" fmla="*/ 4295303 w 5562600"/>
              <a:gd name="connsiteY31" fmla="*/ 469743 h 3876675"/>
              <a:gd name="connsiteX32" fmla="*/ 4529618 w 5562600"/>
              <a:gd name="connsiteY32" fmla="*/ 641193 h 3876675"/>
              <a:gd name="connsiteX33" fmla="*/ 4570575 w 5562600"/>
              <a:gd name="connsiteY33" fmla="*/ 712630 h 3876675"/>
              <a:gd name="connsiteX34" fmla="*/ 4807748 w 5562600"/>
              <a:gd name="connsiteY34" fmla="*/ 887890 h 3876675"/>
              <a:gd name="connsiteX35" fmla="*/ 4959195 w 5562600"/>
              <a:gd name="connsiteY35" fmla="*/ 1061245 h 3876675"/>
              <a:gd name="connsiteX36" fmla="*/ 5135408 w 5562600"/>
              <a:gd name="connsiteY36" fmla="*/ 1338423 h 3876675"/>
              <a:gd name="connsiteX37" fmla="*/ 5166840 w 5562600"/>
              <a:gd name="connsiteY37" fmla="*/ 1372713 h 3876675"/>
              <a:gd name="connsiteX38" fmla="*/ 5433540 w 5562600"/>
              <a:gd name="connsiteY38" fmla="*/ 1747045 h 3876675"/>
              <a:gd name="connsiteX39" fmla="*/ 5545935 w 5562600"/>
              <a:gd name="connsiteY39" fmla="*/ 2105185 h 3876675"/>
              <a:gd name="connsiteX40" fmla="*/ 5557365 w 5562600"/>
              <a:gd name="connsiteY40" fmla="*/ 2261396 h 3876675"/>
              <a:gd name="connsiteX41" fmla="*/ 5429730 w 5562600"/>
              <a:gd name="connsiteY41" fmla="*/ 2852898 h 3876675"/>
              <a:gd name="connsiteX42" fmla="*/ 5169698 w 5562600"/>
              <a:gd name="connsiteY42" fmla="*/ 2990058 h 3876675"/>
              <a:gd name="connsiteX43" fmla="*/ 4775363 w 5562600"/>
              <a:gd name="connsiteY43" fmla="*/ 3005298 h 3876675"/>
              <a:gd name="connsiteX44" fmla="*/ 4267680 w 5562600"/>
              <a:gd name="connsiteY44" fmla="*/ 2998630 h 3876675"/>
              <a:gd name="connsiteX45" fmla="*/ 3700942 w 5562600"/>
              <a:gd name="connsiteY45" fmla="*/ 3133886 h 3876675"/>
              <a:gd name="connsiteX46" fmla="*/ 3403763 w 5562600"/>
              <a:gd name="connsiteY46" fmla="*/ 3223421 h 3876675"/>
              <a:gd name="connsiteX47" fmla="*/ 3073245 w 5562600"/>
              <a:gd name="connsiteY47" fmla="*/ 3231993 h 3876675"/>
              <a:gd name="connsiteX48" fmla="*/ 2824642 w 5562600"/>
              <a:gd name="connsiteY48" fmla="*/ 3411063 h 3876675"/>
              <a:gd name="connsiteX49" fmla="*/ 2572230 w 5562600"/>
              <a:gd name="connsiteY49" fmla="*/ 3667286 h 3876675"/>
              <a:gd name="connsiteX50" fmla="*/ 2572230 w 5562600"/>
              <a:gd name="connsiteY50" fmla="*/ 3667286 h 3876675"/>
              <a:gd name="connsiteX51" fmla="*/ 2189325 w 5562600"/>
              <a:gd name="connsiteY51" fmla="*/ 3836830 h 3876675"/>
              <a:gd name="connsiteX52" fmla="*/ 2321723 w 5562600"/>
              <a:gd name="connsiteY52" fmla="*/ 3772061 h 3876675"/>
              <a:gd name="connsiteX53" fmla="*/ 2373157 w 5562600"/>
              <a:gd name="connsiteY53" fmla="*/ 3729198 h 3876675"/>
              <a:gd name="connsiteX54" fmla="*/ 2281718 w 5562600"/>
              <a:gd name="connsiteY54" fmla="*/ 3728246 h 3876675"/>
              <a:gd name="connsiteX55" fmla="*/ 2082645 w 5562600"/>
              <a:gd name="connsiteY55" fmla="*/ 3654903 h 3876675"/>
              <a:gd name="connsiteX56" fmla="*/ 1975013 w 5562600"/>
              <a:gd name="connsiteY56" fmla="*/ 3582513 h 3876675"/>
              <a:gd name="connsiteX57" fmla="*/ 1935960 w 5562600"/>
              <a:gd name="connsiteY57" fmla="*/ 3634900 h 3876675"/>
              <a:gd name="connsiteX58" fmla="*/ 1841663 w 5562600"/>
              <a:gd name="connsiteY58" fmla="*/ 3708243 h 3876675"/>
              <a:gd name="connsiteX59" fmla="*/ 1815945 w 5562600"/>
              <a:gd name="connsiteY59" fmla="*/ 3765393 h 3876675"/>
              <a:gd name="connsiteX60" fmla="*/ 2189325 w 5562600"/>
              <a:gd name="connsiteY60" fmla="*/ 3836830 h 3876675"/>
              <a:gd name="connsiteX61" fmla="*/ 2189325 w 5562600"/>
              <a:gd name="connsiteY61" fmla="*/ 3836830 h 3876675"/>
              <a:gd name="connsiteX62" fmla="*/ 1831185 w 5562600"/>
              <a:gd name="connsiteY62" fmla="*/ 3680621 h 3876675"/>
              <a:gd name="connsiteX63" fmla="*/ 1946438 w 5562600"/>
              <a:gd name="connsiteY63" fmla="*/ 3480596 h 3876675"/>
              <a:gd name="connsiteX64" fmla="*/ 1965488 w 5562600"/>
              <a:gd name="connsiteY64" fmla="*/ 3458688 h 3876675"/>
              <a:gd name="connsiteX65" fmla="*/ 2333153 w 5562600"/>
              <a:gd name="connsiteY65" fmla="*/ 3704433 h 3876675"/>
              <a:gd name="connsiteX66" fmla="*/ 2745585 w 5562600"/>
              <a:gd name="connsiteY66" fmla="*/ 3438686 h 3876675"/>
              <a:gd name="connsiteX67" fmla="*/ 2969423 w 5562600"/>
              <a:gd name="connsiteY67" fmla="*/ 3238661 h 3876675"/>
              <a:gd name="connsiteX68" fmla="*/ 3062767 w 5562600"/>
              <a:gd name="connsiteY68" fmla="*/ 3189130 h 3876675"/>
              <a:gd name="connsiteX69" fmla="*/ 2976090 w 5562600"/>
              <a:gd name="connsiteY69" fmla="*/ 3125313 h 3876675"/>
              <a:gd name="connsiteX70" fmla="*/ 2889413 w 5562600"/>
              <a:gd name="connsiteY70" fmla="*/ 3061496 h 3876675"/>
              <a:gd name="connsiteX71" fmla="*/ 2719867 w 5562600"/>
              <a:gd name="connsiteY71" fmla="*/ 3171986 h 3876675"/>
              <a:gd name="connsiteX72" fmla="*/ 2445548 w 5562600"/>
              <a:gd name="connsiteY72" fmla="*/ 3332958 h 3876675"/>
              <a:gd name="connsiteX73" fmla="*/ 2396018 w 5562600"/>
              <a:gd name="connsiteY73" fmla="*/ 3452973 h 3876675"/>
              <a:gd name="connsiteX74" fmla="*/ 2451263 w 5562600"/>
              <a:gd name="connsiteY74" fmla="*/ 3486311 h 3876675"/>
              <a:gd name="connsiteX75" fmla="*/ 2315055 w 5562600"/>
              <a:gd name="connsiteY75" fmla="*/ 3433923 h 3876675"/>
              <a:gd name="connsiteX76" fmla="*/ 2458882 w 5562600"/>
              <a:gd name="connsiteY76" fmla="*/ 3292953 h 3876675"/>
              <a:gd name="connsiteX77" fmla="*/ 2855123 w 5562600"/>
              <a:gd name="connsiteY77" fmla="*/ 3016728 h 3876675"/>
              <a:gd name="connsiteX78" fmla="*/ 2484600 w 5562600"/>
              <a:gd name="connsiteY78" fmla="*/ 2889093 h 3876675"/>
              <a:gd name="connsiteX79" fmla="*/ 2330295 w 5562600"/>
              <a:gd name="connsiteY79" fmla="*/ 2874805 h 3876675"/>
              <a:gd name="connsiteX80" fmla="*/ 2467455 w 5562600"/>
              <a:gd name="connsiteY80" fmla="*/ 2871948 h 3876675"/>
              <a:gd name="connsiteX81" fmla="*/ 2715105 w 5562600"/>
              <a:gd name="connsiteY81" fmla="*/ 2911000 h 3876675"/>
              <a:gd name="connsiteX82" fmla="*/ 2825595 w 5562600"/>
              <a:gd name="connsiteY82" fmla="*/ 2923383 h 3876675"/>
              <a:gd name="connsiteX83" fmla="*/ 3169448 w 5562600"/>
              <a:gd name="connsiteY83" fmla="*/ 2799558 h 3876675"/>
              <a:gd name="connsiteX84" fmla="*/ 3089438 w 5562600"/>
              <a:gd name="connsiteY84" fmla="*/ 2824323 h 3876675"/>
              <a:gd name="connsiteX85" fmla="*/ 2902748 w 5562600"/>
              <a:gd name="connsiteY85" fmla="*/ 2877663 h 3876675"/>
              <a:gd name="connsiteX86" fmla="*/ 2865600 w 5562600"/>
              <a:gd name="connsiteY86" fmla="*/ 2982438 h 3876675"/>
              <a:gd name="connsiteX87" fmla="*/ 3003713 w 5562600"/>
              <a:gd name="connsiteY87" fmla="*/ 3110073 h 3876675"/>
              <a:gd name="connsiteX88" fmla="*/ 3305655 w 5562600"/>
              <a:gd name="connsiteY88" fmla="*/ 3186273 h 3876675"/>
              <a:gd name="connsiteX89" fmla="*/ 3748567 w 5562600"/>
              <a:gd name="connsiteY89" fmla="*/ 3070068 h 3876675"/>
              <a:gd name="connsiteX90" fmla="*/ 4362930 w 5562600"/>
              <a:gd name="connsiteY90" fmla="*/ 2969103 h 3876675"/>
              <a:gd name="connsiteX91" fmla="*/ 4659158 w 5562600"/>
              <a:gd name="connsiteY91" fmla="*/ 2979580 h 3876675"/>
              <a:gd name="connsiteX92" fmla="*/ 5056350 w 5562600"/>
              <a:gd name="connsiteY92" fmla="*/ 2961483 h 3876675"/>
              <a:gd name="connsiteX93" fmla="*/ 5510693 w 5562600"/>
              <a:gd name="connsiteY93" fmla="*/ 2549050 h 3876675"/>
              <a:gd name="connsiteX94" fmla="*/ 5464973 w 5562600"/>
              <a:gd name="connsiteY94" fmla="*/ 2109948 h 3876675"/>
              <a:gd name="connsiteX95" fmla="*/ 5387820 w 5562600"/>
              <a:gd name="connsiteY95" fmla="*/ 1916590 h 3876675"/>
              <a:gd name="connsiteX96" fmla="*/ 5330670 w 5562600"/>
              <a:gd name="connsiteY96" fmla="*/ 1784193 h 3876675"/>
              <a:gd name="connsiteX97" fmla="*/ 5299237 w 5562600"/>
              <a:gd name="connsiteY97" fmla="*/ 1867060 h 3876675"/>
              <a:gd name="connsiteX98" fmla="*/ 5287808 w 5562600"/>
              <a:gd name="connsiteY98" fmla="*/ 1910875 h 3876675"/>
              <a:gd name="connsiteX99" fmla="*/ 5254470 w 5562600"/>
              <a:gd name="connsiteY99" fmla="*/ 1771810 h 3876675"/>
              <a:gd name="connsiteX100" fmla="*/ 5047778 w 5562600"/>
              <a:gd name="connsiteY100" fmla="*/ 1659415 h 3876675"/>
              <a:gd name="connsiteX101" fmla="*/ 4899187 w 5562600"/>
              <a:gd name="connsiteY101" fmla="*/ 1863250 h 3876675"/>
              <a:gd name="connsiteX102" fmla="*/ 4714403 w 5562600"/>
              <a:gd name="connsiteY102" fmla="*/ 2076610 h 3876675"/>
              <a:gd name="connsiteX103" fmla="*/ 4664873 w 5562600"/>
              <a:gd name="connsiteY103" fmla="*/ 2119473 h 3876675"/>
              <a:gd name="connsiteX104" fmla="*/ 4828703 w 5562600"/>
              <a:gd name="connsiteY104" fmla="*/ 1910875 h 3876675"/>
              <a:gd name="connsiteX105" fmla="*/ 5018250 w 5562600"/>
              <a:gd name="connsiteY105" fmla="*/ 1664178 h 3876675"/>
              <a:gd name="connsiteX106" fmla="*/ 4794413 w 5562600"/>
              <a:gd name="connsiteY106" fmla="*/ 1325088 h 3876675"/>
              <a:gd name="connsiteX107" fmla="*/ 4557240 w 5562600"/>
              <a:gd name="connsiteY107" fmla="*/ 1235553 h 3876675"/>
              <a:gd name="connsiteX108" fmla="*/ 4544858 w 5562600"/>
              <a:gd name="connsiteY108" fmla="*/ 1213645 h 3876675"/>
              <a:gd name="connsiteX109" fmla="*/ 4455323 w 5562600"/>
              <a:gd name="connsiteY109" fmla="*/ 1108870 h 3876675"/>
              <a:gd name="connsiteX110" fmla="*/ 4323878 w 5562600"/>
              <a:gd name="connsiteY110" fmla="*/ 1064103 h 3876675"/>
              <a:gd name="connsiteX111" fmla="*/ 4300065 w 5562600"/>
              <a:gd name="connsiteY111" fmla="*/ 1119348 h 3876675"/>
              <a:gd name="connsiteX112" fmla="*/ 4303875 w 5562600"/>
              <a:gd name="connsiteY112" fmla="*/ 1174593 h 3876675"/>
              <a:gd name="connsiteX113" fmla="*/ 4259108 w 5562600"/>
              <a:gd name="connsiteY113" fmla="*/ 1097440 h 3876675"/>
              <a:gd name="connsiteX114" fmla="*/ 3713325 w 5562600"/>
              <a:gd name="connsiteY114" fmla="*/ 861220 h 3876675"/>
              <a:gd name="connsiteX115" fmla="*/ 3553305 w 5562600"/>
              <a:gd name="connsiteY115" fmla="*/ 891700 h 3876675"/>
              <a:gd name="connsiteX116" fmla="*/ 3572355 w 5562600"/>
              <a:gd name="connsiteY116" fmla="*/ 957423 h 3876675"/>
              <a:gd name="connsiteX117" fmla="*/ 3539017 w 5562600"/>
              <a:gd name="connsiteY117" fmla="*/ 909798 h 3876675"/>
              <a:gd name="connsiteX118" fmla="*/ 3248505 w 5562600"/>
              <a:gd name="connsiteY118" fmla="*/ 703105 h 3876675"/>
              <a:gd name="connsiteX119" fmla="*/ 3102773 w 5562600"/>
              <a:gd name="connsiteY119" fmla="*/ 791688 h 3876675"/>
              <a:gd name="connsiteX120" fmla="*/ 2975138 w 5562600"/>
              <a:gd name="connsiteY120" fmla="*/ 989808 h 3876675"/>
              <a:gd name="connsiteX121" fmla="*/ 2833215 w 5562600"/>
              <a:gd name="connsiteY121" fmla="*/ 1225075 h 3876675"/>
              <a:gd name="connsiteX122" fmla="*/ 2780828 w 5562600"/>
              <a:gd name="connsiteY122" fmla="*/ 1423195 h 3876675"/>
              <a:gd name="connsiteX123" fmla="*/ 2817023 w 5562600"/>
              <a:gd name="connsiteY123" fmla="*/ 1581310 h 3876675"/>
              <a:gd name="connsiteX124" fmla="*/ 2823690 w 5562600"/>
              <a:gd name="connsiteY124" fmla="*/ 1668940 h 3876675"/>
              <a:gd name="connsiteX125" fmla="*/ 2807498 w 5562600"/>
              <a:gd name="connsiteY125" fmla="*/ 1580358 h 3876675"/>
              <a:gd name="connsiteX126" fmla="*/ 2755110 w 5562600"/>
              <a:gd name="connsiteY126" fmla="*/ 1439388 h 3876675"/>
              <a:gd name="connsiteX127" fmla="*/ 2749395 w 5562600"/>
              <a:gd name="connsiteY127" fmla="*/ 1311753 h 3876675"/>
              <a:gd name="connsiteX128" fmla="*/ 2828453 w 5562600"/>
              <a:gd name="connsiteY128" fmla="*/ 1170783 h 3876675"/>
              <a:gd name="connsiteX129" fmla="*/ 2850360 w 5562600"/>
              <a:gd name="connsiteY129" fmla="*/ 1078390 h 3876675"/>
              <a:gd name="connsiteX130" fmla="*/ 2803688 w 5562600"/>
              <a:gd name="connsiteY130" fmla="*/ 1086010 h 3876675"/>
              <a:gd name="connsiteX131" fmla="*/ 2782732 w 5562600"/>
              <a:gd name="connsiteY131" fmla="*/ 1083153 h 3876675"/>
              <a:gd name="connsiteX132" fmla="*/ 2859885 w 5562600"/>
              <a:gd name="connsiteY132" fmla="*/ 1043148 h 3876675"/>
              <a:gd name="connsiteX133" fmla="*/ 2966565 w 5562600"/>
              <a:gd name="connsiteY133" fmla="*/ 959328 h 3876675"/>
              <a:gd name="connsiteX134" fmla="*/ 2900842 w 5562600"/>
              <a:gd name="connsiteY134" fmla="*/ 745968 h 3876675"/>
              <a:gd name="connsiteX135" fmla="*/ 2874173 w 5562600"/>
              <a:gd name="connsiteY135" fmla="*/ 712630 h 3876675"/>
              <a:gd name="connsiteX136" fmla="*/ 2975138 w 5562600"/>
              <a:gd name="connsiteY136" fmla="*/ 766923 h 3876675"/>
              <a:gd name="connsiteX137" fmla="*/ 3038955 w 5562600"/>
              <a:gd name="connsiteY137" fmla="*/ 821215 h 3876675"/>
              <a:gd name="connsiteX138" fmla="*/ 3084675 w 5562600"/>
              <a:gd name="connsiteY138" fmla="*/ 759303 h 3876675"/>
              <a:gd name="connsiteX139" fmla="*/ 3214215 w 5562600"/>
              <a:gd name="connsiteY139" fmla="*/ 658338 h 3876675"/>
              <a:gd name="connsiteX140" fmla="*/ 3375188 w 5562600"/>
              <a:gd name="connsiteY140" fmla="*/ 511653 h 3876675"/>
              <a:gd name="connsiteX141" fmla="*/ 3322800 w 5562600"/>
              <a:gd name="connsiteY141" fmla="*/ 507843 h 3876675"/>
              <a:gd name="connsiteX142" fmla="*/ 3210405 w 5562600"/>
              <a:gd name="connsiteY142" fmla="*/ 485935 h 3876675"/>
              <a:gd name="connsiteX143" fmla="*/ 3268507 w 5562600"/>
              <a:gd name="connsiteY143" fmla="*/ 463075 h 3876675"/>
              <a:gd name="connsiteX144" fmla="*/ 3408525 w 5562600"/>
              <a:gd name="connsiteY144" fmla="*/ 454503 h 3876675"/>
              <a:gd name="connsiteX145" fmla="*/ 3548542 w 5562600"/>
              <a:gd name="connsiteY145" fmla="*/ 262098 h 3876675"/>
              <a:gd name="connsiteX146" fmla="*/ 3238028 w 5562600"/>
              <a:gd name="connsiteY146" fmla="*/ 183993 h 3876675"/>
              <a:gd name="connsiteX147" fmla="*/ 3273270 w 5562600"/>
              <a:gd name="connsiteY147" fmla="*/ 259240 h 3876675"/>
              <a:gd name="connsiteX148" fmla="*/ 3354232 w 5562600"/>
              <a:gd name="connsiteY148" fmla="*/ 297340 h 3876675"/>
              <a:gd name="connsiteX149" fmla="*/ 3170400 w 5562600"/>
              <a:gd name="connsiteY149" fmla="*/ 244953 h 3876675"/>
              <a:gd name="connsiteX150" fmla="*/ 2880840 w 5562600"/>
              <a:gd name="connsiteY150" fmla="*/ 165895 h 3876675"/>
              <a:gd name="connsiteX151" fmla="*/ 2748442 w 5562600"/>
              <a:gd name="connsiteY151" fmla="*/ 157323 h 3876675"/>
              <a:gd name="connsiteX152" fmla="*/ 2712248 w 5562600"/>
              <a:gd name="connsiteY152" fmla="*/ 252573 h 3876675"/>
              <a:gd name="connsiteX153" fmla="*/ 2592232 w 5562600"/>
              <a:gd name="connsiteY153" fmla="*/ 545943 h 3876675"/>
              <a:gd name="connsiteX154" fmla="*/ 2502698 w 5562600"/>
              <a:gd name="connsiteY154" fmla="*/ 1001238 h 3876675"/>
              <a:gd name="connsiteX155" fmla="*/ 2418878 w 5562600"/>
              <a:gd name="connsiteY155" fmla="*/ 1498443 h 3876675"/>
              <a:gd name="connsiteX156" fmla="*/ 2341725 w 5562600"/>
              <a:gd name="connsiteY156" fmla="*/ 1831818 h 3876675"/>
              <a:gd name="connsiteX157" fmla="*/ 2341725 w 5562600"/>
              <a:gd name="connsiteY157" fmla="*/ 1925163 h 3876675"/>
              <a:gd name="connsiteX158" fmla="*/ 2407448 w 5562600"/>
              <a:gd name="connsiteY158" fmla="*/ 1869918 h 3876675"/>
              <a:gd name="connsiteX159" fmla="*/ 2599853 w 5562600"/>
              <a:gd name="connsiteY159" fmla="*/ 1788003 h 3876675"/>
              <a:gd name="connsiteX160" fmla="*/ 2858932 w 5562600"/>
              <a:gd name="connsiteY160" fmla="*/ 1729900 h 3876675"/>
              <a:gd name="connsiteX161" fmla="*/ 3133253 w 5562600"/>
              <a:gd name="connsiteY161" fmla="*/ 1678465 h 3876675"/>
              <a:gd name="connsiteX162" fmla="*/ 3284700 w 5562600"/>
              <a:gd name="connsiteY162" fmla="*/ 1445103 h 3876675"/>
              <a:gd name="connsiteX163" fmla="*/ 3181830 w 5562600"/>
              <a:gd name="connsiteY163" fmla="*/ 1351758 h 3876675"/>
              <a:gd name="connsiteX164" fmla="*/ 3125632 w 5562600"/>
              <a:gd name="connsiteY164" fmla="*/ 1304133 h 3876675"/>
              <a:gd name="connsiteX165" fmla="*/ 3231360 w 5562600"/>
              <a:gd name="connsiteY165" fmla="*/ 1358425 h 3876675"/>
              <a:gd name="connsiteX166" fmla="*/ 3324705 w 5562600"/>
              <a:gd name="connsiteY166" fmla="*/ 1380333 h 3876675"/>
              <a:gd name="connsiteX167" fmla="*/ 3301845 w 5562600"/>
              <a:gd name="connsiteY167" fmla="*/ 1116490 h 3876675"/>
              <a:gd name="connsiteX168" fmla="*/ 3320895 w 5562600"/>
              <a:gd name="connsiteY168" fmla="*/ 1116490 h 3876675"/>
              <a:gd name="connsiteX169" fmla="*/ 3348517 w 5562600"/>
              <a:gd name="connsiteY169" fmla="*/ 1407955 h 3876675"/>
              <a:gd name="connsiteX170" fmla="*/ 3384713 w 5562600"/>
              <a:gd name="connsiteY170" fmla="*/ 1655605 h 3876675"/>
              <a:gd name="connsiteX171" fmla="*/ 3465675 w 5562600"/>
              <a:gd name="connsiteY171" fmla="*/ 1688943 h 3876675"/>
              <a:gd name="connsiteX172" fmla="*/ 3563782 w 5562600"/>
              <a:gd name="connsiteY172" fmla="*/ 1699420 h 3876675"/>
              <a:gd name="connsiteX173" fmla="*/ 3636173 w 5562600"/>
              <a:gd name="connsiteY173" fmla="*/ 1687038 h 3876675"/>
              <a:gd name="connsiteX174" fmla="*/ 3583785 w 5562600"/>
              <a:gd name="connsiteY174" fmla="*/ 1722280 h 3876675"/>
              <a:gd name="connsiteX175" fmla="*/ 3448530 w 5562600"/>
              <a:gd name="connsiteY175" fmla="*/ 1801338 h 3876675"/>
              <a:gd name="connsiteX176" fmla="*/ 3377092 w 5562600"/>
              <a:gd name="connsiteY176" fmla="*/ 1948023 h 3876675"/>
              <a:gd name="connsiteX177" fmla="*/ 3419003 w 5562600"/>
              <a:gd name="connsiteY177" fmla="*/ 2108043 h 3876675"/>
              <a:gd name="connsiteX178" fmla="*/ 3545685 w 5562600"/>
              <a:gd name="connsiteY178" fmla="*/ 2163288 h 3876675"/>
              <a:gd name="connsiteX179" fmla="*/ 3719992 w 5562600"/>
              <a:gd name="connsiteY179" fmla="*/ 2102328 h 3876675"/>
              <a:gd name="connsiteX180" fmla="*/ 4127663 w 5562600"/>
              <a:gd name="connsiteY180" fmla="*/ 1583215 h 3876675"/>
              <a:gd name="connsiteX181" fmla="*/ 4285778 w 5562600"/>
              <a:gd name="connsiteY181" fmla="*/ 1414623 h 3876675"/>
              <a:gd name="connsiteX182" fmla="*/ 4267680 w 5562600"/>
              <a:gd name="connsiteY182" fmla="*/ 1445103 h 3876675"/>
              <a:gd name="connsiteX183" fmla="*/ 4152428 w 5562600"/>
              <a:gd name="connsiteY183" fmla="*/ 1606075 h 3876675"/>
              <a:gd name="connsiteX184" fmla="*/ 3771428 w 5562600"/>
              <a:gd name="connsiteY184" fmla="*/ 2102328 h 3876675"/>
              <a:gd name="connsiteX185" fmla="*/ 3663795 w 5562600"/>
              <a:gd name="connsiteY185" fmla="*/ 2215675 h 3876675"/>
              <a:gd name="connsiteX186" fmla="*/ 3640935 w 5562600"/>
              <a:gd name="connsiteY186" fmla="*/ 2223296 h 3876675"/>
              <a:gd name="connsiteX187" fmla="*/ 3389475 w 5562600"/>
              <a:gd name="connsiteY187" fmla="*/ 2284255 h 3876675"/>
              <a:gd name="connsiteX188" fmla="*/ 3144682 w 5562600"/>
              <a:gd name="connsiteY188" fmla="*/ 2409985 h 3876675"/>
              <a:gd name="connsiteX189" fmla="*/ 3072292 w 5562600"/>
              <a:gd name="connsiteY189" fmla="*/ 2517618 h 3876675"/>
              <a:gd name="connsiteX190" fmla="*/ 3378998 w 5562600"/>
              <a:gd name="connsiteY190" fmla="*/ 2679543 h 3876675"/>
              <a:gd name="connsiteX191" fmla="*/ 3420907 w 5562600"/>
              <a:gd name="connsiteY191" fmla="*/ 2535715 h 3876675"/>
              <a:gd name="connsiteX192" fmla="*/ 3458055 w 5562600"/>
              <a:gd name="connsiteY192" fmla="*/ 2411890 h 3876675"/>
              <a:gd name="connsiteX193" fmla="*/ 3441863 w 5562600"/>
              <a:gd name="connsiteY193" fmla="*/ 2558575 h 3876675"/>
              <a:gd name="connsiteX194" fmla="*/ 3415192 w 5562600"/>
              <a:gd name="connsiteY194" fmla="*/ 2694783 h 3876675"/>
              <a:gd name="connsiteX195" fmla="*/ 3484725 w 5562600"/>
              <a:gd name="connsiteY195" fmla="*/ 2764315 h 3876675"/>
              <a:gd name="connsiteX196" fmla="*/ 3713325 w 5562600"/>
              <a:gd name="connsiteY196" fmla="*/ 2833848 h 3876675"/>
              <a:gd name="connsiteX197" fmla="*/ 4070513 w 5562600"/>
              <a:gd name="connsiteY197" fmla="*/ 2694783 h 3876675"/>
              <a:gd name="connsiteX198" fmla="*/ 4109565 w 5562600"/>
              <a:gd name="connsiteY198" fmla="*/ 2647158 h 3876675"/>
              <a:gd name="connsiteX199" fmla="*/ 4094325 w 5562600"/>
              <a:gd name="connsiteY199" fmla="*/ 2710023 h 3876675"/>
              <a:gd name="connsiteX200" fmla="*/ 3615217 w 5562600"/>
              <a:gd name="connsiteY200" fmla="*/ 2870043 h 3876675"/>
              <a:gd name="connsiteX201" fmla="*/ 3541875 w 5562600"/>
              <a:gd name="connsiteY201" fmla="*/ 2868138 h 3876675"/>
              <a:gd name="connsiteX202" fmla="*/ 3240885 w 5562600"/>
              <a:gd name="connsiteY202" fmla="*/ 2973865 h 3876675"/>
              <a:gd name="connsiteX203" fmla="*/ 3124680 w 5562600"/>
              <a:gd name="connsiteY203" fmla="*/ 2971008 h 3876675"/>
              <a:gd name="connsiteX204" fmla="*/ 3257078 w 5562600"/>
              <a:gd name="connsiteY204" fmla="*/ 2955768 h 3876675"/>
              <a:gd name="connsiteX205" fmla="*/ 3433290 w 5562600"/>
              <a:gd name="connsiteY205" fmla="*/ 2915763 h 3876675"/>
              <a:gd name="connsiteX206" fmla="*/ 3463770 w 5562600"/>
              <a:gd name="connsiteY206" fmla="*/ 2782413 h 3876675"/>
              <a:gd name="connsiteX207" fmla="*/ 3367567 w 5562600"/>
              <a:gd name="connsiteY207" fmla="*/ 2713833 h 3876675"/>
              <a:gd name="connsiteX208" fmla="*/ 3072292 w 5562600"/>
              <a:gd name="connsiteY208" fmla="*/ 2561433 h 3876675"/>
              <a:gd name="connsiteX209" fmla="*/ 3026573 w 5562600"/>
              <a:gd name="connsiteY209" fmla="*/ 2460468 h 3876675"/>
              <a:gd name="connsiteX210" fmla="*/ 2971328 w 5562600"/>
              <a:gd name="connsiteY210" fmla="*/ 2471898 h 3876675"/>
              <a:gd name="connsiteX211" fmla="*/ 2691292 w 5562600"/>
              <a:gd name="connsiteY211" fmla="*/ 2822418 h 3876675"/>
              <a:gd name="connsiteX212" fmla="*/ 2769398 w 5562600"/>
              <a:gd name="connsiteY212" fmla="*/ 2729073 h 3876675"/>
              <a:gd name="connsiteX213" fmla="*/ 2959898 w 5562600"/>
              <a:gd name="connsiteY213" fmla="*/ 2386173 h 3876675"/>
              <a:gd name="connsiteX214" fmla="*/ 2844645 w 5562600"/>
              <a:gd name="connsiteY214" fmla="*/ 2124235 h 3876675"/>
              <a:gd name="connsiteX215" fmla="*/ 2819880 w 5562600"/>
              <a:gd name="connsiteY215" fmla="*/ 2074705 h 3876675"/>
              <a:gd name="connsiteX216" fmla="*/ 2957992 w 5562600"/>
              <a:gd name="connsiteY216" fmla="*/ 2265205 h 3876675"/>
              <a:gd name="connsiteX217" fmla="*/ 3078007 w 5562600"/>
              <a:gd name="connsiteY217" fmla="*/ 2378553 h 3876675"/>
              <a:gd name="connsiteX218" fmla="*/ 3291367 w 5562600"/>
              <a:gd name="connsiteY218" fmla="*/ 2313783 h 3876675"/>
              <a:gd name="connsiteX219" fmla="*/ 3436148 w 5562600"/>
              <a:gd name="connsiteY219" fmla="*/ 2214723 h 3876675"/>
              <a:gd name="connsiteX220" fmla="*/ 3401857 w 5562600"/>
              <a:gd name="connsiteY220" fmla="*/ 2125188 h 3876675"/>
              <a:gd name="connsiteX221" fmla="*/ 3342803 w 5562600"/>
              <a:gd name="connsiteY221" fmla="*/ 1983265 h 3876675"/>
              <a:gd name="connsiteX222" fmla="*/ 3407573 w 5562600"/>
              <a:gd name="connsiteY222" fmla="*/ 1815625 h 3876675"/>
              <a:gd name="connsiteX223" fmla="*/ 3459007 w 5562600"/>
              <a:gd name="connsiteY223" fmla="*/ 1705135 h 3876675"/>
              <a:gd name="connsiteX224" fmla="*/ 2437928 w 5562600"/>
              <a:gd name="connsiteY224" fmla="*/ 1878490 h 3876675"/>
              <a:gd name="connsiteX225" fmla="*/ 2297910 w 5562600"/>
              <a:gd name="connsiteY225" fmla="*/ 2104233 h 3876675"/>
              <a:gd name="connsiteX226" fmla="*/ 2614140 w 5562600"/>
              <a:gd name="connsiteY226" fmla="*/ 2382363 h 3876675"/>
              <a:gd name="connsiteX227" fmla="*/ 2694150 w 5562600"/>
              <a:gd name="connsiteY227" fmla="*/ 2407128 h 3876675"/>
              <a:gd name="connsiteX228" fmla="*/ 2600805 w 5562600"/>
              <a:gd name="connsiteY228" fmla="*/ 2415700 h 3876675"/>
              <a:gd name="connsiteX229" fmla="*/ 2441738 w 5562600"/>
              <a:gd name="connsiteY229" fmla="*/ 2396650 h 3876675"/>
              <a:gd name="connsiteX230" fmla="*/ 2376015 w 5562600"/>
              <a:gd name="connsiteY230" fmla="*/ 2466183 h 3876675"/>
              <a:gd name="connsiteX231" fmla="*/ 2184563 w 5562600"/>
              <a:gd name="connsiteY231" fmla="*/ 2615725 h 3876675"/>
              <a:gd name="connsiteX232" fmla="*/ 2023590 w 5562600"/>
              <a:gd name="connsiteY232" fmla="*/ 2694783 h 3876675"/>
              <a:gd name="connsiteX233" fmla="*/ 1996920 w 5562600"/>
              <a:gd name="connsiteY233" fmla="*/ 2840515 h 3876675"/>
              <a:gd name="connsiteX234" fmla="*/ 2079788 w 5562600"/>
              <a:gd name="connsiteY234" fmla="*/ 2982438 h 3876675"/>
              <a:gd name="connsiteX235" fmla="*/ 2212185 w 5562600"/>
              <a:gd name="connsiteY235" fmla="*/ 3111025 h 3876675"/>
              <a:gd name="connsiteX236" fmla="*/ 2228378 w 5562600"/>
              <a:gd name="connsiteY236" fmla="*/ 3127218 h 3876675"/>
              <a:gd name="connsiteX237" fmla="*/ 2167418 w 5562600"/>
              <a:gd name="connsiteY237" fmla="*/ 3168175 h 3876675"/>
              <a:gd name="connsiteX238" fmla="*/ 2143605 w 5562600"/>
              <a:gd name="connsiteY238" fmla="*/ 3239613 h 3876675"/>
              <a:gd name="connsiteX239" fmla="*/ 2134080 w 5562600"/>
              <a:gd name="connsiteY239" fmla="*/ 3203418 h 3876675"/>
              <a:gd name="connsiteX240" fmla="*/ 2123603 w 5562600"/>
              <a:gd name="connsiteY240" fmla="*/ 3118646 h 3876675"/>
              <a:gd name="connsiteX241" fmla="*/ 2044545 w 5562600"/>
              <a:gd name="connsiteY241" fmla="*/ 2979580 h 3876675"/>
              <a:gd name="connsiteX242" fmla="*/ 1760700 w 5562600"/>
              <a:gd name="connsiteY242" fmla="*/ 2892903 h 3876675"/>
              <a:gd name="connsiteX243" fmla="*/ 1597822 w 5562600"/>
              <a:gd name="connsiteY243" fmla="*/ 3274855 h 3876675"/>
              <a:gd name="connsiteX244" fmla="*/ 1591155 w 5562600"/>
              <a:gd name="connsiteY244" fmla="*/ 3386298 h 3876675"/>
              <a:gd name="connsiteX245" fmla="*/ 1601632 w 5562600"/>
              <a:gd name="connsiteY245" fmla="*/ 3026253 h 3876675"/>
              <a:gd name="connsiteX246" fmla="*/ 1874047 w 5562600"/>
              <a:gd name="connsiteY246" fmla="*/ 2803368 h 3876675"/>
              <a:gd name="connsiteX247" fmla="*/ 2015018 w 5562600"/>
              <a:gd name="connsiteY247" fmla="*/ 2625250 h 3876675"/>
              <a:gd name="connsiteX248" fmla="*/ 2146463 w 5562600"/>
              <a:gd name="connsiteY248" fmla="*/ 2597628 h 3876675"/>
              <a:gd name="connsiteX249" fmla="*/ 2340773 w 5562600"/>
              <a:gd name="connsiteY249" fmla="*/ 2465230 h 3876675"/>
              <a:gd name="connsiteX250" fmla="*/ 2359823 w 5562600"/>
              <a:gd name="connsiteY250" fmla="*/ 2366171 h 3876675"/>
              <a:gd name="connsiteX251" fmla="*/ 2326485 w 5562600"/>
              <a:gd name="connsiteY251" fmla="*/ 2258538 h 3876675"/>
              <a:gd name="connsiteX252" fmla="*/ 2274098 w 5562600"/>
              <a:gd name="connsiteY252" fmla="*/ 2118521 h 3876675"/>
              <a:gd name="connsiteX253" fmla="*/ 2060738 w 5562600"/>
              <a:gd name="connsiteY253" fmla="*/ 2182338 h 3876675"/>
              <a:gd name="connsiteX254" fmla="*/ 1899765 w 5562600"/>
              <a:gd name="connsiteY254" fmla="*/ 2449038 h 3876675"/>
              <a:gd name="connsiteX255" fmla="*/ 1875000 w 5562600"/>
              <a:gd name="connsiteY255" fmla="*/ 2509046 h 3876675"/>
              <a:gd name="connsiteX256" fmla="*/ 1892145 w 5562600"/>
              <a:gd name="connsiteY256" fmla="*/ 2374743 h 3876675"/>
              <a:gd name="connsiteX257" fmla="*/ 1433040 w 5562600"/>
              <a:gd name="connsiteY257" fmla="*/ 2730025 h 3876675"/>
              <a:gd name="connsiteX258" fmla="*/ 1303500 w 5562600"/>
              <a:gd name="connsiteY258" fmla="*/ 3009108 h 3876675"/>
              <a:gd name="connsiteX259" fmla="*/ 1340647 w 5562600"/>
              <a:gd name="connsiteY259" fmla="*/ 3127218 h 3876675"/>
              <a:gd name="connsiteX260" fmla="*/ 1387320 w 5562600"/>
              <a:gd name="connsiteY260" fmla="*/ 3191036 h 3876675"/>
              <a:gd name="connsiteX261" fmla="*/ 1338743 w 5562600"/>
              <a:gd name="connsiteY261" fmla="*/ 3155793 h 3876675"/>
              <a:gd name="connsiteX262" fmla="*/ 1280640 w 5562600"/>
              <a:gd name="connsiteY262" fmla="*/ 3111978 h 3876675"/>
              <a:gd name="connsiteX263" fmla="*/ 1284450 w 5562600"/>
              <a:gd name="connsiteY263" fmla="*/ 3380583 h 3876675"/>
              <a:gd name="connsiteX264" fmla="*/ 1598775 w 5562600"/>
              <a:gd name="connsiteY264" fmla="*/ 3670143 h 3876675"/>
              <a:gd name="connsiteX265" fmla="*/ 1831185 w 5562600"/>
              <a:gd name="connsiteY265" fmla="*/ 3680621 h 3876675"/>
              <a:gd name="connsiteX266" fmla="*/ 1831185 w 5562600"/>
              <a:gd name="connsiteY266" fmla="*/ 3680621 h 3876675"/>
              <a:gd name="connsiteX267" fmla="*/ 2141700 w 5562600"/>
              <a:gd name="connsiteY267" fmla="*/ 3481548 h 3876675"/>
              <a:gd name="connsiteX268" fmla="*/ 1959772 w 5562600"/>
              <a:gd name="connsiteY268" fmla="*/ 3348198 h 3876675"/>
              <a:gd name="connsiteX269" fmla="*/ 1790227 w 5562600"/>
              <a:gd name="connsiteY269" fmla="*/ 3128171 h 3876675"/>
              <a:gd name="connsiteX270" fmla="*/ 1828327 w 5562600"/>
              <a:gd name="connsiteY270" fmla="*/ 3176748 h 3876675"/>
              <a:gd name="connsiteX271" fmla="*/ 1987395 w 5562600"/>
              <a:gd name="connsiteY271" fmla="*/ 3333911 h 3876675"/>
              <a:gd name="connsiteX272" fmla="*/ 2228378 w 5562600"/>
              <a:gd name="connsiteY272" fmla="*/ 3550128 h 3876675"/>
              <a:gd name="connsiteX273" fmla="*/ 2141700 w 5562600"/>
              <a:gd name="connsiteY273" fmla="*/ 3481548 h 3876675"/>
              <a:gd name="connsiteX274" fmla="*/ 2141700 w 5562600"/>
              <a:gd name="connsiteY274" fmla="*/ 3481548 h 3876675"/>
              <a:gd name="connsiteX275" fmla="*/ 5105880 w 5562600"/>
              <a:gd name="connsiteY275" fmla="*/ 2824323 h 3876675"/>
              <a:gd name="connsiteX276" fmla="*/ 5212560 w 5562600"/>
              <a:gd name="connsiteY276" fmla="*/ 2633823 h 3876675"/>
              <a:gd name="connsiteX277" fmla="*/ 5225895 w 5562600"/>
              <a:gd name="connsiteY277" fmla="*/ 2620488 h 3876675"/>
              <a:gd name="connsiteX278" fmla="*/ 5372580 w 5562600"/>
              <a:gd name="connsiteY278" fmla="*/ 2625250 h 3876675"/>
              <a:gd name="connsiteX279" fmla="*/ 5421158 w 5562600"/>
              <a:gd name="connsiteY279" fmla="*/ 2405223 h 3876675"/>
              <a:gd name="connsiteX280" fmla="*/ 5375437 w 5562600"/>
              <a:gd name="connsiteY280" fmla="*/ 2184243 h 3876675"/>
              <a:gd name="connsiteX281" fmla="*/ 5190653 w 5562600"/>
              <a:gd name="connsiteY281" fmla="*/ 2174718 h 3876675"/>
              <a:gd name="connsiteX282" fmla="*/ 5189700 w 5562600"/>
              <a:gd name="connsiteY282" fmla="*/ 2155668 h 3876675"/>
              <a:gd name="connsiteX283" fmla="*/ 5400203 w 5562600"/>
              <a:gd name="connsiteY283" fmla="*/ 2165193 h 3876675"/>
              <a:gd name="connsiteX284" fmla="*/ 5444018 w 5562600"/>
              <a:gd name="connsiteY284" fmla="*/ 2387125 h 3876675"/>
              <a:gd name="connsiteX285" fmla="*/ 5327812 w 5562600"/>
              <a:gd name="connsiteY285" fmla="*/ 2686211 h 3876675"/>
              <a:gd name="connsiteX286" fmla="*/ 5198273 w 5562600"/>
              <a:gd name="connsiteY286" fmla="*/ 2785271 h 3876675"/>
              <a:gd name="connsiteX287" fmla="*/ 5099212 w 5562600"/>
              <a:gd name="connsiteY287" fmla="*/ 2846230 h 3876675"/>
              <a:gd name="connsiteX288" fmla="*/ 5105880 w 5562600"/>
              <a:gd name="connsiteY288" fmla="*/ 2824323 h 3876675"/>
              <a:gd name="connsiteX289" fmla="*/ 5105880 w 5562600"/>
              <a:gd name="connsiteY289" fmla="*/ 2824323 h 3876675"/>
              <a:gd name="connsiteX290" fmla="*/ 4762028 w 5562600"/>
              <a:gd name="connsiteY290" fmla="*/ 2717643 h 3876675"/>
              <a:gd name="connsiteX291" fmla="*/ 4679160 w 5562600"/>
              <a:gd name="connsiteY291" fmla="*/ 2629061 h 3876675"/>
              <a:gd name="connsiteX292" fmla="*/ 4636298 w 5562600"/>
              <a:gd name="connsiteY292" fmla="*/ 2590008 h 3876675"/>
              <a:gd name="connsiteX293" fmla="*/ 4702020 w 5562600"/>
              <a:gd name="connsiteY293" fmla="*/ 2610963 h 3876675"/>
              <a:gd name="connsiteX294" fmla="*/ 4811558 w 5562600"/>
              <a:gd name="connsiteY294" fmla="*/ 2608105 h 3876675"/>
              <a:gd name="connsiteX295" fmla="*/ 4965862 w 5562600"/>
              <a:gd name="connsiteY295" fmla="*/ 2429035 h 3876675"/>
              <a:gd name="connsiteX296" fmla="*/ 4980150 w 5562600"/>
              <a:gd name="connsiteY296" fmla="*/ 2442371 h 3876675"/>
              <a:gd name="connsiteX297" fmla="*/ 4882995 w 5562600"/>
              <a:gd name="connsiteY297" fmla="*/ 2580483 h 3876675"/>
              <a:gd name="connsiteX298" fmla="*/ 4797270 w 5562600"/>
              <a:gd name="connsiteY298" fmla="*/ 2726215 h 3876675"/>
              <a:gd name="connsiteX299" fmla="*/ 4762028 w 5562600"/>
              <a:gd name="connsiteY299" fmla="*/ 2717643 h 3876675"/>
              <a:gd name="connsiteX300" fmla="*/ 4762028 w 5562600"/>
              <a:gd name="connsiteY300" fmla="*/ 2717643 h 3876675"/>
              <a:gd name="connsiteX301" fmla="*/ 3641888 w 5562600"/>
              <a:gd name="connsiteY301" fmla="*/ 2663350 h 3876675"/>
              <a:gd name="connsiteX302" fmla="*/ 3682845 w 5562600"/>
              <a:gd name="connsiteY302" fmla="*/ 2567148 h 3876675"/>
              <a:gd name="connsiteX303" fmla="*/ 3715230 w 5562600"/>
              <a:gd name="connsiteY303" fmla="*/ 2497615 h 3876675"/>
              <a:gd name="connsiteX304" fmla="*/ 3729517 w 5562600"/>
              <a:gd name="connsiteY304" fmla="*/ 2489043 h 3876675"/>
              <a:gd name="connsiteX305" fmla="*/ 3900967 w 5562600"/>
              <a:gd name="connsiteY305" fmla="*/ 2537621 h 3876675"/>
              <a:gd name="connsiteX306" fmla="*/ 4133378 w 5562600"/>
              <a:gd name="connsiteY306" fmla="*/ 2505236 h 3876675"/>
              <a:gd name="connsiteX307" fmla="*/ 4188623 w 5562600"/>
              <a:gd name="connsiteY307" fmla="*/ 2516665 h 3876675"/>
              <a:gd name="connsiteX308" fmla="*/ 3919065 w 5562600"/>
              <a:gd name="connsiteY308" fmla="*/ 2561433 h 3876675"/>
              <a:gd name="connsiteX309" fmla="*/ 3680940 w 5562600"/>
              <a:gd name="connsiteY309" fmla="*/ 2597628 h 3876675"/>
              <a:gd name="connsiteX310" fmla="*/ 3655223 w 5562600"/>
              <a:gd name="connsiteY310" fmla="*/ 2680496 h 3876675"/>
              <a:gd name="connsiteX311" fmla="*/ 3641888 w 5562600"/>
              <a:gd name="connsiteY311" fmla="*/ 2663350 h 3876675"/>
              <a:gd name="connsiteX312" fmla="*/ 3641888 w 5562600"/>
              <a:gd name="connsiteY312" fmla="*/ 2663350 h 3876675"/>
              <a:gd name="connsiteX313" fmla="*/ 4447703 w 5562600"/>
              <a:gd name="connsiteY313" fmla="*/ 2430940 h 3876675"/>
              <a:gd name="connsiteX314" fmla="*/ 4430558 w 5562600"/>
              <a:gd name="connsiteY314" fmla="*/ 2308068 h 3876675"/>
              <a:gd name="connsiteX315" fmla="*/ 4177192 w 5562600"/>
              <a:gd name="connsiteY315" fmla="*/ 2289018 h 3876675"/>
              <a:gd name="connsiteX316" fmla="*/ 3929542 w 5562600"/>
              <a:gd name="connsiteY316" fmla="*/ 2241393 h 3876675"/>
              <a:gd name="connsiteX317" fmla="*/ 4037175 w 5562600"/>
              <a:gd name="connsiteY317" fmla="*/ 2254728 h 3876675"/>
              <a:gd name="connsiteX318" fmla="*/ 4267680 w 5562600"/>
              <a:gd name="connsiteY318" fmla="*/ 2265205 h 3876675"/>
              <a:gd name="connsiteX319" fmla="*/ 4403888 w 5562600"/>
              <a:gd name="connsiteY319" fmla="*/ 2250918 h 3876675"/>
              <a:gd name="connsiteX320" fmla="*/ 4451513 w 5562600"/>
              <a:gd name="connsiteY320" fmla="*/ 2044225 h 3876675"/>
              <a:gd name="connsiteX321" fmla="*/ 4607723 w 5562600"/>
              <a:gd name="connsiteY321" fmla="*/ 1690848 h 3876675"/>
              <a:gd name="connsiteX322" fmla="*/ 4715355 w 5562600"/>
              <a:gd name="connsiteY322" fmla="*/ 1563213 h 3876675"/>
              <a:gd name="connsiteX323" fmla="*/ 4682018 w 5562600"/>
              <a:gd name="connsiteY323" fmla="*/ 1625125 h 3876675"/>
              <a:gd name="connsiteX324" fmla="*/ 4646775 w 5562600"/>
              <a:gd name="connsiteY324" fmla="*/ 1735615 h 3876675"/>
              <a:gd name="connsiteX325" fmla="*/ 4634393 w 5562600"/>
              <a:gd name="connsiteY325" fmla="*/ 1764190 h 3876675"/>
              <a:gd name="connsiteX326" fmla="*/ 4473420 w 5562600"/>
              <a:gd name="connsiteY326" fmla="*/ 2055655 h 3876675"/>
              <a:gd name="connsiteX327" fmla="*/ 4439130 w 5562600"/>
              <a:gd name="connsiteY327" fmla="*/ 2271873 h 3876675"/>
              <a:gd name="connsiteX328" fmla="*/ 4450560 w 5562600"/>
              <a:gd name="connsiteY328" fmla="*/ 2256633 h 3876675"/>
              <a:gd name="connsiteX329" fmla="*/ 4681065 w 5562600"/>
              <a:gd name="connsiteY329" fmla="*/ 2235678 h 3876675"/>
              <a:gd name="connsiteX330" fmla="*/ 4972530 w 5562600"/>
              <a:gd name="connsiteY330" fmla="*/ 2196625 h 3876675"/>
              <a:gd name="connsiteX331" fmla="*/ 5045873 w 5562600"/>
              <a:gd name="connsiteY331" fmla="*/ 2059465 h 3876675"/>
              <a:gd name="connsiteX332" fmla="*/ 5098260 w 5562600"/>
              <a:gd name="connsiteY332" fmla="*/ 1929925 h 3876675"/>
              <a:gd name="connsiteX333" fmla="*/ 5108737 w 5562600"/>
              <a:gd name="connsiteY333" fmla="*/ 1947070 h 3876675"/>
              <a:gd name="connsiteX334" fmla="*/ 5067780 w 5562600"/>
              <a:gd name="connsiteY334" fmla="*/ 2088040 h 3876675"/>
              <a:gd name="connsiteX335" fmla="*/ 4993485 w 5562600"/>
              <a:gd name="connsiteY335" fmla="*/ 2220438 h 3876675"/>
              <a:gd name="connsiteX336" fmla="*/ 4702020 w 5562600"/>
              <a:gd name="connsiteY336" fmla="*/ 2260443 h 3876675"/>
              <a:gd name="connsiteX337" fmla="*/ 4470563 w 5562600"/>
              <a:gd name="connsiteY337" fmla="*/ 2282350 h 3876675"/>
              <a:gd name="connsiteX338" fmla="*/ 4472468 w 5562600"/>
              <a:gd name="connsiteY338" fmla="*/ 2413796 h 3876675"/>
              <a:gd name="connsiteX339" fmla="*/ 4455323 w 5562600"/>
              <a:gd name="connsiteY339" fmla="*/ 2529048 h 3876675"/>
              <a:gd name="connsiteX340" fmla="*/ 4447703 w 5562600"/>
              <a:gd name="connsiteY340" fmla="*/ 2430940 h 3876675"/>
              <a:gd name="connsiteX341" fmla="*/ 4447703 w 5562600"/>
              <a:gd name="connsiteY341" fmla="*/ 2430940 h 3876675"/>
              <a:gd name="connsiteX342" fmla="*/ 5297333 w 5562600"/>
              <a:gd name="connsiteY342" fmla="*/ 2400460 h 3876675"/>
              <a:gd name="connsiteX343" fmla="*/ 5332575 w 5562600"/>
              <a:gd name="connsiteY343" fmla="*/ 2246155 h 3876675"/>
              <a:gd name="connsiteX344" fmla="*/ 5344958 w 5562600"/>
              <a:gd name="connsiteY344" fmla="*/ 2263300 h 3876675"/>
              <a:gd name="connsiteX345" fmla="*/ 5309715 w 5562600"/>
              <a:gd name="connsiteY345" fmla="*/ 2417605 h 3876675"/>
              <a:gd name="connsiteX346" fmla="*/ 5291618 w 5562600"/>
              <a:gd name="connsiteY346" fmla="*/ 2528096 h 3876675"/>
              <a:gd name="connsiteX347" fmla="*/ 5297333 w 5562600"/>
              <a:gd name="connsiteY347" fmla="*/ 2400460 h 3876675"/>
              <a:gd name="connsiteX348" fmla="*/ 5297333 w 5562600"/>
              <a:gd name="connsiteY348" fmla="*/ 2400460 h 3876675"/>
              <a:gd name="connsiteX349" fmla="*/ 3783810 w 5562600"/>
              <a:gd name="connsiteY349" fmla="*/ 1514635 h 3876675"/>
              <a:gd name="connsiteX350" fmla="*/ 3749520 w 5562600"/>
              <a:gd name="connsiteY350" fmla="*/ 1154590 h 3876675"/>
              <a:gd name="connsiteX351" fmla="*/ 3737138 w 5562600"/>
              <a:gd name="connsiteY351" fmla="*/ 954565 h 3876675"/>
              <a:gd name="connsiteX352" fmla="*/ 3750473 w 5562600"/>
              <a:gd name="connsiteY352" fmla="*/ 994570 h 3876675"/>
              <a:gd name="connsiteX353" fmla="*/ 3782857 w 5562600"/>
              <a:gd name="connsiteY353" fmla="*/ 1152685 h 3876675"/>
              <a:gd name="connsiteX354" fmla="*/ 3836198 w 5562600"/>
              <a:gd name="connsiteY354" fmla="*/ 1366045 h 3876675"/>
              <a:gd name="connsiteX355" fmla="*/ 3766665 w 5562600"/>
              <a:gd name="connsiteY355" fmla="*/ 1570833 h 3876675"/>
              <a:gd name="connsiteX356" fmla="*/ 3783810 w 5562600"/>
              <a:gd name="connsiteY356" fmla="*/ 1514635 h 3876675"/>
              <a:gd name="connsiteX357" fmla="*/ 3783810 w 5562600"/>
              <a:gd name="connsiteY357" fmla="*/ 1514635 h 3876675"/>
              <a:gd name="connsiteX358" fmla="*/ 4717260 w 5562600"/>
              <a:gd name="connsiteY358" fmla="*/ 1482250 h 3876675"/>
              <a:gd name="connsiteX359" fmla="*/ 4737263 w 5562600"/>
              <a:gd name="connsiteY359" fmla="*/ 1438435 h 3876675"/>
              <a:gd name="connsiteX360" fmla="*/ 4745835 w 5562600"/>
              <a:gd name="connsiteY360" fmla="*/ 1482250 h 3876675"/>
              <a:gd name="connsiteX361" fmla="*/ 4725833 w 5562600"/>
              <a:gd name="connsiteY361" fmla="*/ 1526065 h 3876675"/>
              <a:gd name="connsiteX362" fmla="*/ 4717260 w 5562600"/>
              <a:gd name="connsiteY362" fmla="*/ 1482250 h 3876675"/>
              <a:gd name="connsiteX363" fmla="*/ 4894425 w 5562600"/>
              <a:gd name="connsiteY363" fmla="*/ 2983390 h 3876675"/>
              <a:gd name="connsiteX364" fmla="*/ 4758218 w 5562600"/>
              <a:gd name="connsiteY364" fmla="*/ 3001488 h 3876675"/>
              <a:gd name="connsiteX365" fmla="*/ 4894425 w 5562600"/>
              <a:gd name="connsiteY365" fmla="*/ 2983390 h 3876675"/>
              <a:gd name="connsiteX366" fmla="*/ 1091093 w 5562600"/>
              <a:gd name="connsiteY366" fmla="*/ 3230088 h 3876675"/>
              <a:gd name="connsiteX367" fmla="*/ 1239682 w 5562600"/>
              <a:gd name="connsiteY367" fmla="*/ 3185321 h 3876675"/>
              <a:gd name="connsiteX368" fmla="*/ 1167293 w 5562600"/>
              <a:gd name="connsiteY368" fmla="*/ 3155793 h 3876675"/>
              <a:gd name="connsiteX369" fmla="*/ 936787 w 5562600"/>
              <a:gd name="connsiteY369" fmla="*/ 3111978 h 3876675"/>
              <a:gd name="connsiteX370" fmla="*/ 611985 w 5562600"/>
              <a:gd name="connsiteY370" fmla="*/ 3092928 h 3876675"/>
              <a:gd name="connsiteX371" fmla="*/ 485302 w 5562600"/>
              <a:gd name="connsiteY371" fmla="*/ 3161508 h 3876675"/>
              <a:gd name="connsiteX372" fmla="*/ 1091093 w 5562600"/>
              <a:gd name="connsiteY372" fmla="*/ 3230088 h 3876675"/>
              <a:gd name="connsiteX373" fmla="*/ 1091093 w 5562600"/>
              <a:gd name="connsiteY373" fmla="*/ 3230088 h 3876675"/>
              <a:gd name="connsiteX374" fmla="*/ 1234920 w 5562600"/>
              <a:gd name="connsiteY374" fmla="*/ 3106263 h 3876675"/>
              <a:gd name="connsiteX375" fmla="*/ 1218727 w 5562600"/>
              <a:gd name="connsiteY375" fmla="*/ 3022443 h 3876675"/>
              <a:gd name="connsiteX376" fmla="*/ 881542 w 5562600"/>
              <a:gd name="connsiteY376" fmla="*/ 2910048 h 3876675"/>
              <a:gd name="connsiteX377" fmla="*/ 720570 w 5562600"/>
              <a:gd name="connsiteY377" fmla="*/ 2847183 h 3876675"/>
              <a:gd name="connsiteX378" fmla="*/ 648180 w 5562600"/>
              <a:gd name="connsiteY378" fmla="*/ 2944338 h 3876675"/>
              <a:gd name="connsiteX379" fmla="*/ 920595 w 5562600"/>
              <a:gd name="connsiteY379" fmla="*/ 3078640 h 3876675"/>
              <a:gd name="connsiteX380" fmla="*/ 1234920 w 5562600"/>
              <a:gd name="connsiteY380" fmla="*/ 3106263 h 3876675"/>
              <a:gd name="connsiteX381" fmla="*/ 1234920 w 5562600"/>
              <a:gd name="connsiteY381" fmla="*/ 3106263 h 3876675"/>
              <a:gd name="connsiteX382" fmla="*/ 612937 w 5562600"/>
              <a:gd name="connsiteY382" fmla="*/ 2929098 h 3876675"/>
              <a:gd name="connsiteX383" fmla="*/ 425295 w 5562600"/>
              <a:gd name="connsiteY383" fmla="*/ 2835753 h 3876675"/>
              <a:gd name="connsiteX384" fmla="*/ 205267 w 5562600"/>
              <a:gd name="connsiteY384" fmla="*/ 2689068 h 3876675"/>
              <a:gd name="connsiteX385" fmla="*/ 139545 w 5562600"/>
              <a:gd name="connsiteY385" fmla="*/ 2546193 h 3876675"/>
              <a:gd name="connsiteX386" fmla="*/ 73822 w 5562600"/>
              <a:gd name="connsiteY386" fmla="*/ 2396650 h 3876675"/>
              <a:gd name="connsiteX387" fmla="*/ 104302 w 5562600"/>
              <a:gd name="connsiteY387" fmla="*/ 2433798 h 3876675"/>
              <a:gd name="connsiteX388" fmla="*/ 163357 w 5562600"/>
              <a:gd name="connsiteY388" fmla="*/ 2554765 h 3876675"/>
              <a:gd name="connsiteX389" fmla="*/ 195742 w 5562600"/>
              <a:gd name="connsiteY389" fmla="*/ 2599533 h 3876675"/>
              <a:gd name="connsiteX390" fmla="*/ 265275 w 5562600"/>
              <a:gd name="connsiteY390" fmla="*/ 2568100 h 3876675"/>
              <a:gd name="connsiteX391" fmla="*/ 344332 w 5562600"/>
              <a:gd name="connsiteY391" fmla="*/ 2388078 h 3876675"/>
              <a:gd name="connsiteX392" fmla="*/ 346237 w 5562600"/>
              <a:gd name="connsiteY392" fmla="*/ 2227105 h 3876675"/>
              <a:gd name="connsiteX393" fmla="*/ 227175 w 5562600"/>
              <a:gd name="connsiteY393" fmla="*/ 2229963 h 3876675"/>
              <a:gd name="connsiteX394" fmla="*/ 202410 w 5562600"/>
              <a:gd name="connsiteY394" fmla="*/ 2251871 h 3876675"/>
              <a:gd name="connsiteX395" fmla="*/ 205267 w 5562600"/>
              <a:gd name="connsiteY395" fmla="*/ 2218533 h 3876675"/>
              <a:gd name="connsiteX396" fmla="*/ 283372 w 5562600"/>
              <a:gd name="connsiteY396" fmla="*/ 2185196 h 3876675"/>
              <a:gd name="connsiteX397" fmla="*/ 348142 w 5562600"/>
              <a:gd name="connsiteY397" fmla="*/ 2091850 h 3876675"/>
              <a:gd name="connsiteX398" fmla="*/ 624367 w 5562600"/>
              <a:gd name="connsiteY398" fmla="*/ 1767048 h 3876675"/>
              <a:gd name="connsiteX399" fmla="*/ 689137 w 5562600"/>
              <a:gd name="connsiteY399" fmla="*/ 1703230 h 3876675"/>
              <a:gd name="connsiteX400" fmla="*/ 735810 w 5562600"/>
              <a:gd name="connsiteY400" fmla="*/ 1568928 h 3876675"/>
              <a:gd name="connsiteX401" fmla="*/ 733905 w 5562600"/>
              <a:gd name="connsiteY401" fmla="*/ 1611790 h 3876675"/>
              <a:gd name="connsiteX402" fmla="*/ 801532 w 5562600"/>
              <a:gd name="connsiteY402" fmla="*/ 2025175 h 3876675"/>
              <a:gd name="connsiteX403" fmla="*/ 882495 w 5562600"/>
              <a:gd name="connsiteY403" fmla="*/ 2219485 h 3876675"/>
              <a:gd name="connsiteX404" fmla="*/ 689137 w 5562600"/>
              <a:gd name="connsiteY404" fmla="*/ 1826103 h 3876675"/>
              <a:gd name="connsiteX405" fmla="*/ 514830 w 5562600"/>
              <a:gd name="connsiteY405" fmla="*/ 1821340 h 3876675"/>
              <a:gd name="connsiteX406" fmla="*/ 413865 w 5562600"/>
              <a:gd name="connsiteY406" fmla="*/ 2317593 h 3876675"/>
              <a:gd name="connsiteX407" fmla="*/ 413865 w 5562600"/>
              <a:gd name="connsiteY407" fmla="*/ 2374743 h 3876675"/>
              <a:gd name="connsiteX408" fmla="*/ 368145 w 5562600"/>
              <a:gd name="connsiteY408" fmla="*/ 2369980 h 3876675"/>
              <a:gd name="connsiteX409" fmla="*/ 435772 w 5562600"/>
              <a:gd name="connsiteY409" fmla="*/ 2645253 h 3876675"/>
              <a:gd name="connsiteX410" fmla="*/ 492922 w 5562600"/>
              <a:gd name="connsiteY410" fmla="*/ 2702403 h 3876675"/>
              <a:gd name="connsiteX411" fmla="*/ 971077 w 5562600"/>
              <a:gd name="connsiteY411" fmla="*/ 2696688 h 3876675"/>
              <a:gd name="connsiteX412" fmla="*/ 1449232 w 5562600"/>
              <a:gd name="connsiteY412" fmla="*/ 2690973 h 3876675"/>
              <a:gd name="connsiteX413" fmla="*/ 1534005 w 5562600"/>
              <a:gd name="connsiteY413" fmla="*/ 2606200 h 3876675"/>
              <a:gd name="connsiteX414" fmla="*/ 1583535 w 5562600"/>
              <a:gd name="connsiteY414" fmla="*/ 2452848 h 3876675"/>
              <a:gd name="connsiteX415" fmla="*/ 1256827 w 5562600"/>
              <a:gd name="connsiteY415" fmla="*/ 2309021 h 3876675"/>
              <a:gd name="connsiteX416" fmla="*/ 1144432 w 5562600"/>
              <a:gd name="connsiteY416" fmla="*/ 2288065 h 3876675"/>
              <a:gd name="connsiteX417" fmla="*/ 1496857 w 5562600"/>
              <a:gd name="connsiteY417" fmla="*/ 2329023 h 3876675"/>
              <a:gd name="connsiteX418" fmla="*/ 1594013 w 5562600"/>
              <a:gd name="connsiteY418" fmla="*/ 2325213 h 3876675"/>
              <a:gd name="connsiteX419" fmla="*/ 1602585 w 5562600"/>
              <a:gd name="connsiteY419" fmla="*/ 2134713 h 3876675"/>
              <a:gd name="connsiteX420" fmla="*/ 1562580 w 5562600"/>
              <a:gd name="connsiteY420" fmla="*/ 1892778 h 3876675"/>
              <a:gd name="connsiteX421" fmla="*/ 1536863 w 5562600"/>
              <a:gd name="connsiteY421" fmla="*/ 1756570 h 3876675"/>
              <a:gd name="connsiteX422" fmla="*/ 1537815 w 5562600"/>
              <a:gd name="connsiteY422" fmla="*/ 1728948 h 3876675"/>
              <a:gd name="connsiteX423" fmla="*/ 1583535 w 5562600"/>
              <a:gd name="connsiteY423" fmla="*/ 1722280 h 3876675"/>
              <a:gd name="connsiteX424" fmla="*/ 1599727 w 5562600"/>
              <a:gd name="connsiteY424" fmla="*/ 1816578 h 3876675"/>
              <a:gd name="connsiteX425" fmla="*/ 1683547 w 5562600"/>
              <a:gd name="connsiteY425" fmla="*/ 2346168 h 3876675"/>
              <a:gd name="connsiteX426" fmla="*/ 1763557 w 5562600"/>
              <a:gd name="connsiteY426" fmla="*/ 2385221 h 3876675"/>
              <a:gd name="connsiteX427" fmla="*/ 1994063 w 5562600"/>
              <a:gd name="connsiteY427" fmla="*/ 2207103 h 3876675"/>
              <a:gd name="connsiteX428" fmla="*/ 2111220 w 5562600"/>
              <a:gd name="connsiteY428" fmla="*/ 1789908 h 3876675"/>
              <a:gd name="connsiteX429" fmla="*/ 2077882 w 5562600"/>
              <a:gd name="connsiteY429" fmla="*/ 1610838 h 3876675"/>
              <a:gd name="connsiteX430" fmla="*/ 2206470 w 5562600"/>
              <a:gd name="connsiteY430" fmla="*/ 1462248 h 3876675"/>
              <a:gd name="connsiteX431" fmla="*/ 2194088 w 5562600"/>
              <a:gd name="connsiteY431" fmla="*/ 1487013 h 3876675"/>
              <a:gd name="connsiteX432" fmla="*/ 2131223 w 5562600"/>
              <a:gd name="connsiteY432" fmla="*/ 1741330 h 3876675"/>
              <a:gd name="connsiteX433" fmla="*/ 2179800 w 5562600"/>
              <a:gd name="connsiteY433" fmla="*/ 1926115 h 3876675"/>
              <a:gd name="connsiteX434" fmla="*/ 2236950 w 5562600"/>
              <a:gd name="connsiteY434" fmla="*/ 2018508 h 3876675"/>
              <a:gd name="connsiteX435" fmla="*/ 2315055 w 5562600"/>
              <a:gd name="connsiteY435" fmla="*/ 1853725 h 3876675"/>
              <a:gd name="connsiteX436" fmla="*/ 2393160 w 5562600"/>
              <a:gd name="connsiteY436" fmla="*/ 1485108 h 3876675"/>
              <a:gd name="connsiteX437" fmla="*/ 2472217 w 5562600"/>
              <a:gd name="connsiteY437" fmla="*/ 1023145 h 3876675"/>
              <a:gd name="connsiteX438" fmla="*/ 2635095 w 5562600"/>
              <a:gd name="connsiteY438" fmla="*/ 371635 h 3876675"/>
              <a:gd name="connsiteX439" fmla="*/ 2714153 w 5562600"/>
              <a:gd name="connsiteY439" fmla="*/ 146845 h 3876675"/>
              <a:gd name="connsiteX440" fmla="*/ 2483648 w 5562600"/>
              <a:gd name="connsiteY440" fmla="*/ 30640 h 3876675"/>
              <a:gd name="connsiteX441" fmla="*/ 2347440 w 5562600"/>
              <a:gd name="connsiteY441" fmla="*/ 140178 h 3876675"/>
              <a:gd name="connsiteX442" fmla="*/ 2406495 w 5562600"/>
              <a:gd name="connsiteY442" fmla="*/ 224950 h 3876675"/>
              <a:gd name="connsiteX443" fmla="*/ 2286480 w 5562600"/>
              <a:gd name="connsiteY443" fmla="*/ 439263 h 3876675"/>
              <a:gd name="connsiteX444" fmla="*/ 2245523 w 5562600"/>
              <a:gd name="connsiteY444" fmla="*/ 637383 h 3876675"/>
              <a:gd name="connsiteX445" fmla="*/ 1915957 w 5562600"/>
              <a:gd name="connsiteY445" fmla="*/ 1276510 h 3876675"/>
              <a:gd name="connsiteX446" fmla="*/ 1701645 w 5562600"/>
              <a:gd name="connsiteY446" fmla="*/ 1605123 h 3876675"/>
              <a:gd name="connsiteX447" fmla="*/ 1768320 w 5562600"/>
              <a:gd name="connsiteY447" fmla="*/ 1722280 h 3876675"/>
              <a:gd name="connsiteX448" fmla="*/ 1836900 w 5562600"/>
              <a:gd name="connsiteY448" fmla="*/ 1879443 h 3876675"/>
              <a:gd name="connsiteX449" fmla="*/ 1879763 w 5562600"/>
              <a:gd name="connsiteY449" fmla="*/ 1956595 h 3876675"/>
              <a:gd name="connsiteX450" fmla="*/ 1831185 w 5562600"/>
              <a:gd name="connsiteY450" fmla="*/ 1897540 h 3876675"/>
              <a:gd name="connsiteX451" fmla="*/ 1735935 w 5562600"/>
              <a:gd name="connsiteY451" fmla="*/ 1721328 h 3876675"/>
              <a:gd name="connsiteX452" fmla="*/ 1594965 w 5562600"/>
              <a:gd name="connsiteY452" fmla="*/ 1571785 h 3876675"/>
              <a:gd name="connsiteX453" fmla="*/ 1400655 w 5562600"/>
              <a:gd name="connsiteY453" fmla="*/ 1729900 h 3876675"/>
              <a:gd name="connsiteX454" fmla="*/ 1122525 w 5562600"/>
              <a:gd name="connsiteY454" fmla="*/ 2118521 h 3876675"/>
              <a:gd name="connsiteX455" fmla="*/ 949170 w 5562600"/>
              <a:gd name="connsiteY455" fmla="*/ 2447133 h 3876675"/>
              <a:gd name="connsiteX456" fmla="*/ 1130145 w 5562600"/>
              <a:gd name="connsiteY456" fmla="*/ 2495711 h 3876675"/>
              <a:gd name="connsiteX457" fmla="*/ 1293022 w 5562600"/>
              <a:gd name="connsiteY457" fmla="*/ 2514761 h 3876675"/>
              <a:gd name="connsiteX458" fmla="*/ 1128240 w 5562600"/>
              <a:gd name="connsiteY458" fmla="*/ 2508093 h 3876675"/>
              <a:gd name="connsiteX459" fmla="*/ 640560 w 5562600"/>
              <a:gd name="connsiteY459" fmla="*/ 2349025 h 3876675"/>
              <a:gd name="connsiteX460" fmla="*/ 590077 w 5562600"/>
              <a:gd name="connsiteY460" fmla="*/ 2278540 h 3876675"/>
              <a:gd name="connsiteX461" fmla="*/ 661515 w 5562600"/>
              <a:gd name="connsiteY461" fmla="*/ 2325213 h 3876675"/>
              <a:gd name="connsiteX462" fmla="*/ 815820 w 5562600"/>
              <a:gd name="connsiteY462" fmla="*/ 2415700 h 3876675"/>
              <a:gd name="connsiteX463" fmla="*/ 909165 w 5562600"/>
              <a:gd name="connsiteY463" fmla="*/ 2449038 h 3876675"/>
              <a:gd name="connsiteX464" fmla="*/ 909165 w 5562600"/>
              <a:gd name="connsiteY464" fmla="*/ 2367123 h 3876675"/>
              <a:gd name="connsiteX465" fmla="*/ 1075852 w 5562600"/>
              <a:gd name="connsiteY465" fmla="*/ 2107090 h 3876675"/>
              <a:gd name="connsiteX466" fmla="*/ 1153957 w 5562600"/>
              <a:gd name="connsiteY466" fmla="*/ 2074705 h 3876675"/>
              <a:gd name="connsiteX467" fmla="*/ 1054897 w 5562600"/>
              <a:gd name="connsiteY467" fmla="*/ 1965168 h 3876675"/>
              <a:gd name="connsiteX468" fmla="*/ 917737 w 5562600"/>
              <a:gd name="connsiteY468" fmla="*/ 1687038 h 3876675"/>
              <a:gd name="connsiteX469" fmla="*/ 943455 w 5562600"/>
              <a:gd name="connsiteY469" fmla="*/ 1715613 h 3876675"/>
              <a:gd name="connsiteX470" fmla="*/ 1030132 w 5562600"/>
              <a:gd name="connsiteY470" fmla="*/ 1856583 h 3876675"/>
              <a:gd name="connsiteX471" fmla="*/ 1224443 w 5562600"/>
              <a:gd name="connsiteY471" fmla="*/ 1694658 h 3876675"/>
              <a:gd name="connsiteX472" fmla="*/ 1339695 w 5562600"/>
              <a:gd name="connsiteY472" fmla="*/ 1547973 h 3876675"/>
              <a:gd name="connsiteX473" fmla="*/ 1400655 w 5562600"/>
              <a:gd name="connsiteY473" fmla="*/ 1492728 h 3876675"/>
              <a:gd name="connsiteX474" fmla="*/ 1333980 w 5562600"/>
              <a:gd name="connsiteY474" fmla="*/ 1580358 h 3876675"/>
              <a:gd name="connsiteX475" fmla="*/ 1218727 w 5562600"/>
              <a:gd name="connsiteY475" fmla="*/ 1749903 h 3876675"/>
              <a:gd name="connsiteX476" fmla="*/ 1104427 w 5562600"/>
              <a:gd name="connsiteY476" fmla="*/ 1859440 h 3876675"/>
              <a:gd name="connsiteX477" fmla="*/ 1039657 w 5562600"/>
              <a:gd name="connsiteY477" fmla="*/ 1904208 h 3876675"/>
              <a:gd name="connsiteX478" fmla="*/ 1104427 w 5562600"/>
              <a:gd name="connsiteY478" fmla="*/ 1992790 h 3876675"/>
              <a:gd name="connsiteX479" fmla="*/ 1209202 w 5562600"/>
              <a:gd name="connsiteY479" fmla="*/ 2040415 h 3876675"/>
              <a:gd name="connsiteX480" fmla="*/ 1358745 w 5562600"/>
              <a:gd name="connsiteY480" fmla="*/ 1792765 h 3876675"/>
              <a:gd name="connsiteX481" fmla="*/ 1397797 w 5562600"/>
              <a:gd name="connsiteY481" fmla="*/ 1625125 h 3876675"/>
              <a:gd name="connsiteX482" fmla="*/ 1488285 w 5562600"/>
              <a:gd name="connsiteY482" fmla="*/ 1529875 h 3876675"/>
              <a:gd name="connsiteX483" fmla="*/ 1551150 w 5562600"/>
              <a:gd name="connsiteY483" fmla="*/ 1522255 h 3876675"/>
              <a:gd name="connsiteX484" fmla="*/ 1537815 w 5562600"/>
              <a:gd name="connsiteY484" fmla="*/ 1375570 h 3876675"/>
              <a:gd name="connsiteX485" fmla="*/ 1530195 w 5562600"/>
              <a:gd name="connsiteY485" fmla="*/ 740253 h 3876675"/>
              <a:gd name="connsiteX486" fmla="*/ 1537815 w 5562600"/>
              <a:gd name="connsiteY486" fmla="*/ 638335 h 3876675"/>
              <a:gd name="connsiteX487" fmla="*/ 1530195 w 5562600"/>
              <a:gd name="connsiteY487" fmla="*/ 611665 h 3876675"/>
              <a:gd name="connsiteX488" fmla="*/ 1570200 w 5562600"/>
              <a:gd name="connsiteY488" fmla="*/ 617380 h 3876675"/>
              <a:gd name="connsiteX489" fmla="*/ 1558770 w 5562600"/>
              <a:gd name="connsiteY489" fmla="*/ 743110 h 3876675"/>
              <a:gd name="connsiteX490" fmla="*/ 1560675 w 5562600"/>
              <a:gd name="connsiteY490" fmla="*/ 1278415 h 3876675"/>
              <a:gd name="connsiteX491" fmla="*/ 1693072 w 5562600"/>
              <a:gd name="connsiteY491" fmla="*/ 1495585 h 3876675"/>
              <a:gd name="connsiteX492" fmla="*/ 1903575 w 5562600"/>
              <a:gd name="connsiteY492" fmla="*/ 1250793 h 3876675"/>
              <a:gd name="connsiteX493" fmla="*/ 2214090 w 5562600"/>
              <a:gd name="connsiteY493" fmla="*/ 617380 h 3876675"/>
              <a:gd name="connsiteX494" fmla="*/ 1838805 w 5562600"/>
              <a:gd name="connsiteY494" fmla="*/ 477363 h 3876675"/>
              <a:gd name="connsiteX495" fmla="*/ 1350172 w 5562600"/>
              <a:gd name="connsiteY495" fmla="*/ 692628 h 3876675"/>
              <a:gd name="connsiteX496" fmla="*/ 778672 w 5562600"/>
              <a:gd name="connsiteY496" fmla="*/ 1184118 h 3876675"/>
              <a:gd name="connsiteX497" fmla="*/ 525307 w 5562600"/>
              <a:gd name="connsiteY497" fmla="*/ 1520350 h 3876675"/>
              <a:gd name="connsiteX498" fmla="*/ 353857 w 5562600"/>
              <a:gd name="connsiteY498" fmla="*/ 1757523 h 3876675"/>
              <a:gd name="connsiteX499" fmla="*/ 246225 w 5562600"/>
              <a:gd name="connsiteY499" fmla="*/ 1861345 h 3876675"/>
              <a:gd name="connsiteX500" fmla="*/ 203362 w 5562600"/>
              <a:gd name="connsiteY500" fmla="*/ 1894683 h 3876675"/>
              <a:gd name="connsiteX501" fmla="*/ 271942 w 5562600"/>
              <a:gd name="connsiteY501" fmla="*/ 1795623 h 3876675"/>
              <a:gd name="connsiteX502" fmla="*/ 501495 w 5562600"/>
              <a:gd name="connsiteY502" fmla="*/ 1511778 h 3876675"/>
              <a:gd name="connsiteX503" fmla="*/ 809152 w 5562600"/>
              <a:gd name="connsiteY503" fmla="*/ 1126968 h 3876675"/>
              <a:gd name="connsiteX504" fmla="*/ 1116810 w 5562600"/>
              <a:gd name="connsiteY504" fmla="*/ 889795 h 3876675"/>
              <a:gd name="connsiteX505" fmla="*/ 1327313 w 5562600"/>
              <a:gd name="connsiteY505" fmla="*/ 674530 h 3876675"/>
              <a:gd name="connsiteX506" fmla="*/ 1915957 w 5562600"/>
              <a:gd name="connsiteY506" fmla="*/ 443073 h 3876675"/>
              <a:gd name="connsiteX507" fmla="*/ 2299815 w 5562600"/>
              <a:gd name="connsiteY507" fmla="*/ 355443 h 3876675"/>
              <a:gd name="connsiteX508" fmla="*/ 2018827 w 5562600"/>
              <a:gd name="connsiteY508" fmla="*/ 179230 h 3876675"/>
              <a:gd name="connsiteX509" fmla="*/ 1638780 w 5562600"/>
              <a:gd name="connsiteY509" fmla="*/ 355443 h 3876675"/>
              <a:gd name="connsiteX510" fmla="*/ 1277782 w 5562600"/>
              <a:gd name="connsiteY510" fmla="*/ 516415 h 3876675"/>
              <a:gd name="connsiteX511" fmla="*/ 1074900 w 5562600"/>
              <a:gd name="connsiteY511" fmla="*/ 636430 h 3876675"/>
              <a:gd name="connsiteX512" fmla="*/ 915832 w 5562600"/>
              <a:gd name="connsiteY512" fmla="*/ 769780 h 3876675"/>
              <a:gd name="connsiteX513" fmla="*/ 675802 w 5562600"/>
              <a:gd name="connsiteY513" fmla="*/ 976473 h 3876675"/>
              <a:gd name="connsiteX514" fmla="*/ 368145 w 5562600"/>
              <a:gd name="connsiteY514" fmla="*/ 1338423 h 3876675"/>
              <a:gd name="connsiteX515" fmla="*/ 310995 w 5562600"/>
              <a:gd name="connsiteY515" fmla="*/ 1463200 h 3876675"/>
              <a:gd name="connsiteX516" fmla="*/ 90015 w 5562600"/>
              <a:gd name="connsiteY516" fmla="*/ 1944213 h 3876675"/>
              <a:gd name="connsiteX517" fmla="*/ 58582 w 5562600"/>
              <a:gd name="connsiteY517" fmla="*/ 2582388 h 3876675"/>
              <a:gd name="connsiteX518" fmla="*/ 560550 w 5562600"/>
              <a:gd name="connsiteY518" fmla="*/ 2998630 h 3876675"/>
              <a:gd name="connsiteX519" fmla="*/ 642465 w 5562600"/>
              <a:gd name="connsiteY519" fmla="*/ 3000536 h 3876675"/>
              <a:gd name="connsiteX520" fmla="*/ 612937 w 5562600"/>
              <a:gd name="connsiteY520" fmla="*/ 2929098 h 3876675"/>
              <a:gd name="connsiteX521" fmla="*/ 612937 w 5562600"/>
              <a:gd name="connsiteY521" fmla="*/ 2929098 h 3876675"/>
              <a:gd name="connsiteX522" fmla="*/ 1965488 w 5562600"/>
              <a:gd name="connsiteY522" fmla="*/ 1623220 h 3876675"/>
              <a:gd name="connsiteX523" fmla="*/ 1944532 w 5562600"/>
              <a:gd name="connsiteY523" fmla="*/ 1592740 h 3876675"/>
              <a:gd name="connsiteX524" fmla="*/ 2021685 w 5562600"/>
              <a:gd name="connsiteY524" fmla="*/ 1625125 h 3876675"/>
              <a:gd name="connsiteX525" fmla="*/ 1965488 w 5562600"/>
              <a:gd name="connsiteY525" fmla="*/ 1623220 h 3876675"/>
              <a:gd name="connsiteX526" fmla="*/ 1965488 w 5562600"/>
              <a:gd name="connsiteY526" fmla="*/ 1623220 h 3876675"/>
              <a:gd name="connsiteX527" fmla="*/ 1075852 w 5562600"/>
              <a:gd name="connsiteY527" fmla="*/ 1331755 h 3876675"/>
              <a:gd name="connsiteX528" fmla="*/ 1043467 w 5562600"/>
              <a:gd name="connsiteY528" fmla="*/ 1203168 h 3876675"/>
              <a:gd name="connsiteX529" fmla="*/ 1045372 w 5562600"/>
              <a:gd name="connsiteY529" fmla="*/ 1141255 h 3876675"/>
              <a:gd name="connsiteX530" fmla="*/ 1061565 w 5562600"/>
              <a:gd name="connsiteY530" fmla="*/ 1206978 h 3876675"/>
              <a:gd name="connsiteX531" fmla="*/ 1105380 w 5562600"/>
              <a:gd name="connsiteY531" fmla="*/ 1324135 h 3876675"/>
              <a:gd name="connsiteX532" fmla="*/ 1121572 w 5562600"/>
              <a:gd name="connsiteY532" fmla="*/ 1387000 h 3876675"/>
              <a:gd name="connsiteX533" fmla="*/ 1075852 w 5562600"/>
              <a:gd name="connsiteY533" fmla="*/ 1331755 h 3876675"/>
              <a:gd name="connsiteX534" fmla="*/ 1075852 w 5562600"/>
              <a:gd name="connsiteY534" fmla="*/ 1331755 h 3876675"/>
              <a:gd name="connsiteX535" fmla="*/ 1825470 w 5562600"/>
              <a:gd name="connsiteY535" fmla="*/ 1160305 h 3876675"/>
              <a:gd name="connsiteX536" fmla="*/ 1936913 w 5562600"/>
              <a:gd name="connsiteY536" fmla="*/ 761208 h 3876675"/>
              <a:gd name="connsiteX537" fmla="*/ 2025495 w 5562600"/>
              <a:gd name="connsiteY537" fmla="*/ 655480 h 3876675"/>
              <a:gd name="connsiteX538" fmla="*/ 1980727 w 5562600"/>
              <a:gd name="connsiteY538" fmla="*/ 738348 h 3876675"/>
              <a:gd name="connsiteX539" fmla="*/ 1854997 w 5562600"/>
              <a:gd name="connsiteY539" fmla="*/ 1086010 h 3876675"/>
              <a:gd name="connsiteX540" fmla="*/ 1825470 w 5562600"/>
              <a:gd name="connsiteY540" fmla="*/ 1160305 h 3876675"/>
              <a:gd name="connsiteX541" fmla="*/ 1825470 w 5562600"/>
              <a:gd name="connsiteY541" fmla="*/ 1160305 h 3876675"/>
              <a:gd name="connsiteX542" fmla="*/ 1293022 w 5562600"/>
              <a:gd name="connsiteY542" fmla="*/ 2937671 h 3876675"/>
              <a:gd name="connsiteX543" fmla="*/ 1312072 w 5562600"/>
              <a:gd name="connsiteY543" fmla="*/ 2860518 h 3876675"/>
              <a:gd name="connsiteX544" fmla="*/ 1078710 w 5562600"/>
              <a:gd name="connsiteY544" fmla="*/ 2847183 h 3876675"/>
              <a:gd name="connsiteX545" fmla="*/ 888210 w 5562600"/>
              <a:gd name="connsiteY545" fmla="*/ 2881473 h 3876675"/>
              <a:gd name="connsiteX546" fmla="*/ 1095855 w 5562600"/>
              <a:gd name="connsiteY546" fmla="*/ 2980533 h 3876675"/>
              <a:gd name="connsiteX547" fmla="*/ 1293022 w 5562600"/>
              <a:gd name="connsiteY547" fmla="*/ 2937671 h 3876675"/>
              <a:gd name="connsiteX548" fmla="*/ 1293022 w 5562600"/>
              <a:gd name="connsiteY548" fmla="*/ 2937671 h 3876675"/>
              <a:gd name="connsiteX549" fmla="*/ 1374938 w 5562600"/>
              <a:gd name="connsiteY549" fmla="*/ 2774793 h 3876675"/>
              <a:gd name="connsiteX550" fmla="*/ 1133955 w 5562600"/>
              <a:gd name="connsiteY550" fmla="*/ 2728121 h 3876675"/>
              <a:gd name="connsiteX551" fmla="*/ 740572 w 5562600"/>
              <a:gd name="connsiteY551" fmla="*/ 2743361 h 3876675"/>
              <a:gd name="connsiteX552" fmla="*/ 376717 w 5562600"/>
              <a:gd name="connsiteY552" fmla="*/ 2614773 h 3876675"/>
              <a:gd name="connsiteX553" fmla="*/ 270037 w 5562600"/>
              <a:gd name="connsiteY553" fmla="*/ 2606200 h 3876675"/>
              <a:gd name="connsiteX554" fmla="*/ 239557 w 5562600"/>
              <a:gd name="connsiteY554" fmla="*/ 2699546 h 3876675"/>
              <a:gd name="connsiteX555" fmla="*/ 938692 w 5562600"/>
              <a:gd name="connsiteY555" fmla="*/ 2815750 h 3876675"/>
              <a:gd name="connsiteX556" fmla="*/ 1374938 w 5562600"/>
              <a:gd name="connsiteY556" fmla="*/ 2774793 h 3876675"/>
              <a:gd name="connsiteX557" fmla="*/ 1374938 w 5562600"/>
              <a:gd name="connsiteY557" fmla="*/ 2774793 h 3876675"/>
              <a:gd name="connsiteX558" fmla="*/ 1743555 w 5562600"/>
              <a:gd name="connsiteY558" fmla="*/ 2410938 h 3876675"/>
              <a:gd name="connsiteX559" fmla="*/ 1674022 w 5562600"/>
              <a:gd name="connsiteY559" fmla="*/ 2368075 h 3876675"/>
              <a:gd name="connsiteX560" fmla="*/ 1604490 w 5562600"/>
              <a:gd name="connsiteY560" fmla="*/ 2361408 h 3876675"/>
              <a:gd name="connsiteX561" fmla="*/ 1609252 w 5562600"/>
              <a:gd name="connsiteY561" fmla="*/ 2450943 h 3876675"/>
              <a:gd name="connsiteX562" fmla="*/ 1645447 w 5562600"/>
              <a:gd name="connsiteY562" fmla="*/ 2513808 h 3876675"/>
              <a:gd name="connsiteX563" fmla="*/ 1710218 w 5562600"/>
              <a:gd name="connsiteY563" fmla="*/ 2467136 h 3876675"/>
              <a:gd name="connsiteX564" fmla="*/ 1743555 w 5562600"/>
              <a:gd name="connsiteY564" fmla="*/ 2410938 h 3876675"/>
              <a:gd name="connsiteX565" fmla="*/ 1743555 w 5562600"/>
              <a:gd name="connsiteY565" fmla="*/ 2410938 h 3876675"/>
              <a:gd name="connsiteX566" fmla="*/ 5521170 w 5562600"/>
              <a:gd name="connsiteY566" fmla="*/ 2042320 h 3876675"/>
              <a:gd name="connsiteX567" fmla="*/ 5296380 w 5562600"/>
              <a:gd name="connsiteY567" fmla="*/ 1512730 h 3876675"/>
              <a:gd name="connsiteX568" fmla="*/ 5208750 w 5562600"/>
              <a:gd name="connsiteY568" fmla="*/ 1419385 h 3876675"/>
              <a:gd name="connsiteX569" fmla="*/ 5167793 w 5562600"/>
              <a:gd name="connsiteY569" fmla="*/ 1441293 h 3876675"/>
              <a:gd name="connsiteX570" fmla="*/ 5161125 w 5562600"/>
              <a:gd name="connsiteY570" fmla="*/ 1474630 h 3876675"/>
              <a:gd name="connsiteX571" fmla="*/ 5113500 w 5562600"/>
              <a:gd name="connsiteY571" fmla="*/ 1356520 h 3876675"/>
              <a:gd name="connsiteX572" fmla="*/ 4716308 w 5562600"/>
              <a:gd name="connsiteY572" fmla="*/ 986950 h 3876675"/>
              <a:gd name="connsiteX573" fmla="*/ 4583910 w 5562600"/>
              <a:gd name="connsiteY573" fmla="*/ 950755 h 3876675"/>
              <a:gd name="connsiteX574" fmla="*/ 4762028 w 5562600"/>
              <a:gd name="connsiteY574" fmla="*/ 966948 h 3876675"/>
              <a:gd name="connsiteX575" fmla="*/ 4829655 w 5562600"/>
              <a:gd name="connsiteY575" fmla="*/ 980283 h 3876675"/>
              <a:gd name="connsiteX576" fmla="*/ 4795365 w 5562600"/>
              <a:gd name="connsiteY576" fmla="*/ 913608 h 3876675"/>
              <a:gd name="connsiteX577" fmla="*/ 4469610 w 5562600"/>
              <a:gd name="connsiteY577" fmla="*/ 737395 h 3876675"/>
              <a:gd name="connsiteX578" fmla="*/ 4419128 w 5562600"/>
              <a:gd name="connsiteY578" fmla="*/ 689770 h 3876675"/>
              <a:gd name="connsiteX579" fmla="*/ 4518188 w 5562600"/>
              <a:gd name="connsiteY579" fmla="*/ 669768 h 3876675"/>
              <a:gd name="connsiteX580" fmla="*/ 4323878 w 5562600"/>
              <a:gd name="connsiteY580" fmla="*/ 502128 h 3876675"/>
              <a:gd name="connsiteX581" fmla="*/ 3980025 w 5562600"/>
              <a:gd name="connsiteY581" fmla="*/ 337345 h 3876675"/>
              <a:gd name="connsiteX582" fmla="*/ 3789525 w 5562600"/>
              <a:gd name="connsiteY582" fmla="*/ 227808 h 3876675"/>
              <a:gd name="connsiteX583" fmla="*/ 3531398 w 5562600"/>
              <a:gd name="connsiteY583" fmla="*/ 351633 h 3876675"/>
              <a:gd name="connsiteX584" fmla="*/ 3385665 w 5562600"/>
              <a:gd name="connsiteY584" fmla="*/ 539275 h 3876675"/>
              <a:gd name="connsiteX585" fmla="*/ 3288510 w 5562600"/>
              <a:gd name="connsiteY585" fmla="*/ 664053 h 3876675"/>
              <a:gd name="connsiteX586" fmla="*/ 3424717 w 5562600"/>
              <a:gd name="connsiteY586" fmla="*/ 747873 h 3876675"/>
              <a:gd name="connsiteX587" fmla="*/ 3791430 w 5562600"/>
              <a:gd name="connsiteY587" fmla="*/ 845028 h 3876675"/>
              <a:gd name="connsiteX588" fmla="*/ 4226723 w 5562600"/>
              <a:gd name="connsiteY588" fmla="*/ 986950 h 3876675"/>
              <a:gd name="connsiteX589" fmla="*/ 4350548 w 5562600"/>
              <a:gd name="connsiteY589" fmla="*/ 1049815 h 3876675"/>
              <a:gd name="connsiteX590" fmla="*/ 5037300 w 5562600"/>
              <a:gd name="connsiteY590" fmla="*/ 1543210 h 3876675"/>
              <a:gd name="connsiteX591" fmla="*/ 5099212 w 5562600"/>
              <a:gd name="connsiteY591" fmla="*/ 1593693 h 3876675"/>
              <a:gd name="connsiteX592" fmla="*/ 5400203 w 5562600"/>
              <a:gd name="connsiteY592" fmla="*/ 1888015 h 3876675"/>
              <a:gd name="connsiteX593" fmla="*/ 5512598 w 5562600"/>
              <a:gd name="connsiteY593" fmla="*/ 2129950 h 3876675"/>
              <a:gd name="connsiteX594" fmla="*/ 5521170 w 5562600"/>
              <a:gd name="connsiteY594" fmla="*/ 2042320 h 3876675"/>
              <a:gd name="connsiteX595" fmla="*/ 5521170 w 5562600"/>
              <a:gd name="connsiteY595" fmla="*/ 2042320 h 3876675"/>
              <a:gd name="connsiteX596" fmla="*/ 3828578 w 5562600"/>
              <a:gd name="connsiteY596" fmla="*/ 512605 h 3876675"/>
              <a:gd name="connsiteX597" fmla="*/ 3619028 w 5562600"/>
              <a:gd name="connsiteY597" fmla="*/ 480220 h 3876675"/>
              <a:gd name="connsiteX598" fmla="*/ 4038128 w 5562600"/>
              <a:gd name="connsiteY598" fmla="*/ 509748 h 3876675"/>
              <a:gd name="connsiteX599" fmla="*/ 4043842 w 5562600"/>
              <a:gd name="connsiteY599" fmla="*/ 532608 h 3876675"/>
              <a:gd name="connsiteX600" fmla="*/ 3828578 w 5562600"/>
              <a:gd name="connsiteY600" fmla="*/ 512605 h 3876675"/>
              <a:gd name="connsiteX601" fmla="*/ 3828578 w 5562600"/>
              <a:gd name="connsiteY601" fmla="*/ 512605 h 3876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</a:cxnLst>
            <a:rect l="l" t="t" r="r" b="b"/>
            <a:pathLst>
              <a:path w="5562600" h="3876675">
                <a:moveTo>
                  <a:pt x="2572230" y="3667286"/>
                </a:moveTo>
                <a:cubicBezTo>
                  <a:pt x="2565563" y="3658713"/>
                  <a:pt x="2423640" y="3735865"/>
                  <a:pt x="2326485" y="3800636"/>
                </a:cubicBezTo>
                <a:cubicBezTo>
                  <a:pt x="2165513" y="3908268"/>
                  <a:pt x="1885477" y="3899696"/>
                  <a:pt x="1794990" y="3785396"/>
                </a:cubicBezTo>
                <a:cubicBezTo>
                  <a:pt x="1770225" y="3753963"/>
                  <a:pt x="1710218" y="3723483"/>
                  <a:pt x="1635922" y="3705386"/>
                </a:cubicBezTo>
                <a:cubicBezTo>
                  <a:pt x="1539720" y="3682525"/>
                  <a:pt x="1492095" y="3652998"/>
                  <a:pt x="1390177" y="3552986"/>
                </a:cubicBezTo>
                <a:cubicBezTo>
                  <a:pt x="1286355" y="3452021"/>
                  <a:pt x="1260638" y="3412015"/>
                  <a:pt x="1248255" y="3333911"/>
                </a:cubicBezTo>
                <a:lnTo>
                  <a:pt x="1233015" y="3237708"/>
                </a:lnTo>
                <a:lnTo>
                  <a:pt x="1109190" y="3250090"/>
                </a:lnTo>
                <a:cubicBezTo>
                  <a:pt x="1041562" y="3256758"/>
                  <a:pt x="920595" y="3269140"/>
                  <a:pt x="840585" y="3277713"/>
                </a:cubicBezTo>
                <a:cubicBezTo>
                  <a:pt x="748192" y="3287238"/>
                  <a:pt x="666277" y="3283428"/>
                  <a:pt x="616747" y="3267236"/>
                </a:cubicBezTo>
                <a:cubicBezTo>
                  <a:pt x="535785" y="3240565"/>
                  <a:pt x="424342" y="3151983"/>
                  <a:pt x="424342" y="3113883"/>
                </a:cubicBezTo>
                <a:cubicBezTo>
                  <a:pt x="424342" y="3102453"/>
                  <a:pt x="489112" y="3085308"/>
                  <a:pt x="567217" y="3077688"/>
                </a:cubicBezTo>
                <a:cubicBezTo>
                  <a:pt x="645322" y="3070068"/>
                  <a:pt x="710092" y="3054828"/>
                  <a:pt x="710092" y="3046255"/>
                </a:cubicBezTo>
                <a:cubicBezTo>
                  <a:pt x="710092" y="3037683"/>
                  <a:pt x="635797" y="3024348"/>
                  <a:pt x="544357" y="3017680"/>
                </a:cubicBezTo>
                <a:cubicBezTo>
                  <a:pt x="190980" y="2990058"/>
                  <a:pt x="6195" y="2757648"/>
                  <a:pt x="7147" y="2341405"/>
                </a:cubicBezTo>
                <a:cubicBezTo>
                  <a:pt x="8100" y="2106138"/>
                  <a:pt x="60487" y="1910875"/>
                  <a:pt x="200505" y="1625125"/>
                </a:cubicBezTo>
                <a:cubicBezTo>
                  <a:pt x="271942" y="1479393"/>
                  <a:pt x="347190" y="1320325"/>
                  <a:pt x="369097" y="1269843"/>
                </a:cubicBezTo>
                <a:cubicBezTo>
                  <a:pt x="412912" y="1166020"/>
                  <a:pt x="530070" y="1046958"/>
                  <a:pt x="722475" y="909798"/>
                </a:cubicBezTo>
                <a:cubicBezTo>
                  <a:pt x="794865" y="858363"/>
                  <a:pt x="877732" y="786925"/>
                  <a:pt x="906307" y="751683"/>
                </a:cubicBezTo>
                <a:cubicBezTo>
                  <a:pt x="967267" y="676435"/>
                  <a:pt x="1188247" y="525940"/>
                  <a:pt x="1328265" y="464028"/>
                </a:cubicBezTo>
                <a:cubicBezTo>
                  <a:pt x="1382557" y="440215"/>
                  <a:pt x="1541625" y="373540"/>
                  <a:pt x="1680690" y="316390"/>
                </a:cubicBezTo>
                <a:cubicBezTo>
                  <a:pt x="1819755" y="259240"/>
                  <a:pt x="1982632" y="181135"/>
                  <a:pt x="2042640" y="143035"/>
                </a:cubicBezTo>
                <a:cubicBezTo>
                  <a:pt x="2102648" y="104935"/>
                  <a:pt x="2172180" y="73503"/>
                  <a:pt x="2196945" y="72550"/>
                </a:cubicBezTo>
                <a:cubicBezTo>
                  <a:pt x="2221710" y="71598"/>
                  <a:pt x="2261715" y="57310"/>
                  <a:pt x="2284575" y="39213"/>
                </a:cubicBezTo>
                <a:cubicBezTo>
                  <a:pt x="2336010" y="160"/>
                  <a:pt x="2577945" y="-4602"/>
                  <a:pt x="2658907" y="32545"/>
                </a:cubicBezTo>
                <a:cubicBezTo>
                  <a:pt x="2689388" y="46833"/>
                  <a:pt x="2719867" y="74455"/>
                  <a:pt x="2726535" y="95410"/>
                </a:cubicBezTo>
                <a:cubicBezTo>
                  <a:pt x="2736060" y="124938"/>
                  <a:pt x="2776065" y="136368"/>
                  <a:pt x="2908463" y="148750"/>
                </a:cubicBezTo>
                <a:cubicBezTo>
                  <a:pt x="3001807" y="157323"/>
                  <a:pt x="3138015" y="163038"/>
                  <a:pt x="3210405" y="162085"/>
                </a:cubicBezTo>
                <a:cubicBezTo>
                  <a:pt x="3291367" y="160180"/>
                  <a:pt x="3391380" y="176373"/>
                  <a:pt x="3469485" y="203995"/>
                </a:cubicBezTo>
                <a:cubicBezTo>
                  <a:pt x="3564735" y="236380"/>
                  <a:pt x="3611407" y="243048"/>
                  <a:pt x="3652365" y="226855"/>
                </a:cubicBezTo>
                <a:cubicBezTo>
                  <a:pt x="3768570" y="183040"/>
                  <a:pt x="3851438" y="201138"/>
                  <a:pt x="3959070" y="294483"/>
                </a:cubicBezTo>
                <a:cubicBezTo>
                  <a:pt x="4085753" y="404020"/>
                  <a:pt x="4211483" y="469743"/>
                  <a:pt x="4295303" y="469743"/>
                </a:cubicBezTo>
                <a:cubicBezTo>
                  <a:pt x="4385790" y="469743"/>
                  <a:pt x="4504853" y="556420"/>
                  <a:pt x="4529618" y="641193"/>
                </a:cubicBezTo>
                <a:cubicBezTo>
                  <a:pt x="4541048" y="680245"/>
                  <a:pt x="4559145" y="712630"/>
                  <a:pt x="4570575" y="712630"/>
                </a:cubicBezTo>
                <a:cubicBezTo>
                  <a:pt x="4636298" y="712630"/>
                  <a:pt x="4752503" y="798355"/>
                  <a:pt x="4807748" y="887890"/>
                </a:cubicBezTo>
                <a:cubicBezTo>
                  <a:pt x="4842038" y="944088"/>
                  <a:pt x="4910618" y="1022193"/>
                  <a:pt x="4959195" y="1061245"/>
                </a:cubicBezTo>
                <a:cubicBezTo>
                  <a:pt x="5046825" y="1131730"/>
                  <a:pt x="5135408" y="1271748"/>
                  <a:pt x="5135408" y="1338423"/>
                </a:cubicBezTo>
                <a:cubicBezTo>
                  <a:pt x="5135408" y="1357473"/>
                  <a:pt x="5149695" y="1372713"/>
                  <a:pt x="5166840" y="1372713"/>
                </a:cubicBezTo>
                <a:cubicBezTo>
                  <a:pt x="5236373" y="1372713"/>
                  <a:pt x="5315430" y="1484155"/>
                  <a:pt x="5433540" y="1747045"/>
                </a:cubicBezTo>
                <a:cubicBezTo>
                  <a:pt x="5533553" y="1969930"/>
                  <a:pt x="5555460" y="2037558"/>
                  <a:pt x="5545935" y="2105185"/>
                </a:cubicBezTo>
                <a:cubicBezTo>
                  <a:pt x="5540220" y="2150905"/>
                  <a:pt x="5544983" y="2220438"/>
                  <a:pt x="5557365" y="2261396"/>
                </a:cubicBezTo>
                <a:cubicBezTo>
                  <a:pt x="5586893" y="2357598"/>
                  <a:pt x="5504978" y="2735740"/>
                  <a:pt x="5429730" y="2852898"/>
                </a:cubicBezTo>
                <a:cubicBezTo>
                  <a:pt x="5362103" y="2957673"/>
                  <a:pt x="5266853" y="3008155"/>
                  <a:pt x="5169698" y="2990058"/>
                </a:cubicBezTo>
                <a:cubicBezTo>
                  <a:pt x="5153505" y="2987200"/>
                  <a:pt x="5022060" y="2942433"/>
                  <a:pt x="4775363" y="3005298"/>
                </a:cubicBezTo>
                <a:cubicBezTo>
                  <a:pt x="4528665" y="3068163"/>
                  <a:pt x="4479135" y="3036730"/>
                  <a:pt x="4267680" y="2998630"/>
                </a:cubicBezTo>
                <a:cubicBezTo>
                  <a:pt x="3940973" y="2938623"/>
                  <a:pt x="3955260" y="3037683"/>
                  <a:pt x="3700942" y="3133886"/>
                </a:cubicBezTo>
                <a:cubicBezTo>
                  <a:pt x="3642840" y="3155793"/>
                  <a:pt x="3530445" y="3203418"/>
                  <a:pt x="3403763" y="3223421"/>
                </a:cubicBezTo>
                <a:cubicBezTo>
                  <a:pt x="3256125" y="3246280"/>
                  <a:pt x="3199928" y="3171033"/>
                  <a:pt x="3073245" y="3231993"/>
                </a:cubicBezTo>
                <a:cubicBezTo>
                  <a:pt x="2946563" y="3292953"/>
                  <a:pt x="2936085" y="3312955"/>
                  <a:pt x="2824642" y="3411063"/>
                </a:cubicBezTo>
                <a:cubicBezTo>
                  <a:pt x="2752253" y="3473928"/>
                  <a:pt x="2572230" y="3667286"/>
                  <a:pt x="2572230" y="3667286"/>
                </a:cubicBezTo>
                <a:lnTo>
                  <a:pt x="2572230" y="3667286"/>
                </a:lnTo>
                <a:close/>
                <a:moveTo>
                  <a:pt x="2189325" y="3836830"/>
                </a:moveTo>
                <a:cubicBezTo>
                  <a:pt x="2234093" y="3824448"/>
                  <a:pt x="2293148" y="3794921"/>
                  <a:pt x="2321723" y="3772061"/>
                </a:cubicBezTo>
                <a:lnTo>
                  <a:pt x="2373157" y="3729198"/>
                </a:lnTo>
                <a:lnTo>
                  <a:pt x="2281718" y="3728246"/>
                </a:lnTo>
                <a:cubicBezTo>
                  <a:pt x="2215995" y="3727293"/>
                  <a:pt x="2160750" y="3707290"/>
                  <a:pt x="2082645" y="3654903"/>
                </a:cubicBezTo>
                <a:lnTo>
                  <a:pt x="1975013" y="3582513"/>
                </a:lnTo>
                <a:lnTo>
                  <a:pt x="1935960" y="3634900"/>
                </a:lnTo>
                <a:cubicBezTo>
                  <a:pt x="1914052" y="3663475"/>
                  <a:pt x="1872143" y="3696813"/>
                  <a:pt x="1841663" y="3708243"/>
                </a:cubicBezTo>
                <a:cubicBezTo>
                  <a:pt x="1793085" y="3726340"/>
                  <a:pt x="1790227" y="3733961"/>
                  <a:pt x="1815945" y="3765393"/>
                </a:cubicBezTo>
                <a:cubicBezTo>
                  <a:pt x="1885477" y="3849213"/>
                  <a:pt x="2037877" y="3878740"/>
                  <a:pt x="2189325" y="3836830"/>
                </a:cubicBezTo>
                <a:lnTo>
                  <a:pt x="2189325" y="3836830"/>
                </a:lnTo>
                <a:close/>
                <a:moveTo>
                  <a:pt x="1831185" y="3680621"/>
                </a:moveTo>
                <a:cubicBezTo>
                  <a:pt x="1916910" y="3651093"/>
                  <a:pt x="1943580" y="3604421"/>
                  <a:pt x="1946438" y="3480596"/>
                </a:cubicBezTo>
                <a:cubicBezTo>
                  <a:pt x="1948343" y="3386298"/>
                  <a:pt x="1948343" y="3386298"/>
                  <a:pt x="1965488" y="3458688"/>
                </a:cubicBezTo>
                <a:cubicBezTo>
                  <a:pt x="1999777" y="3603468"/>
                  <a:pt x="2150273" y="3704433"/>
                  <a:pt x="2333153" y="3704433"/>
                </a:cubicBezTo>
                <a:cubicBezTo>
                  <a:pt x="2471265" y="3704433"/>
                  <a:pt x="2570325" y="3640615"/>
                  <a:pt x="2745585" y="3438686"/>
                </a:cubicBezTo>
                <a:cubicBezTo>
                  <a:pt x="2817023" y="3355818"/>
                  <a:pt x="2917988" y="3266283"/>
                  <a:pt x="2969423" y="3238661"/>
                </a:cubicBezTo>
                <a:lnTo>
                  <a:pt x="3062767" y="3189130"/>
                </a:lnTo>
                <a:lnTo>
                  <a:pt x="2976090" y="3125313"/>
                </a:lnTo>
                <a:lnTo>
                  <a:pt x="2889413" y="3061496"/>
                </a:lnTo>
                <a:lnTo>
                  <a:pt x="2719867" y="3171986"/>
                </a:lnTo>
                <a:cubicBezTo>
                  <a:pt x="2626523" y="3232946"/>
                  <a:pt x="2502698" y="3305336"/>
                  <a:pt x="2445548" y="3332958"/>
                </a:cubicBezTo>
                <a:cubicBezTo>
                  <a:pt x="2330295" y="3388203"/>
                  <a:pt x="2312198" y="3432018"/>
                  <a:pt x="2396018" y="3452973"/>
                </a:cubicBezTo>
                <a:cubicBezTo>
                  <a:pt x="2426498" y="3460593"/>
                  <a:pt x="2451263" y="3475833"/>
                  <a:pt x="2451263" y="3486311"/>
                </a:cubicBezTo>
                <a:cubicBezTo>
                  <a:pt x="2451263" y="3511075"/>
                  <a:pt x="2336010" y="3467261"/>
                  <a:pt x="2315055" y="3433923"/>
                </a:cubicBezTo>
                <a:cubicBezTo>
                  <a:pt x="2292195" y="3396775"/>
                  <a:pt x="2334105" y="3355818"/>
                  <a:pt x="2458882" y="3292953"/>
                </a:cubicBezTo>
                <a:cubicBezTo>
                  <a:pt x="2634142" y="3204371"/>
                  <a:pt x="2869410" y="3039588"/>
                  <a:pt x="2855123" y="3016728"/>
                </a:cubicBezTo>
                <a:cubicBezTo>
                  <a:pt x="2826548" y="2970055"/>
                  <a:pt x="2631285" y="2903380"/>
                  <a:pt x="2484600" y="2889093"/>
                </a:cubicBezTo>
                <a:lnTo>
                  <a:pt x="2330295" y="2874805"/>
                </a:lnTo>
                <a:lnTo>
                  <a:pt x="2467455" y="2871948"/>
                </a:lnTo>
                <a:cubicBezTo>
                  <a:pt x="2556038" y="2870043"/>
                  <a:pt x="2643667" y="2883378"/>
                  <a:pt x="2715105" y="2911000"/>
                </a:cubicBezTo>
                <a:cubicBezTo>
                  <a:pt x="2800830" y="2943386"/>
                  <a:pt x="2825595" y="2946243"/>
                  <a:pt x="2825595" y="2923383"/>
                </a:cubicBezTo>
                <a:cubicBezTo>
                  <a:pt x="2825595" y="2842421"/>
                  <a:pt x="3083723" y="2750028"/>
                  <a:pt x="3169448" y="2799558"/>
                </a:cubicBezTo>
                <a:cubicBezTo>
                  <a:pt x="3202785" y="2818608"/>
                  <a:pt x="3186592" y="2823371"/>
                  <a:pt x="3089438" y="2824323"/>
                </a:cubicBezTo>
                <a:cubicBezTo>
                  <a:pt x="2996092" y="2825275"/>
                  <a:pt x="2953230" y="2836705"/>
                  <a:pt x="2902748" y="2877663"/>
                </a:cubicBezTo>
                <a:cubicBezTo>
                  <a:pt x="2842740" y="2925288"/>
                  <a:pt x="2839882" y="2934813"/>
                  <a:pt x="2865600" y="2982438"/>
                </a:cubicBezTo>
                <a:cubicBezTo>
                  <a:pt x="2880840" y="3011013"/>
                  <a:pt x="2943705" y="3069115"/>
                  <a:pt x="3003713" y="3110073"/>
                </a:cubicBezTo>
                <a:cubicBezTo>
                  <a:pt x="3107535" y="3180558"/>
                  <a:pt x="3124680" y="3185321"/>
                  <a:pt x="3305655" y="3186273"/>
                </a:cubicBezTo>
                <a:cubicBezTo>
                  <a:pt x="3492345" y="3187225"/>
                  <a:pt x="3503775" y="3184368"/>
                  <a:pt x="3748567" y="3070068"/>
                </a:cubicBezTo>
                <a:cubicBezTo>
                  <a:pt x="4046700" y="2930050"/>
                  <a:pt x="4189575" y="2906238"/>
                  <a:pt x="4362930" y="2969103"/>
                </a:cubicBezTo>
                <a:cubicBezTo>
                  <a:pt x="4462943" y="3005298"/>
                  <a:pt x="4490565" y="3006250"/>
                  <a:pt x="4659158" y="2979580"/>
                </a:cubicBezTo>
                <a:cubicBezTo>
                  <a:pt x="4768695" y="2962436"/>
                  <a:pt x="4932525" y="2954815"/>
                  <a:pt x="5056350" y="2961483"/>
                </a:cubicBezTo>
                <a:cubicBezTo>
                  <a:pt x="5374485" y="2977675"/>
                  <a:pt x="5421158" y="2935765"/>
                  <a:pt x="5510693" y="2549050"/>
                </a:cubicBezTo>
                <a:cubicBezTo>
                  <a:pt x="5562128" y="2329023"/>
                  <a:pt x="5556412" y="2271873"/>
                  <a:pt x="5464973" y="2109948"/>
                </a:cubicBezTo>
                <a:cubicBezTo>
                  <a:pt x="5430683" y="2048988"/>
                  <a:pt x="5396393" y="1962310"/>
                  <a:pt x="5387820" y="1916590"/>
                </a:cubicBezTo>
                <a:cubicBezTo>
                  <a:pt x="5379248" y="1870870"/>
                  <a:pt x="5353530" y="1811815"/>
                  <a:pt x="5330670" y="1784193"/>
                </a:cubicBezTo>
                <a:cubicBezTo>
                  <a:pt x="5288760" y="1735615"/>
                  <a:pt x="5288760" y="1735615"/>
                  <a:pt x="5299237" y="1867060"/>
                </a:cubicBezTo>
                <a:cubicBezTo>
                  <a:pt x="5309715" y="1989933"/>
                  <a:pt x="5308762" y="1992790"/>
                  <a:pt x="5287808" y="1910875"/>
                </a:cubicBezTo>
                <a:cubicBezTo>
                  <a:pt x="5275425" y="1862298"/>
                  <a:pt x="5260185" y="1799433"/>
                  <a:pt x="5254470" y="1771810"/>
                </a:cubicBezTo>
                <a:cubicBezTo>
                  <a:pt x="5229705" y="1653700"/>
                  <a:pt x="5047778" y="1554640"/>
                  <a:pt x="5047778" y="1659415"/>
                </a:cubicBezTo>
                <a:cubicBezTo>
                  <a:pt x="5047778" y="1685133"/>
                  <a:pt x="4983008" y="1773715"/>
                  <a:pt x="4899187" y="1863250"/>
                </a:cubicBezTo>
                <a:cubicBezTo>
                  <a:pt x="4817273" y="1949928"/>
                  <a:pt x="4734405" y="2046130"/>
                  <a:pt x="4714403" y="2076610"/>
                </a:cubicBezTo>
                <a:cubicBezTo>
                  <a:pt x="4694400" y="2107090"/>
                  <a:pt x="4672493" y="2126140"/>
                  <a:pt x="4664873" y="2119473"/>
                </a:cubicBezTo>
                <a:cubicBezTo>
                  <a:pt x="4657253" y="2112805"/>
                  <a:pt x="4731548" y="2018508"/>
                  <a:pt x="4828703" y="1910875"/>
                </a:cubicBezTo>
                <a:cubicBezTo>
                  <a:pt x="4925858" y="1803243"/>
                  <a:pt x="5011583" y="1691800"/>
                  <a:pt x="5018250" y="1664178"/>
                </a:cubicBezTo>
                <a:cubicBezTo>
                  <a:pt x="5044920" y="1558450"/>
                  <a:pt x="4978245" y="1458438"/>
                  <a:pt x="4794413" y="1325088"/>
                </a:cubicBezTo>
                <a:cubicBezTo>
                  <a:pt x="4604865" y="1188880"/>
                  <a:pt x="4572480" y="1176498"/>
                  <a:pt x="4557240" y="1235553"/>
                </a:cubicBezTo>
                <a:cubicBezTo>
                  <a:pt x="4550573" y="1259365"/>
                  <a:pt x="4545810" y="1250793"/>
                  <a:pt x="4544858" y="1213645"/>
                </a:cubicBezTo>
                <a:cubicBezTo>
                  <a:pt x="4542953" y="1166973"/>
                  <a:pt x="4522950" y="1144113"/>
                  <a:pt x="4455323" y="1108870"/>
                </a:cubicBezTo>
                <a:cubicBezTo>
                  <a:pt x="4407698" y="1084105"/>
                  <a:pt x="4348643" y="1064103"/>
                  <a:pt x="4323878" y="1064103"/>
                </a:cubicBezTo>
                <a:cubicBezTo>
                  <a:pt x="4285778" y="1064103"/>
                  <a:pt x="4281968" y="1071723"/>
                  <a:pt x="4300065" y="1119348"/>
                </a:cubicBezTo>
                <a:cubicBezTo>
                  <a:pt x="4311495" y="1149828"/>
                  <a:pt x="4313400" y="1174593"/>
                  <a:pt x="4303875" y="1174593"/>
                </a:cubicBezTo>
                <a:cubicBezTo>
                  <a:pt x="4294350" y="1174593"/>
                  <a:pt x="4274348" y="1140303"/>
                  <a:pt x="4259108" y="1097440"/>
                </a:cubicBezTo>
                <a:cubicBezTo>
                  <a:pt x="4202910" y="942183"/>
                  <a:pt x="4043842" y="872650"/>
                  <a:pt x="3713325" y="861220"/>
                </a:cubicBezTo>
                <a:cubicBezTo>
                  <a:pt x="3550448" y="855505"/>
                  <a:pt x="3536160" y="858363"/>
                  <a:pt x="3553305" y="891700"/>
                </a:cubicBezTo>
                <a:cubicBezTo>
                  <a:pt x="3563782" y="911703"/>
                  <a:pt x="3572355" y="942183"/>
                  <a:pt x="3572355" y="957423"/>
                </a:cubicBezTo>
                <a:cubicBezTo>
                  <a:pt x="3572355" y="972663"/>
                  <a:pt x="3556163" y="951708"/>
                  <a:pt x="3539017" y="909798"/>
                </a:cubicBezTo>
                <a:cubicBezTo>
                  <a:pt x="3497107" y="809785"/>
                  <a:pt x="3350423" y="705963"/>
                  <a:pt x="3248505" y="703105"/>
                </a:cubicBezTo>
                <a:cubicBezTo>
                  <a:pt x="3180878" y="701200"/>
                  <a:pt x="3160875" y="713583"/>
                  <a:pt x="3102773" y="791688"/>
                </a:cubicBezTo>
                <a:cubicBezTo>
                  <a:pt x="3065625" y="841218"/>
                  <a:pt x="3008475" y="930753"/>
                  <a:pt x="2975138" y="989808"/>
                </a:cubicBezTo>
                <a:cubicBezTo>
                  <a:pt x="2941800" y="1048863"/>
                  <a:pt x="2877982" y="1154590"/>
                  <a:pt x="2833215" y="1225075"/>
                </a:cubicBezTo>
                <a:cubicBezTo>
                  <a:pt x="2756063" y="1346043"/>
                  <a:pt x="2753205" y="1357473"/>
                  <a:pt x="2780828" y="1423195"/>
                </a:cubicBezTo>
                <a:cubicBezTo>
                  <a:pt x="2797020" y="1461295"/>
                  <a:pt x="2813213" y="1532733"/>
                  <a:pt x="2817023" y="1581310"/>
                </a:cubicBezTo>
                <a:lnTo>
                  <a:pt x="2823690" y="1668940"/>
                </a:lnTo>
                <a:lnTo>
                  <a:pt x="2807498" y="1580358"/>
                </a:lnTo>
                <a:cubicBezTo>
                  <a:pt x="2798925" y="1531780"/>
                  <a:pt x="2775113" y="1467963"/>
                  <a:pt x="2755110" y="1439388"/>
                </a:cubicBezTo>
                <a:cubicBezTo>
                  <a:pt x="2722725" y="1392715"/>
                  <a:pt x="2721773" y="1378428"/>
                  <a:pt x="2749395" y="1311753"/>
                </a:cubicBezTo>
                <a:cubicBezTo>
                  <a:pt x="2766540" y="1270795"/>
                  <a:pt x="2801782" y="1206978"/>
                  <a:pt x="2828453" y="1170783"/>
                </a:cubicBezTo>
                <a:cubicBezTo>
                  <a:pt x="2864648" y="1120300"/>
                  <a:pt x="2869410" y="1098393"/>
                  <a:pt x="2850360" y="1078390"/>
                </a:cubicBezTo>
                <a:cubicBezTo>
                  <a:pt x="2831310" y="1058388"/>
                  <a:pt x="2819880" y="1060293"/>
                  <a:pt x="2803688" y="1086010"/>
                </a:cubicBezTo>
                <a:cubicBezTo>
                  <a:pt x="2785590" y="1114585"/>
                  <a:pt x="2782732" y="1113633"/>
                  <a:pt x="2782732" y="1083153"/>
                </a:cubicBezTo>
                <a:cubicBezTo>
                  <a:pt x="2782732" y="1041243"/>
                  <a:pt x="2840835" y="1011715"/>
                  <a:pt x="2859885" y="1043148"/>
                </a:cubicBezTo>
                <a:cubicBezTo>
                  <a:pt x="2885603" y="1085058"/>
                  <a:pt x="2914178" y="1062198"/>
                  <a:pt x="2966565" y="959328"/>
                </a:cubicBezTo>
                <a:cubicBezTo>
                  <a:pt x="3026573" y="841218"/>
                  <a:pt x="3016095" y="805975"/>
                  <a:pt x="2900842" y="745968"/>
                </a:cubicBezTo>
                <a:cubicBezTo>
                  <a:pt x="2861790" y="725013"/>
                  <a:pt x="2851313" y="712630"/>
                  <a:pt x="2874173" y="712630"/>
                </a:cubicBezTo>
                <a:cubicBezTo>
                  <a:pt x="2894175" y="712630"/>
                  <a:pt x="2939895" y="736443"/>
                  <a:pt x="2975138" y="766923"/>
                </a:cubicBezTo>
                <a:lnTo>
                  <a:pt x="3038955" y="821215"/>
                </a:lnTo>
                <a:lnTo>
                  <a:pt x="3084675" y="759303"/>
                </a:lnTo>
                <a:cubicBezTo>
                  <a:pt x="3109440" y="725013"/>
                  <a:pt x="3168495" y="680245"/>
                  <a:pt x="3214215" y="658338"/>
                </a:cubicBezTo>
                <a:cubicBezTo>
                  <a:pt x="3290415" y="623095"/>
                  <a:pt x="3374235" y="546895"/>
                  <a:pt x="3375188" y="511653"/>
                </a:cubicBezTo>
                <a:cubicBezTo>
                  <a:pt x="3375188" y="504033"/>
                  <a:pt x="3352328" y="503080"/>
                  <a:pt x="3322800" y="507843"/>
                </a:cubicBezTo>
                <a:cubicBezTo>
                  <a:pt x="3293273" y="512605"/>
                  <a:pt x="3242790" y="504033"/>
                  <a:pt x="3210405" y="485935"/>
                </a:cubicBezTo>
                <a:cubicBezTo>
                  <a:pt x="3152303" y="455455"/>
                  <a:pt x="3154207" y="454503"/>
                  <a:pt x="3268507" y="463075"/>
                </a:cubicBezTo>
                <a:cubicBezTo>
                  <a:pt x="3333278" y="467838"/>
                  <a:pt x="3397095" y="464028"/>
                  <a:pt x="3408525" y="454503"/>
                </a:cubicBezTo>
                <a:cubicBezTo>
                  <a:pt x="3442815" y="427833"/>
                  <a:pt x="3557115" y="269718"/>
                  <a:pt x="3548542" y="262098"/>
                </a:cubicBezTo>
                <a:cubicBezTo>
                  <a:pt x="3528540" y="243048"/>
                  <a:pt x="3294225" y="183993"/>
                  <a:pt x="3238028" y="183993"/>
                </a:cubicBezTo>
                <a:cubicBezTo>
                  <a:pt x="3148492" y="183993"/>
                  <a:pt x="3171353" y="233523"/>
                  <a:pt x="3273270" y="259240"/>
                </a:cubicBezTo>
                <a:cubicBezTo>
                  <a:pt x="3318038" y="270670"/>
                  <a:pt x="3354232" y="287815"/>
                  <a:pt x="3354232" y="297340"/>
                </a:cubicBezTo>
                <a:cubicBezTo>
                  <a:pt x="3354232" y="324963"/>
                  <a:pt x="3340898" y="321153"/>
                  <a:pt x="3170400" y="244953"/>
                </a:cubicBezTo>
                <a:cubicBezTo>
                  <a:pt x="3068482" y="200185"/>
                  <a:pt x="2965613" y="171610"/>
                  <a:pt x="2880840" y="165895"/>
                </a:cubicBezTo>
                <a:lnTo>
                  <a:pt x="2748442" y="157323"/>
                </a:lnTo>
                <a:lnTo>
                  <a:pt x="2712248" y="252573"/>
                </a:lnTo>
                <a:cubicBezTo>
                  <a:pt x="2692245" y="304960"/>
                  <a:pt x="2637953" y="437358"/>
                  <a:pt x="2592232" y="545943"/>
                </a:cubicBezTo>
                <a:cubicBezTo>
                  <a:pt x="2514128" y="731680"/>
                  <a:pt x="2508413" y="759303"/>
                  <a:pt x="2502698" y="1001238"/>
                </a:cubicBezTo>
                <a:cubicBezTo>
                  <a:pt x="2497935" y="1226028"/>
                  <a:pt x="2486505" y="1288893"/>
                  <a:pt x="2418878" y="1498443"/>
                </a:cubicBezTo>
                <a:cubicBezTo>
                  <a:pt x="2376015" y="1630840"/>
                  <a:pt x="2341725" y="1780383"/>
                  <a:pt x="2341725" y="1831818"/>
                </a:cubicBezTo>
                <a:lnTo>
                  <a:pt x="2341725" y="1925163"/>
                </a:lnTo>
                <a:lnTo>
                  <a:pt x="2407448" y="1869918"/>
                </a:lnTo>
                <a:cubicBezTo>
                  <a:pt x="2445548" y="1838485"/>
                  <a:pt x="2527463" y="1803243"/>
                  <a:pt x="2599853" y="1788003"/>
                </a:cubicBezTo>
                <a:cubicBezTo>
                  <a:pt x="2669385" y="1773715"/>
                  <a:pt x="2786542" y="1747045"/>
                  <a:pt x="2858932" y="1729900"/>
                </a:cubicBezTo>
                <a:cubicBezTo>
                  <a:pt x="2931323" y="1712755"/>
                  <a:pt x="3055148" y="1688943"/>
                  <a:pt x="3133253" y="1678465"/>
                </a:cubicBezTo>
                <a:cubicBezTo>
                  <a:pt x="3327563" y="1652748"/>
                  <a:pt x="3360900" y="1601313"/>
                  <a:pt x="3284700" y="1445103"/>
                </a:cubicBezTo>
                <a:cubicBezTo>
                  <a:pt x="3272317" y="1419385"/>
                  <a:pt x="3225645" y="1377475"/>
                  <a:pt x="3181830" y="1351758"/>
                </a:cubicBezTo>
                <a:cubicBezTo>
                  <a:pt x="3138015" y="1326040"/>
                  <a:pt x="3112298" y="1305085"/>
                  <a:pt x="3125632" y="1304133"/>
                </a:cubicBezTo>
                <a:cubicBezTo>
                  <a:pt x="3138967" y="1303180"/>
                  <a:pt x="3186592" y="1327945"/>
                  <a:pt x="3231360" y="1358425"/>
                </a:cubicBezTo>
                <a:cubicBezTo>
                  <a:pt x="3298035" y="1403193"/>
                  <a:pt x="3314228" y="1407955"/>
                  <a:pt x="3324705" y="1380333"/>
                </a:cubicBezTo>
                <a:cubicBezTo>
                  <a:pt x="3338992" y="1342233"/>
                  <a:pt x="3325657" y="1178403"/>
                  <a:pt x="3301845" y="1116490"/>
                </a:cubicBezTo>
                <a:cubicBezTo>
                  <a:pt x="3285653" y="1072675"/>
                  <a:pt x="3285653" y="1072675"/>
                  <a:pt x="3320895" y="1116490"/>
                </a:cubicBezTo>
                <a:cubicBezTo>
                  <a:pt x="3350423" y="1152685"/>
                  <a:pt x="3355185" y="1204120"/>
                  <a:pt x="3348517" y="1407955"/>
                </a:cubicBezTo>
                <a:cubicBezTo>
                  <a:pt x="3340898" y="1643223"/>
                  <a:pt x="3342803" y="1655605"/>
                  <a:pt x="3384713" y="1655605"/>
                </a:cubicBezTo>
                <a:cubicBezTo>
                  <a:pt x="3408525" y="1655605"/>
                  <a:pt x="3445673" y="1670845"/>
                  <a:pt x="3465675" y="1688943"/>
                </a:cubicBezTo>
                <a:cubicBezTo>
                  <a:pt x="3495203" y="1715613"/>
                  <a:pt x="3516157" y="1717518"/>
                  <a:pt x="3563782" y="1699420"/>
                </a:cubicBezTo>
                <a:cubicBezTo>
                  <a:pt x="3597120" y="1687038"/>
                  <a:pt x="3629505" y="1681323"/>
                  <a:pt x="3636173" y="1687038"/>
                </a:cubicBezTo>
                <a:cubicBezTo>
                  <a:pt x="3642840" y="1692753"/>
                  <a:pt x="3619028" y="1708945"/>
                  <a:pt x="3583785" y="1722280"/>
                </a:cubicBezTo>
                <a:cubicBezTo>
                  <a:pt x="3548542" y="1735615"/>
                  <a:pt x="3488535" y="1770858"/>
                  <a:pt x="3448530" y="1801338"/>
                </a:cubicBezTo>
                <a:cubicBezTo>
                  <a:pt x="3387570" y="1848010"/>
                  <a:pt x="3377092" y="1869918"/>
                  <a:pt x="3377092" y="1948023"/>
                </a:cubicBezTo>
                <a:cubicBezTo>
                  <a:pt x="3377092" y="1999458"/>
                  <a:pt x="3395190" y="2070895"/>
                  <a:pt x="3419003" y="2108043"/>
                </a:cubicBezTo>
                <a:cubicBezTo>
                  <a:pt x="3457103" y="2169955"/>
                  <a:pt x="3467580" y="2174718"/>
                  <a:pt x="3545685" y="2163288"/>
                </a:cubicBezTo>
                <a:cubicBezTo>
                  <a:pt x="3592357" y="2155668"/>
                  <a:pt x="3671415" y="2128998"/>
                  <a:pt x="3719992" y="2102328"/>
                </a:cubicBezTo>
                <a:cubicBezTo>
                  <a:pt x="3873345" y="2020413"/>
                  <a:pt x="4080990" y="1756570"/>
                  <a:pt x="4127663" y="1583215"/>
                </a:cubicBezTo>
                <a:cubicBezTo>
                  <a:pt x="4155285" y="1481298"/>
                  <a:pt x="4219103" y="1412718"/>
                  <a:pt x="4285778" y="1414623"/>
                </a:cubicBezTo>
                <a:cubicBezTo>
                  <a:pt x="4328640" y="1415575"/>
                  <a:pt x="4325783" y="1419385"/>
                  <a:pt x="4267680" y="1445103"/>
                </a:cubicBezTo>
                <a:cubicBezTo>
                  <a:pt x="4214340" y="1467963"/>
                  <a:pt x="4190528" y="1502253"/>
                  <a:pt x="4152428" y="1606075"/>
                </a:cubicBezTo>
                <a:cubicBezTo>
                  <a:pt x="4088610" y="1780383"/>
                  <a:pt x="3906682" y="2018508"/>
                  <a:pt x="3771428" y="2102328"/>
                </a:cubicBezTo>
                <a:cubicBezTo>
                  <a:pt x="3699038" y="2147096"/>
                  <a:pt x="3663795" y="2184243"/>
                  <a:pt x="3663795" y="2215675"/>
                </a:cubicBezTo>
                <a:cubicBezTo>
                  <a:pt x="3662842" y="2257585"/>
                  <a:pt x="3660938" y="2258538"/>
                  <a:pt x="3640935" y="2223296"/>
                </a:cubicBezTo>
                <a:cubicBezTo>
                  <a:pt x="3605692" y="2163288"/>
                  <a:pt x="3550448" y="2176623"/>
                  <a:pt x="3389475" y="2284255"/>
                </a:cubicBezTo>
                <a:cubicBezTo>
                  <a:pt x="3307560" y="2339500"/>
                  <a:pt x="3197070" y="2395698"/>
                  <a:pt x="3144682" y="2409985"/>
                </a:cubicBezTo>
                <a:cubicBezTo>
                  <a:pt x="3042765" y="2437608"/>
                  <a:pt x="3035145" y="2448086"/>
                  <a:pt x="3072292" y="2517618"/>
                </a:cubicBezTo>
                <a:cubicBezTo>
                  <a:pt x="3096105" y="2562386"/>
                  <a:pt x="3351375" y="2696688"/>
                  <a:pt x="3378998" y="2679543"/>
                </a:cubicBezTo>
                <a:cubicBezTo>
                  <a:pt x="3387570" y="2673828"/>
                  <a:pt x="3406620" y="2609058"/>
                  <a:pt x="3420907" y="2535715"/>
                </a:cubicBezTo>
                <a:cubicBezTo>
                  <a:pt x="3435195" y="2462373"/>
                  <a:pt x="3452340" y="2406175"/>
                  <a:pt x="3458055" y="2411890"/>
                </a:cubicBezTo>
                <a:cubicBezTo>
                  <a:pt x="3463770" y="2417605"/>
                  <a:pt x="3457103" y="2484280"/>
                  <a:pt x="3441863" y="2558575"/>
                </a:cubicBezTo>
                <a:lnTo>
                  <a:pt x="3415192" y="2694783"/>
                </a:lnTo>
                <a:lnTo>
                  <a:pt x="3484725" y="2764315"/>
                </a:lnTo>
                <a:cubicBezTo>
                  <a:pt x="3550448" y="2830038"/>
                  <a:pt x="3563782" y="2833848"/>
                  <a:pt x="3713325" y="2833848"/>
                </a:cubicBezTo>
                <a:cubicBezTo>
                  <a:pt x="3891442" y="2833848"/>
                  <a:pt x="4032413" y="2778603"/>
                  <a:pt x="4070513" y="2694783"/>
                </a:cubicBezTo>
                <a:cubicBezTo>
                  <a:pt x="4082895" y="2668113"/>
                  <a:pt x="4100040" y="2647158"/>
                  <a:pt x="4109565" y="2647158"/>
                </a:cubicBezTo>
                <a:cubicBezTo>
                  <a:pt x="4119090" y="2647158"/>
                  <a:pt x="4112423" y="2675733"/>
                  <a:pt x="4094325" y="2710023"/>
                </a:cubicBezTo>
                <a:cubicBezTo>
                  <a:pt x="4038128" y="2818608"/>
                  <a:pt x="3739995" y="2917668"/>
                  <a:pt x="3615217" y="2870043"/>
                </a:cubicBezTo>
                <a:cubicBezTo>
                  <a:pt x="3577117" y="2854803"/>
                  <a:pt x="3550448" y="2854803"/>
                  <a:pt x="3541875" y="2868138"/>
                </a:cubicBezTo>
                <a:cubicBezTo>
                  <a:pt x="3508538" y="2922430"/>
                  <a:pt x="3353280" y="2976723"/>
                  <a:pt x="3240885" y="2973865"/>
                </a:cubicBezTo>
                <a:lnTo>
                  <a:pt x="3124680" y="2971008"/>
                </a:lnTo>
                <a:lnTo>
                  <a:pt x="3257078" y="2955768"/>
                </a:lnTo>
                <a:cubicBezTo>
                  <a:pt x="3329467" y="2947196"/>
                  <a:pt x="3408525" y="2929098"/>
                  <a:pt x="3433290" y="2915763"/>
                </a:cubicBezTo>
                <a:cubicBezTo>
                  <a:pt x="3541875" y="2853850"/>
                  <a:pt x="3541875" y="2852898"/>
                  <a:pt x="3463770" y="2782413"/>
                </a:cubicBezTo>
                <a:cubicBezTo>
                  <a:pt x="3422813" y="2745265"/>
                  <a:pt x="3378998" y="2713833"/>
                  <a:pt x="3367567" y="2713833"/>
                </a:cubicBezTo>
                <a:cubicBezTo>
                  <a:pt x="3322800" y="2711928"/>
                  <a:pt x="3117060" y="2605248"/>
                  <a:pt x="3072292" y="2561433"/>
                </a:cubicBezTo>
                <a:cubicBezTo>
                  <a:pt x="3046575" y="2535715"/>
                  <a:pt x="3026573" y="2490948"/>
                  <a:pt x="3026573" y="2460468"/>
                </a:cubicBezTo>
                <a:cubicBezTo>
                  <a:pt x="3026573" y="2383315"/>
                  <a:pt x="2989425" y="2391888"/>
                  <a:pt x="2971328" y="2471898"/>
                </a:cubicBezTo>
                <a:cubicBezTo>
                  <a:pt x="2949420" y="2570005"/>
                  <a:pt x="2750348" y="2819561"/>
                  <a:pt x="2691292" y="2822418"/>
                </a:cubicBezTo>
                <a:cubicBezTo>
                  <a:pt x="2682720" y="2822418"/>
                  <a:pt x="2717963" y="2780508"/>
                  <a:pt x="2769398" y="2729073"/>
                </a:cubicBezTo>
                <a:cubicBezTo>
                  <a:pt x="2870363" y="2628108"/>
                  <a:pt x="2959898" y="2466183"/>
                  <a:pt x="2959898" y="2386173"/>
                </a:cubicBezTo>
                <a:cubicBezTo>
                  <a:pt x="2959898" y="2318546"/>
                  <a:pt x="2900842" y="2184243"/>
                  <a:pt x="2844645" y="2124235"/>
                </a:cubicBezTo>
                <a:cubicBezTo>
                  <a:pt x="2818928" y="2096613"/>
                  <a:pt x="2807498" y="2074705"/>
                  <a:pt x="2819880" y="2074705"/>
                </a:cubicBezTo>
                <a:cubicBezTo>
                  <a:pt x="2858932" y="2074705"/>
                  <a:pt x="2916082" y="2153763"/>
                  <a:pt x="2957992" y="2265205"/>
                </a:cubicBezTo>
                <a:cubicBezTo>
                  <a:pt x="2995140" y="2363313"/>
                  <a:pt x="3004665" y="2372838"/>
                  <a:pt x="3078007" y="2378553"/>
                </a:cubicBezTo>
                <a:cubicBezTo>
                  <a:pt x="3134205" y="2383315"/>
                  <a:pt x="3196117" y="2365218"/>
                  <a:pt x="3291367" y="2313783"/>
                </a:cubicBezTo>
                <a:cubicBezTo>
                  <a:pt x="3365663" y="2274730"/>
                  <a:pt x="3430432" y="2229963"/>
                  <a:pt x="3436148" y="2214723"/>
                </a:cubicBezTo>
                <a:cubicBezTo>
                  <a:pt x="3441863" y="2199483"/>
                  <a:pt x="3426623" y="2159478"/>
                  <a:pt x="3401857" y="2125188"/>
                </a:cubicBezTo>
                <a:cubicBezTo>
                  <a:pt x="3377092" y="2090898"/>
                  <a:pt x="3350423" y="2027080"/>
                  <a:pt x="3342803" y="1983265"/>
                </a:cubicBezTo>
                <a:cubicBezTo>
                  <a:pt x="3330420" y="1912780"/>
                  <a:pt x="3338040" y="1892778"/>
                  <a:pt x="3407573" y="1815625"/>
                </a:cubicBezTo>
                <a:cubicBezTo>
                  <a:pt x="3468532" y="1747998"/>
                  <a:pt x="3479963" y="1723233"/>
                  <a:pt x="3459007" y="1705135"/>
                </a:cubicBezTo>
                <a:cubicBezTo>
                  <a:pt x="3389475" y="1647985"/>
                  <a:pt x="2592232" y="1783240"/>
                  <a:pt x="2437928" y="1878490"/>
                </a:cubicBezTo>
                <a:cubicBezTo>
                  <a:pt x="2370300" y="1920400"/>
                  <a:pt x="2297910" y="2036605"/>
                  <a:pt x="2297910" y="2104233"/>
                </a:cubicBezTo>
                <a:cubicBezTo>
                  <a:pt x="2297910" y="2237583"/>
                  <a:pt x="2463645" y="2382363"/>
                  <a:pt x="2614140" y="2382363"/>
                </a:cubicBezTo>
                <a:cubicBezTo>
                  <a:pt x="2658907" y="2382363"/>
                  <a:pt x="2694150" y="2393793"/>
                  <a:pt x="2694150" y="2407128"/>
                </a:cubicBezTo>
                <a:cubicBezTo>
                  <a:pt x="2694150" y="2424273"/>
                  <a:pt x="2664623" y="2427130"/>
                  <a:pt x="2600805" y="2415700"/>
                </a:cubicBezTo>
                <a:cubicBezTo>
                  <a:pt x="2549370" y="2407128"/>
                  <a:pt x="2477932" y="2398555"/>
                  <a:pt x="2441738" y="2396650"/>
                </a:cubicBezTo>
                <a:cubicBezTo>
                  <a:pt x="2380778" y="2393793"/>
                  <a:pt x="2376015" y="2399508"/>
                  <a:pt x="2376015" y="2466183"/>
                </a:cubicBezTo>
                <a:cubicBezTo>
                  <a:pt x="2376015" y="2557623"/>
                  <a:pt x="2325532" y="2596675"/>
                  <a:pt x="2184563" y="2615725"/>
                </a:cubicBezTo>
                <a:cubicBezTo>
                  <a:pt x="2103600" y="2626203"/>
                  <a:pt x="2064547" y="2645253"/>
                  <a:pt x="2023590" y="2694783"/>
                </a:cubicBezTo>
                <a:cubicBezTo>
                  <a:pt x="1962630" y="2767173"/>
                  <a:pt x="1955963" y="2800511"/>
                  <a:pt x="1996920" y="2840515"/>
                </a:cubicBezTo>
                <a:cubicBezTo>
                  <a:pt x="2012160" y="2855755"/>
                  <a:pt x="2049307" y="2919573"/>
                  <a:pt x="2079788" y="2982438"/>
                </a:cubicBezTo>
                <a:cubicBezTo>
                  <a:pt x="2127413" y="3081498"/>
                  <a:pt x="2145510" y="3098643"/>
                  <a:pt x="2212185" y="3111025"/>
                </a:cubicBezTo>
                <a:cubicBezTo>
                  <a:pt x="2278860" y="3122455"/>
                  <a:pt x="2281718" y="3125313"/>
                  <a:pt x="2228378" y="3127218"/>
                </a:cubicBezTo>
                <a:cubicBezTo>
                  <a:pt x="2186468" y="3129123"/>
                  <a:pt x="2167418" y="3142458"/>
                  <a:pt x="2167418" y="3168175"/>
                </a:cubicBezTo>
                <a:cubicBezTo>
                  <a:pt x="2167418" y="3189130"/>
                  <a:pt x="2156940" y="3221515"/>
                  <a:pt x="2143605" y="3239613"/>
                </a:cubicBezTo>
                <a:cubicBezTo>
                  <a:pt x="2126460" y="3264378"/>
                  <a:pt x="2123603" y="3254853"/>
                  <a:pt x="2134080" y="3203418"/>
                </a:cubicBezTo>
                <a:cubicBezTo>
                  <a:pt x="2142653" y="3161508"/>
                  <a:pt x="2137890" y="3128171"/>
                  <a:pt x="2123603" y="3118646"/>
                </a:cubicBezTo>
                <a:cubicBezTo>
                  <a:pt x="2110268" y="3110073"/>
                  <a:pt x="2074072" y="3048161"/>
                  <a:pt x="2044545" y="2979580"/>
                </a:cubicBezTo>
                <a:cubicBezTo>
                  <a:pt x="1962630" y="2793843"/>
                  <a:pt x="1914052" y="2779555"/>
                  <a:pt x="1760700" y="2892903"/>
                </a:cubicBezTo>
                <a:cubicBezTo>
                  <a:pt x="1617825" y="2998630"/>
                  <a:pt x="1582582" y="3082450"/>
                  <a:pt x="1597822" y="3274855"/>
                </a:cubicBezTo>
                <a:cubicBezTo>
                  <a:pt x="1604490" y="3367248"/>
                  <a:pt x="1602585" y="3412968"/>
                  <a:pt x="1591155" y="3386298"/>
                </a:cubicBezTo>
                <a:cubicBezTo>
                  <a:pt x="1560675" y="3313908"/>
                  <a:pt x="1567343" y="3091975"/>
                  <a:pt x="1601632" y="3026253"/>
                </a:cubicBezTo>
                <a:cubicBezTo>
                  <a:pt x="1642590" y="2947196"/>
                  <a:pt x="1817850" y="2803368"/>
                  <a:pt x="1874047" y="2803368"/>
                </a:cubicBezTo>
                <a:cubicBezTo>
                  <a:pt x="1913100" y="2803368"/>
                  <a:pt x="2024543" y="2663350"/>
                  <a:pt x="2015018" y="2625250"/>
                </a:cubicBezTo>
                <a:cubicBezTo>
                  <a:pt x="2013113" y="2617630"/>
                  <a:pt x="2072168" y="2605248"/>
                  <a:pt x="2146463" y="2597628"/>
                </a:cubicBezTo>
                <a:cubicBezTo>
                  <a:pt x="2305530" y="2581436"/>
                  <a:pt x="2339820" y="2557623"/>
                  <a:pt x="2340773" y="2465230"/>
                </a:cubicBezTo>
                <a:cubicBezTo>
                  <a:pt x="2340773" y="2427130"/>
                  <a:pt x="2349345" y="2382363"/>
                  <a:pt x="2359823" y="2366171"/>
                </a:cubicBezTo>
                <a:cubicBezTo>
                  <a:pt x="2372205" y="2346168"/>
                  <a:pt x="2360775" y="2309973"/>
                  <a:pt x="2326485" y="2258538"/>
                </a:cubicBezTo>
                <a:cubicBezTo>
                  <a:pt x="2297910" y="2215675"/>
                  <a:pt x="2274098" y="2152810"/>
                  <a:pt x="2274098" y="2118521"/>
                </a:cubicBezTo>
                <a:cubicBezTo>
                  <a:pt x="2274098" y="2009935"/>
                  <a:pt x="2188373" y="2034700"/>
                  <a:pt x="2060738" y="2182338"/>
                </a:cubicBezTo>
                <a:cubicBezTo>
                  <a:pt x="1935960" y="2326165"/>
                  <a:pt x="1899765" y="2386173"/>
                  <a:pt x="1899765" y="2449038"/>
                </a:cubicBezTo>
                <a:cubicBezTo>
                  <a:pt x="1899765" y="2473803"/>
                  <a:pt x="1888335" y="2500473"/>
                  <a:pt x="1875000" y="2509046"/>
                </a:cubicBezTo>
                <a:cubicBezTo>
                  <a:pt x="1850235" y="2524286"/>
                  <a:pt x="1857855" y="2465230"/>
                  <a:pt x="1892145" y="2374743"/>
                </a:cubicBezTo>
                <a:cubicBezTo>
                  <a:pt x="1906432" y="2338548"/>
                  <a:pt x="1508288" y="2647158"/>
                  <a:pt x="1433040" y="2730025"/>
                </a:cubicBezTo>
                <a:cubicBezTo>
                  <a:pt x="1393988" y="2773840"/>
                  <a:pt x="1335885" y="2899571"/>
                  <a:pt x="1303500" y="3009108"/>
                </a:cubicBezTo>
                <a:cubicBezTo>
                  <a:pt x="1288260" y="3060543"/>
                  <a:pt x="1294927" y="3081498"/>
                  <a:pt x="1340647" y="3127218"/>
                </a:cubicBezTo>
                <a:cubicBezTo>
                  <a:pt x="1371127" y="3157698"/>
                  <a:pt x="1392082" y="3186273"/>
                  <a:pt x="1387320" y="3191036"/>
                </a:cubicBezTo>
                <a:cubicBezTo>
                  <a:pt x="1382557" y="3195798"/>
                  <a:pt x="1360650" y="3179605"/>
                  <a:pt x="1338743" y="3155793"/>
                </a:cubicBezTo>
                <a:cubicBezTo>
                  <a:pt x="1316835" y="3131980"/>
                  <a:pt x="1290165" y="3111978"/>
                  <a:pt x="1280640" y="3111978"/>
                </a:cubicBezTo>
                <a:cubicBezTo>
                  <a:pt x="1254922" y="3111978"/>
                  <a:pt x="1257780" y="3281523"/>
                  <a:pt x="1284450" y="3380583"/>
                </a:cubicBezTo>
                <a:cubicBezTo>
                  <a:pt x="1312072" y="3479643"/>
                  <a:pt x="1468282" y="3624423"/>
                  <a:pt x="1598775" y="3670143"/>
                </a:cubicBezTo>
                <a:cubicBezTo>
                  <a:pt x="1713075" y="3710148"/>
                  <a:pt x="1743555" y="3711100"/>
                  <a:pt x="1831185" y="3680621"/>
                </a:cubicBezTo>
                <a:lnTo>
                  <a:pt x="1831185" y="3680621"/>
                </a:lnTo>
                <a:close/>
                <a:moveTo>
                  <a:pt x="2141700" y="3481548"/>
                </a:moveTo>
                <a:cubicBezTo>
                  <a:pt x="2099790" y="3444400"/>
                  <a:pt x="2016922" y="3384393"/>
                  <a:pt x="1959772" y="3348198"/>
                </a:cubicBezTo>
                <a:cubicBezTo>
                  <a:pt x="1861665" y="3286286"/>
                  <a:pt x="1790227" y="3193893"/>
                  <a:pt x="1790227" y="3128171"/>
                </a:cubicBezTo>
                <a:cubicBezTo>
                  <a:pt x="1790227" y="3111978"/>
                  <a:pt x="1807372" y="3133886"/>
                  <a:pt x="1828327" y="3176748"/>
                </a:cubicBezTo>
                <a:cubicBezTo>
                  <a:pt x="1851188" y="3221515"/>
                  <a:pt x="1916910" y="3287238"/>
                  <a:pt x="1987395" y="3333911"/>
                </a:cubicBezTo>
                <a:cubicBezTo>
                  <a:pt x="2090265" y="3402490"/>
                  <a:pt x="2257905" y="3552986"/>
                  <a:pt x="2228378" y="3550128"/>
                </a:cubicBezTo>
                <a:cubicBezTo>
                  <a:pt x="2222663" y="3550128"/>
                  <a:pt x="2183610" y="3518696"/>
                  <a:pt x="2141700" y="3481548"/>
                </a:cubicBezTo>
                <a:lnTo>
                  <a:pt x="2141700" y="3481548"/>
                </a:lnTo>
                <a:close/>
                <a:moveTo>
                  <a:pt x="5105880" y="2824323"/>
                </a:moveTo>
                <a:cubicBezTo>
                  <a:pt x="5178270" y="2795748"/>
                  <a:pt x="5226848" y="2708118"/>
                  <a:pt x="5212560" y="2633823"/>
                </a:cubicBezTo>
                <a:cubicBezTo>
                  <a:pt x="5201130" y="2574768"/>
                  <a:pt x="5201130" y="2573815"/>
                  <a:pt x="5225895" y="2620488"/>
                </a:cubicBezTo>
                <a:cubicBezTo>
                  <a:pt x="5258280" y="2682400"/>
                  <a:pt x="5309715" y="2683353"/>
                  <a:pt x="5372580" y="2625250"/>
                </a:cubicBezTo>
                <a:cubicBezTo>
                  <a:pt x="5414490" y="2586198"/>
                  <a:pt x="5421158" y="2556671"/>
                  <a:pt x="5421158" y="2405223"/>
                </a:cubicBezTo>
                <a:cubicBezTo>
                  <a:pt x="5421158" y="2256633"/>
                  <a:pt x="5414490" y="2223296"/>
                  <a:pt x="5375437" y="2184243"/>
                </a:cubicBezTo>
                <a:cubicBezTo>
                  <a:pt x="5330670" y="2139475"/>
                  <a:pt x="5294475" y="2137571"/>
                  <a:pt x="5190653" y="2174718"/>
                </a:cubicBezTo>
                <a:cubicBezTo>
                  <a:pt x="5146837" y="2189958"/>
                  <a:pt x="5146837" y="2189958"/>
                  <a:pt x="5189700" y="2155668"/>
                </a:cubicBezTo>
                <a:cubicBezTo>
                  <a:pt x="5248755" y="2108043"/>
                  <a:pt x="5346862" y="2111853"/>
                  <a:pt x="5400203" y="2165193"/>
                </a:cubicBezTo>
                <a:cubicBezTo>
                  <a:pt x="5437350" y="2202340"/>
                  <a:pt x="5444018" y="2238535"/>
                  <a:pt x="5444018" y="2387125"/>
                </a:cubicBezTo>
                <a:cubicBezTo>
                  <a:pt x="5444018" y="2590008"/>
                  <a:pt x="5426873" y="2634775"/>
                  <a:pt x="5327812" y="2686211"/>
                </a:cubicBezTo>
                <a:cubicBezTo>
                  <a:pt x="5288760" y="2706213"/>
                  <a:pt x="5230658" y="2750980"/>
                  <a:pt x="5198273" y="2785271"/>
                </a:cubicBezTo>
                <a:cubicBezTo>
                  <a:pt x="5165887" y="2819561"/>
                  <a:pt x="5121120" y="2847183"/>
                  <a:pt x="5099212" y="2846230"/>
                </a:cubicBezTo>
                <a:cubicBezTo>
                  <a:pt x="5063970" y="2844325"/>
                  <a:pt x="5064923" y="2841468"/>
                  <a:pt x="5105880" y="2824323"/>
                </a:cubicBezTo>
                <a:lnTo>
                  <a:pt x="5105880" y="2824323"/>
                </a:lnTo>
                <a:close/>
                <a:moveTo>
                  <a:pt x="4762028" y="2717643"/>
                </a:moveTo>
                <a:cubicBezTo>
                  <a:pt x="4747740" y="2683353"/>
                  <a:pt x="4710593" y="2643348"/>
                  <a:pt x="4679160" y="2629061"/>
                </a:cubicBezTo>
                <a:cubicBezTo>
                  <a:pt x="4647728" y="2614773"/>
                  <a:pt x="4628678" y="2597628"/>
                  <a:pt x="4636298" y="2590008"/>
                </a:cubicBezTo>
                <a:cubicBezTo>
                  <a:pt x="4643918" y="2582388"/>
                  <a:pt x="4673445" y="2591913"/>
                  <a:pt x="4702020" y="2610963"/>
                </a:cubicBezTo>
                <a:cubicBezTo>
                  <a:pt x="4749645" y="2642396"/>
                  <a:pt x="4759170" y="2642396"/>
                  <a:pt x="4811558" y="2608105"/>
                </a:cubicBezTo>
                <a:cubicBezTo>
                  <a:pt x="4871565" y="2569053"/>
                  <a:pt x="4944908" y="2483328"/>
                  <a:pt x="4965862" y="2429035"/>
                </a:cubicBezTo>
                <a:cubicBezTo>
                  <a:pt x="4974435" y="2406175"/>
                  <a:pt x="4979198" y="2409985"/>
                  <a:pt x="4980150" y="2442371"/>
                </a:cubicBezTo>
                <a:cubicBezTo>
                  <a:pt x="4981103" y="2470946"/>
                  <a:pt x="4943003" y="2524286"/>
                  <a:pt x="4882995" y="2580483"/>
                </a:cubicBezTo>
                <a:cubicBezTo>
                  <a:pt x="4801080" y="2655730"/>
                  <a:pt x="4785840" y="2681448"/>
                  <a:pt x="4797270" y="2726215"/>
                </a:cubicBezTo>
                <a:cubicBezTo>
                  <a:pt x="4814415" y="2800511"/>
                  <a:pt x="4794413" y="2794796"/>
                  <a:pt x="4762028" y="2717643"/>
                </a:cubicBezTo>
                <a:lnTo>
                  <a:pt x="4762028" y="2717643"/>
                </a:lnTo>
                <a:close/>
                <a:moveTo>
                  <a:pt x="3641888" y="2663350"/>
                </a:moveTo>
                <a:cubicBezTo>
                  <a:pt x="3639030" y="2595723"/>
                  <a:pt x="3647603" y="2576673"/>
                  <a:pt x="3682845" y="2567148"/>
                </a:cubicBezTo>
                <a:cubicBezTo>
                  <a:pt x="3717135" y="2558575"/>
                  <a:pt x="3723803" y="2542383"/>
                  <a:pt x="3715230" y="2497615"/>
                </a:cubicBezTo>
                <a:cubicBezTo>
                  <a:pt x="3704753" y="2441418"/>
                  <a:pt x="3704753" y="2440465"/>
                  <a:pt x="3729517" y="2489043"/>
                </a:cubicBezTo>
                <a:cubicBezTo>
                  <a:pt x="3752378" y="2532858"/>
                  <a:pt x="3771428" y="2538573"/>
                  <a:pt x="3900967" y="2537621"/>
                </a:cubicBezTo>
                <a:cubicBezTo>
                  <a:pt x="3980978" y="2536668"/>
                  <a:pt x="4085753" y="2522380"/>
                  <a:pt x="4133378" y="2505236"/>
                </a:cubicBezTo>
                <a:cubicBezTo>
                  <a:pt x="4231485" y="2469993"/>
                  <a:pt x="4262918" y="2476661"/>
                  <a:pt x="4188623" y="2516665"/>
                </a:cubicBezTo>
                <a:cubicBezTo>
                  <a:pt x="4161953" y="2530953"/>
                  <a:pt x="4040032" y="2550955"/>
                  <a:pt x="3919065" y="2561433"/>
                </a:cubicBezTo>
                <a:cubicBezTo>
                  <a:pt x="3798098" y="2571911"/>
                  <a:pt x="3690465" y="2588103"/>
                  <a:pt x="3680940" y="2597628"/>
                </a:cubicBezTo>
                <a:cubicBezTo>
                  <a:pt x="3671415" y="2607153"/>
                  <a:pt x="3659985" y="2644300"/>
                  <a:pt x="3655223" y="2680496"/>
                </a:cubicBezTo>
                <a:cubicBezTo>
                  <a:pt x="3645698" y="2739550"/>
                  <a:pt x="3644745" y="2737646"/>
                  <a:pt x="3641888" y="2663350"/>
                </a:cubicBezTo>
                <a:lnTo>
                  <a:pt x="3641888" y="2663350"/>
                </a:lnTo>
                <a:close/>
                <a:moveTo>
                  <a:pt x="4447703" y="2430940"/>
                </a:moveTo>
                <a:cubicBezTo>
                  <a:pt x="4454370" y="2360455"/>
                  <a:pt x="4448655" y="2318546"/>
                  <a:pt x="4430558" y="2308068"/>
                </a:cubicBezTo>
                <a:cubicBezTo>
                  <a:pt x="4415318" y="2298543"/>
                  <a:pt x="4301018" y="2289971"/>
                  <a:pt x="4177192" y="2289018"/>
                </a:cubicBezTo>
                <a:cubicBezTo>
                  <a:pt x="3968595" y="2286160"/>
                  <a:pt x="3898110" y="2272825"/>
                  <a:pt x="3929542" y="2241393"/>
                </a:cubicBezTo>
                <a:cubicBezTo>
                  <a:pt x="3936210" y="2234725"/>
                  <a:pt x="3984788" y="2240440"/>
                  <a:pt x="4037175" y="2254728"/>
                </a:cubicBezTo>
                <a:cubicBezTo>
                  <a:pt x="4094325" y="2269968"/>
                  <a:pt x="4185765" y="2274730"/>
                  <a:pt x="4267680" y="2265205"/>
                </a:cubicBezTo>
                <a:lnTo>
                  <a:pt x="4403888" y="2250918"/>
                </a:lnTo>
                <a:lnTo>
                  <a:pt x="4451513" y="2044225"/>
                </a:lnTo>
                <a:cubicBezTo>
                  <a:pt x="4491518" y="1868965"/>
                  <a:pt x="4515330" y="1815625"/>
                  <a:pt x="4607723" y="1690848"/>
                </a:cubicBezTo>
                <a:cubicBezTo>
                  <a:pt x="4667730" y="1609885"/>
                  <a:pt x="4716308" y="1552735"/>
                  <a:pt x="4715355" y="1563213"/>
                </a:cubicBezTo>
                <a:cubicBezTo>
                  <a:pt x="4714403" y="1573690"/>
                  <a:pt x="4700115" y="1602265"/>
                  <a:pt x="4682018" y="1625125"/>
                </a:cubicBezTo>
                <a:cubicBezTo>
                  <a:pt x="4663920" y="1647985"/>
                  <a:pt x="4648680" y="1698468"/>
                  <a:pt x="4646775" y="1735615"/>
                </a:cubicBezTo>
                <a:cubicBezTo>
                  <a:pt x="4644870" y="1772763"/>
                  <a:pt x="4640108" y="1785145"/>
                  <a:pt x="4634393" y="1764190"/>
                </a:cubicBezTo>
                <a:cubicBezTo>
                  <a:pt x="4606770" y="1658463"/>
                  <a:pt x="4532475" y="1792765"/>
                  <a:pt x="4473420" y="2055655"/>
                </a:cubicBezTo>
                <a:cubicBezTo>
                  <a:pt x="4448655" y="2168050"/>
                  <a:pt x="4433415" y="2265205"/>
                  <a:pt x="4439130" y="2271873"/>
                </a:cubicBezTo>
                <a:cubicBezTo>
                  <a:pt x="4444845" y="2278540"/>
                  <a:pt x="4450560" y="2271873"/>
                  <a:pt x="4450560" y="2256633"/>
                </a:cubicBezTo>
                <a:cubicBezTo>
                  <a:pt x="4450560" y="2236630"/>
                  <a:pt x="4510568" y="2230915"/>
                  <a:pt x="4681065" y="2235678"/>
                </a:cubicBezTo>
                <a:cubicBezTo>
                  <a:pt x="4885853" y="2241393"/>
                  <a:pt x="4918237" y="2236630"/>
                  <a:pt x="4972530" y="2196625"/>
                </a:cubicBezTo>
                <a:cubicBezTo>
                  <a:pt x="5016345" y="2164240"/>
                  <a:pt x="5037300" y="2125188"/>
                  <a:pt x="5045873" y="2059465"/>
                </a:cubicBezTo>
                <a:cubicBezTo>
                  <a:pt x="5052540" y="2008983"/>
                  <a:pt x="5076353" y="1950880"/>
                  <a:pt x="5098260" y="1929925"/>
                </a:cubicBezTo>
                <a:cubicBezTo>
                  <a:pt x="5136360" y="1893730"/>
                  <a:pt x="5136360" y="1894683"/>
                  <a:pt x="5108737" y="1947070"/>
                </a:cubicBezTo>
                <a:cubicBezTo>
                  <a:pt x="5092545" y="1977550"/>
                  <a:pt x="5074448" y="2040415"/>
                  <a:pt x="5067780" y="2088040"/>
                </a:cubicBezTo>
                <a:cubicBezTo>
                  <a:pt x="5059208" y="2148048"/>
                  <a:pt x="5036348" y="2188053"/>
                  <a:pt x="4993485" y="2220438"/>
                </a:cubicBezTo>
                <a:cubicBezTo>
                  <a:pt x="4938240" y="2261396"/>
                  <a:pt x="4906808" y="2266158"/>
                  <a:pt x="4702020" y="2260443"/>
                </a:cubicBezTo>
                <a:cubicBezTo>
                  <a:pt x="4524855" y="2255680"/>
                  <a:pt x="4472468" y="2260443"/>
                  <a:pt x="4470563" y="2282350"/>
                </a:cubicBezTo>
                <a:cubicBezTo>
                  <a:pt x="4469610" y="2298543"/>
                  <a:pt x="4470563" y="2357598"/>
                  <a:pt x="4472468" y="2413796"/>
                </a:cubicBezTo>
                <a:cubicBezTo>
                  <a:pt x="4474373" y="2469993"/>
                  <a:pt x="4466753" y="2521428"/>
                  <a:pt x="4455323" y="2529048"/>
                </a:cubicBezTo>
                <a:cubicBezTo>
                  <a:pt x="4445798" y="2531905"/>
                  <a:pt x="4441988" y="2492853"/>
                  <a:pt x="4447703" y="2430940"/>
                </a:cubicBezTo>
                <a:lnTo>
                  <a:pt x="4447703" y="2430940"/>
                </a:lnTo>
                <a:close/>
                <a:moveTo>
                  <a:pt x="5297333" y="2400460"/>
                </a:moveTo>
                <a:cubicBezTo>
                  <a:pt x="5301143" y="2329975"/>
                  <a:pt x="5316383" y="2261396"/>
                  <a:pt x="5332575" y="2246155"/>
                </a:cubicBezTo>
                <a:cubicBezTo>
                  <a:pt x="5356387" y="2224248"/>
                  <a:pt x="5358293" y="2228058"/>
                  <a:pt x="5344958" y="2263300"/>
                </a:cubicBezTo>
                <a:cubicBezTo>
                  <a:pt x="5335433" y="2287113"/>
                  <a:pt x="5320193" y="2356646"/>
                  <a:pt x="5309715" y="2417605"/>
                </a:cubicBezTo>
                <a:lnTo>
                  <a:pt x="5291618" y="2528096"/>
                </a:lnTo>
                <a:lnTo>
                  <a:pt x="5297333" y="2400460"/>
                </a:lnTo>
                <a:lnTo>
                  <a:pt x="5297333" y="2400460"/>
                </a:lnTo>
                <a:close/>
                <a:moveTo>
                  <a:pt x="3783810" y="1514635"/>
                </a:moveTo>
                <a:cubicBezTo>
                  <a:pt x="3829530" y="1444150"/>
                  <a:pt x="3814290" y="1281273"/>
                  <a:pt x="3749520" y="1154590"/>
                </a:cubicBezTo>
                <a:cubicBezTo>
                  <a:pt x="3696180" y="1049815"/>
                  <a:pt x="3692370" y="991713"/>
                  <a:pt x="3737138" y="954565"/>
                </a:cubicBezTo>
                <a:cubicBezTo>
                  <a:pt x="3774285" y="923133"/>
                  <a:pt x="3780000" y="939325"/>
                  <a:pt x="3750473" y="994570"/>
                </a:cubicBezTo>
                <a:cubicBezTo>
                  <a:pt x="3736185" y="1020288"/>
                  <a:pt x="3746663" y="1068865"/>
                  <a:pt x="3782857" y="1152685"/>
                </a:cubicBezTo>
                <a:cubicBezTo>
                  <a:pt x="3811432" y="1219360"/>
                  <a:pt x="3835245" y="1315563"/>
                  <a:pt x="3836198" y="1366045"/>
                </a:cubicBezTo>
                <a:cubicBezTo>
                  <a:pt x="3837150" y="1461295"/>
                  <a:pt x="3800003" y="1570833"/>
                  <a:pt x="3766665" y="1570833"/>
                </a:cubicBezTo>
                <a:cubicBezTo>
                  <a:pt x="3756188" y="1569880"/>
                  <a:pt x="3763807" y="1545115"/>
                  <a:pt x="3783810" y="1514635"/>
                </a:cubicBezTo>
                <a:lnTo>
                  <a:pt x="3783810" y="1514635"/>
                </a:lnTo>
                <a:close/>
                <a:moveTo>
                  <a:pt x="4717260" y="1482250"/>
                </a:moveTo>
                <a:cubicBezTo>
                  <a:pt x="4717260" y="1458438"/>
                  <a:pt x="4725833" y="1438435"/>
                  <a:pt x="4737263" y="1438435"/>
                </a:cubicBezTo>
                <a:cubicBezTo>
                  <a:pt x="4748693" y="1438435"/>
                  <a:pt x="4752503" y="1458438"/>
                  <a:pt x="4745835" y="1482250"/>
                </a:cubicBezTo>
                <a:cubicBezTo>
                  <a:pt x="4739168" y="1506063"/>
                  <a:pt x="4730595" y="1526065"/>
                  <a:pt x="4725833" y="1526065"/>
                </a:cubicBezTo>
                <a:cubicBezTo>
                  <a:pt x="4721070" y="1526065"/>
                  <a:pt x="4717260" y="1506063"/>
                  <a:pt x="4717260" y="1482250"/>
                </a:cubicBezTo>
                <a:close/>
                <a:moveTo>
                  <a:pt x="4894425" y="2983390"/>
                </a:moveTo>
                <a:cubicBezTo>
                  <a:pt x="4882995" y="2979580"/>
                  <a:pt x="4805843" y="3001488"/>
                  <a:pt x="4758218" y="3001488"/>
                </a:cubicBezTo>
                <a:cubicBezTo>
                  <a:pt x="4743930" y="3000536"/>
                  <a:pt x="4905855" y="2987200"/>
                  <a:pt x="4894425" y="2983390"/>
                </a:cubicBezTo>
                <a:close/>
                <a:moveTo>
                  <a:pt x="1091093" y="3230088"/>
                </a:moveTo>
                <a:cubicBezTo>
                  <a:pt x="1194915" y="3219611"/>
                  <a:pt x="1239682" y="3206275"/>
                  <a:pt x="1239682" y="3185321"/>
                </a:cubicBezTo>
                <a:cubicBezTo>
                  <a:pt x="1239682" y="3166271"/>
                  <a:pt x="1213965" y="3155793"/>
                  <a:pt x="1167293" y="3155793"/>
                </a:cubicBezTo>
                <a:cubicBezTo>
                  <a:pt x="1127287" y="3155793"/>
                  <a:pt x="1023465" y="3135790"/>
                  <a:pt x="936787" y="3111978"/>
                </a:cubicBezTo>
                <a:cubicBezTo>
                  <a:pt x="796770" y="3072925"/>
                  <a:pt x="758670" y="3071021"/>
                  <a:pt x="611985" y="3092928"/>
                </a:cubicBezTo>
                <a:cubicBezTo>
                  <a:pt x="447202" y="3117693"/>
                  <a:pt x="446250" y="3118646"/>
                  <a:pt x="485302" y="3161508"/>
                </a:cubicBezTo>
                <a:cubicBezTo>
                  <a:pt x="578647" y="3267236"/>
                  <a:pt x="641512" y="3273903"/>
                  <a:pt x="1091093" y="3230088"/>
                </a:cubicBezTo>
                <a:lnTo>
                  <a:pt x="1091093" y="3230088"/>
                </a:lnTo>
                <a:close/>
                <a:moveTo>
                  <a:pt x="1234920" y="3106263"/>
                </a:moveTo>
                <a:cubicBezTo>
                  <a:pt x="1274925" y="3066258"/>
                  <a:pt x="1266352" y="3022443"/>
                  <a:pt x="1218727" y="3022443"/>
                </a:cubicBezTo>
                <a:cubicBezTo>
                  <a:pt x="1100618" y="3022443"/>
                  <a:pt x="940597" y="2969103"/>
                  <a:pt x="881542" y="2910048"/>
                </a:cubicBezTo>
                <a:cubicBezTo>
                  <a:pt x="831060" y="2859565"/>
                  <a:pt x="798675" y="2847183"/>
                  <a:pt x="720570" y="2847183"/>
                </a:cubicBezTo>
                <a:cubicBezTo>
                  <a:pt x="616747" y="2847183"/>
                  <a:pt x="609127" y="2857661"/>
                  <a:pt x="648180" y="2944338"/>
                </a:cubicBezTo>
                <a:cubicBezTo>
                  <a:pt x="676755" y="3008155"/>
                  <a:pt x="685327" y="3011965"/>
                  <a:pt x="920595" y="3078640"/>
                </a:cubicBezTo>
                <a:cubicBezTo>
                  <a:pt x="1126335" y="3135790"/>
                  <a:pt x="1198725" y="3142458"/>
                  <a:pt x="1234920" y="3106263"/>
                </a:cubicBezTo>
                <a:lnTo>
                  <a:pt x="1234920" y="3106263"/>
                </a:lnTo>
                <a:close/>
                <a:moveTo>
                  <a:pt x="612937" y="2929098"/>
                </a:moveTo>
                <a:cubicBezTo>
                  <a:pt x="584362" y="2861471"/>
                  <a:pt x="574837" y="2856708"/>
                  <a:pt x="425295" y="2835753"/>
                </a:cubicBezTo>
                <a:cubicBezTo>
                  <a:pt x="262417" y="2812893"/>
                  <a:pt x="205267" y="2774793"/>
                  <a:pt x="205267" y="2689068"/>
                </a:cubicBezTo>
                <a:cubicBezTo>
                  <a:pt x="205267" y="2667161"/>
                  <a:pt x="175740" y="2603343"/>
                  <a:pt x="139545" y="2546193"/>
                </a:cubicBezTo>
                <a:cubicBezTo>
                  <a:pt x="103350" y="2489043"/>
                  <a:pt x="72870" y="2421415"/>
                  <a:pt x="73822" y="2396650"/>
                </a:cubicBezTo>
                <a:cubicBezTo>
                  <a:pt x="74775" y="2368075"/>
                  <a:pt x="86205" y="2382363"/>
                  <a:pt x="104302" y="2433798"/>
                </a:cubicBezTo>
                <a:cubicBezTo>
                  <a:pt x="120495" y="2479518"/>
                  <a:pt x="147165" y="2533811"/>
                  <a:pt x="163357" y="2554765"/>
                </a:cubicBezTo>
                <a:cubicBezTo>
                  <a:pt x="179550" y="2575721"/>
                  <a:pt x="193837" y="2595723"/>
                  <a:pt x="195742" y="2599533"/>
                </a:cubicBezTo>
                <a:cubicBezTo>
                  <a:pt x="197647" y="2603343"/>
                  <a:pt x="229080" y="2589055"/>
                  <a:pt x="265275" y="2568100"/>
                </a:cubicBezTo>
                <a:cubicBezTo>
                  <a:pt x="325282" y="2533811"/>
                  <a:pt x="332902" y="2516665"/>
                  <a:pt x="344332" y="2388078"/>
                </a:cubicBezTo>
                <a:cubicBezTo>
                  <a:pt x="351952" y="2309973"/>
                  <a:pt x="351952" y="2237583"/>
                  <a:pt x="346237" y="2227105"/>
                </a:cubicBezTo>
                <a:cubicBezTo>
                  <a:pt x="330045" y="2200435"/>
                  <a:pt x="227175" y="2203293"/>
                  <a:pt x="227175" y="2229963"/>
                </a:cubicBezTo>
                <a:cubicBezTo>
                  <a:pt x="227175" y="2242346"/>
                  <a:pt x="215745" y="2251871"/>
                  <a:pt x="202410" y="2251871"/>
                </a:cubicBezTo>
                <a:cubicBezTo>
                  <a:pt x="185265" y="2251871"/>
                  <a:pt x="186217" y="2241393"/>
                  <a:pt x="205267" y="2218533"/>
                </a:cubicBezTo>
                <a:cubicBezTo>
                  <a:pt x="220507" y="2200435"/>
                  <a:pt x="255750" y="2185196"/>
                  <a:pt x="283372" y="2185196"/>
                </a:cubicBezTo>
                <a:cubicBezTo>
                  <a:pt x="325282" y="2185196"/>
                  <a:pt x="335760" y="2169955"/>
                  <a:pt x="348142" y="2091850"/>
                </a:cubicBezTo>
                <a:cubicBezTo>
                  <a:pt x="382432" y="1877538"/>
                  <a:pt x="475777" y="1767048"/>
                  <a:pt x="624367" y="1767048"/>
                </a:cubicBezTo>
                <a:cubicBezTo>
                  <a:pt x="681517" y="1767048"/>
                  <a:pt x="689137" y="1759428"/>
                  <a:pt x="689137" y="1703230"/>
                </a:cubicBezTo>
                <a:cubicBezTo>
                  <a:pt x="689137" y="1625125"/>
                  <a:pt x="709140" y="1568928"/>
                  <a:pt x="735810" y="1568928"/>
                </a:cubicBezTo>
                <a:cubicBezTo>
                  <a:pt x="747240" y="1568928"/>
                  <a:pt x="746287" y="1587025"/>
                  <a:pt x="733905" y="1611790"/>
                </a:cubicBezTo>
                <a:cubicBezTo>
                  <a:pt x="686280" y="1700373"/>
                  <a:pt x="708187" y="1833723"/>
                  <a:pt x="801532" y="2025175"/>
                </a:cubicBezTo>
                <a:cubicBezTo>
                  <a:pt x="851062" y="2127093"/>
                  <a:pt x="887257" y="2214723"/>
                  <a:pt x="882495" y="2219485"/>
                </a:cubicBezTo>
                <a:cubicBezTo>
                  <a:pt x="869160" y="2232821"/>
                  <a:pt x="689137" y="1868013"/>
                  <a:pt x="689137" y="1826103"/>
                </a:cubicBezTo>
                <a:cubicBezTo>
                  <a:pt x="689137" y="1779430"/>
                  <a:pt x="600555" y="1776573"/>
                  <a:pt x="514830" y="1821340"/>
                </a:cubicBezTo>
                <a:cubicBezTo>
                  <a:pt x="398625" y="1881348"/>
                  <a:pt x="336712" y="2182338"/>
                  <a:pt x="413865" y="2317593"/>
                </a:cubicBezTo>
                <a:cubicBezTo>
                  <a:pt x="454822" y="2389030"/>
                  <a:pt x="454822" y="2429035"/>
                  <a:pt x="413865" y="2374743"/>
                </a:cubicBezTo>
                <a:cubicBezTo>
                  <a:pt x="384337" y="2336643"/>
                  <a:pt x="380527" y="2335690"/>
                  <a:pt x="368145" y="2369980"/>
                </a:cubicBezTo>
                <a:cubicBezTo>
                  <a:pt x="340522" y="2441418"/>
                  <a:pt x="375765" y="2586198"/>
                  <a:pt x="435772" y="2645253"/>
                </a:cubicBezTo>
                <a:lnTo>
                  <a:pt x="492922" y="2702403"/>
                </a:lnTo>
                <a:lnTo>
                  <a:pt x="971077" y="2696688"/>
                </a:lnTo>
                <a:lnTo>
                  <a:pt x="1449232" y="2690973"/>
                </a:lnTo>
                <a:lnTo>
                  <a:pt x="1534005" y="2606200"/>
                </a:lnTo>
                <a:cubicBezTo>
                  <a:pt x="1618777" y="2521428"/>
                  <a:pt x="1618777" y="2521428"/>
                  <a:pt x="1583535" y="2452848"/>
                </a:cubicBezTo>
                <a:cubicBezTo>
                  <a:pt x="1532100" y="2352835"/>
                  <a:pt x="1433040" y="2309021"/>
                  <a:pt x="1256827" y="2309021"/>
                </a:cubicBezTo>
                <a:cubicBezTo>
                  <a:pt x="1154910" y="2309021"/>
                  <a:pt x="1119668" y="2302353"/>
                  <a:pt x="1144432" y="2288065"/>
                </a:cubicBezTo>
                <a:cubicBezTo>
                  <a:pt x="1197772" y="2258538"/>
                  <a:pt x="1431135" y="2285208"/>
                  <a:pt x="1496857" y="2329023"/>
                </a:cubicBezTo>
                <a:cubicBezTo>
                  <a:pt x="1551150" y="2364265"/>
                  <a:pt x="1555913" y="2364265"/>
                  <a:pt x="1594013" y="2325213"/>
                </a:cubicBezTo>
                <a:cubicBezTo>
                  <a:pt x="1631160" y="2287113"/>
                  <a:pt x="1632113" y="2274730"/>
                  <a:pt x="1602585" y="2134713"/>
                </a:cubicBezTo>
                <a:cubicBezTo>
                  <a:pt x="1585440" y="2052798"/>
                  <a:pt x="1567343" y="1943260"/>
                  <a:pt x="1562580" y="1892778"/>
                </a:cubicBezTo>
                <a:cubicBezTo>
                  <a:pt x="1557818" y="1842295"/>
                  <a:pt x="1546388" y="1780383"/>
                  <a:pt x="1536863" y="1756570"/>
                </a:cubicBezTo>
                <a:cubicBezTo>
                  <a:pt x="1527338" y="1732758"/>
                  <a:pt x="1528290" y="1719423"/>
                  <a:pt x="1537815" y="1728948"/>
                </a:cubicBezTo>
                <a:cubicBezTo>
                  <a:pt x="1547340" y="1738473"/>
                  <a:pt x="1568295" y="1734663"/>
                  <a:pt x="1583535" y="1722280"/>
                </a:cubicBezTo>
                <a:cubicBezTo>
                  <a:pt x="1606395" y="1703230"/>
                  <a:pt x="1609252" y="1722280"/>
                  <a:pt x="1599727" y="1816578"/>
                </a:cubicBezTo>
                <a:cubicBezTo>
                  <a:pt x="1588297" y="1931830"/>
                  <a:pt x="1640685" y="2264253"/>
                  <a:pt x="1683547" y="2346168"/>
                </a:cubicBezTo>
                <a:cubicBezTo>
                  <a:pt x="1694977" y="2368075"/>
                  <a:pt x="1729268" y="2384268"/>
                  <a:pt x="1763557" y="2385221"/>
                </a:cubicBezTo>
                <a:cubicBezTo>
                  <a:pt x="1809277" y="2385221"/>
                  <a:pt x="1862618" y="2344263"/>
                  <a:pt x="1994063" y="2207103"/>
                </a:cubicBezTo>
                <a:cubicBezTo>
                  <a:pt x="2188373" y="2004220"/>
                  <a:pt x="2197898" y="1969930"/>
                  <a:pt x="2111220" y="1789908"/>
                </a:cubicBezTo>
                <a:cubicBezTo>
                  <a:pt x="2068357" y="1701325"/>
                  <a:pt x="2061690" y="1665130"/>
                  <a:pt x="2077882" y="1610838"/>
                </a:cubicBezTo>
                <a:cubicBezTo>
                  <a:pt x="2101695" y="1527018"/>
                  <a:pt x="2159798" y="1460343"/>
                  <a:pt x="2206470" y="1462248"/>
                </a:cubicBezTo>
                <a:cubicBezTo>
                  <a:pt x="2231235" y="1463200"/>
                  <a:pt x="2227425" y="1470820"/>
                  <a:pt x="2194088" y="1487013"/>
                </a:cubicBezTo>
                <a:cubicBezTo>
                  <a:pt x="2110268" y="1527018"/>
                  <a:pt x="2087407" y="1620363"/>
                  <a:pt x="2131223" y="1741330"/>
                </a:cubicBezTo>
                <a:cubicBezTo>
                  <a:pt x="2152178" y="1798480"/>
                  <a:pt x="2174085" y="1882300"/>
                  <a:pt x="2179800" y="1926115"/>
                </a:cubicBezTo>
                <a:cubicBezTo>
                  <a:pt x="2187420" y="1984218"/>
                  <a:pt x="2203613" y="2009935"/>
                  <a:pt x="2236950" y="2018508"/>
                </a:cubicBezTo>
                <a:cubicBezTo>
                  <a:pt x="2299815" y="2034700"/>
                  <a:pt x="2316007" y="2001363"/>
                  <a:pt x="2315055" y="1853725"/>
                </a:cubicBezTo>
                <a:cubicBezTo>
                  <a:pt x="2315055" y="1768953"/>
                  <a:pt x="2339820" y="1649890"/>
                  <a:pt x="2393160" y="1485108"/>
                </a:cubicBezTo>
                <a:cubicBezTo>
                  <a:pt x="2461740" y="1272700"/>
                  <a:pt x="2472217" y="1213645"/>
                  <a:pt x="2472217" y="1023145"/>
                </a:cubicBezTo>
                <a:cubicBezTo>
                  <a:pt x="2472217" y="783115"/>
                  <a:pt x="2499840" y="673578"/>
                  <a:pt x="2635095" y="371635"/>
                </a:cubicBezTo>
                <a:cubicBezTo>
                  <a:pt x="2678910" y="274480"/>
                  <a:pt x="2714153" y="173515"/>
                  <a:pt x="2714153" y="146845"/>
                </a:cubicBezTo>
                <a:cubicBezTo>
                  <a:pt x="2714153" y="70645"/>
                  <a:pt x="2634142" y="29688"/>
                  <a:pt x="2483648" y="30640"/>
                </a:cubicBezTo>
                <a:cubicBezTo>
                  <a:pt x="2298863" y="30640"/>
                  <a:pt x="2273145" y="51595"/>
                  <a:pt x="2347440" y="140178"/>
                </a:cubicBezTo>
                <a:cubicBezTo>
                  <a:pt x="2379825" y="178278"/>
                  <a:pt x="2406495" y="216378"/>
                  <a:pt x="2406495" y="224950"/>
                </a:cubicBezTo>
                <a:cubicBezTo>
                  <a:pt x="2406495" y="248763"/>
                  <a:pt x="2316960" y="408783"/>
                  <a:pt x="2286480" y="439263"/>
                </a:cubicBezTo>
                <a:cubicBezTo>
                  <a:pt x="2271240" y="454503"/>
                  <a:pt x="2253143" y="543085"/>
                  <a:pt x="2245523" y="637383"/>
                </a:cubicBezTo>
                <a:cubicBezTo>
                  <a:pt x="2228378" y="865983"/>
                  <a:pt x="2148368" y="1021240"/>
                  <a:pt x="1915957" y="1276510"/>
                </a:cubicBezTo>
                <a:cubicBezTo>
                  <a:pt x="1640685" y="1579405"/>
                  <a:pt x="1653068" y="1561308"/>
                  <a:pt x="1701645" y="1605123"/>
                </a:cubicBezTo>
                <a:cubicBezTo>
                  <a:pt x="1724505" y="1626078"/>
                  <a:pt x="1754985" y="1678465"/>
                  <a:pt x="1768320" y="1722280"/>
                </a:cubicBezTo>
                <a:cubicBezTo>
                  <a:pt x="1781655" y="1766095"/>
                  <a:pt x="1813088" y="1836580"/>
                  <a:pt x="1836900" y="1879443"/>
                </a:cubicBezTo>
                <a:lnTo>
                  <a:pt x="1879763" y="1956595"/>
                </a:lnTo>
                <a:lnTo>
                  <a:pt x="1831185" y="1897540"/>
                </a:lnTo>
                <a:cubicBezTo>
                  <a:pt x="1804515" y="1865155"/>
                  <a:pt x="1761652" y="1786098"/>
                  <a:pt x="1735935" y="1721328"/>
                </a:cubicBezTo>
                <a:cubicBezTo>
                  <a:pt x="1694977" y="1617505"/>
                  <a:pt x="1678785" y="1600360"/>
                  <a:pt x="1594965" y="1571785"/>
                </a:cubicBezTo>
                <a:cubicBezTo>
                  <a:pt x="1464472" y="1527018"/>
                  <a:pt x="1433040" y="1552735"/>
                  <a:pt x="1400655" y="1729900"/>
                </a:cubicBezTo>
                <a:cubicBezTo>
                  <a:pt x="1356840" y="1967073"/>
                  <a:pt x="1303500" y="2041368"/>
                  <a:pt x="1122525" y="2118521"/>
                </a:cubicBezTo>
                <a:cubicBezTo>
                  <a:pt x="972030" y="2183290"/>
                  <a:pt x="885352" y="2347121"/>
                  <a:pt x="949170" y="2447133"/>
                </a:cubicBezTo>
                <a:cubicBezTo>
                  <a:pt x="959647" y="2464278"/>
                  <a:pt x="1036800" y="2484280"/>
                  <a:pt x="1130145" y="2495711"/>
                </a:cubicBezTo>
                <a:lnTo>
                  <a:pt x="1293022" y="2514761"/>
                </a:lnTo>
                <a:lnTo>
                  <a:pt x="1128240" y="2508093"/>
                </a:lnTo>
                <a:cubicBezTo>
                  <a:pt x="932977" y="2500473"/>
                  <a:pt x="728190" y="2432846"/>
                  <a:pt x="640560" y="2349025"/>
                </a:cubicBezTo>
                <a:cubicBezTo>
                  <a:pt x="606270" y="2316640"/>
                  <a:pt x="583410" y="2285208"/>
                  <a:pt x="590077" y="2278540"/>
                </a:cubicBezTo>
                <a:cubicBezTo>
                  <a:pt x="596745" y="2271873"/>
                  <a:pt x="628177" y="2293780"/>
                  <a:pt x="661515" y="2325213"/>
                </a:cubicBezTo>
                <a:cubicBezTo>
                  <a:pt x="694852" y="2356646"/>
                  <a:pt x="764385" y="2398555"/>
                  <a:pt x="815820" y="2415700"/>
                </a:cubicBezTo>
                <a:lnTo>
                  <a:pt x="909165" y="2449038"/>
                </a:lnTo>
                <a:lnTo>
                  <a:pt x="909165" y="2367123"/>
                </a:lnTo>
                <a:cubicBezTo>
                  <a:pt x="909165" y="2258538"/>
                  <a:pt x="980602" y="2147096"/>
                  <a:pt x="1075852" y="2107090"/>
                </a:cubicBezTo>
                <a:lnTo>
                  <a:pt x="1153957" y="2074705"/>
                </a:lnTo>
                <a:lnTo>
                  <a:pt x="1054897" y="1965168"/>
                </a:lnTo>
                <a:cubicBezTo>
                  <a:pt x="961552" y="1861345"/>
                  <a:pt x="889162" y="1714660"/>
                  <a:pt x="917737" y="1687038"/>
                </a:cubicBezTo>
                <a:cubicBezTo>
                  <a:pt x="924405" y="1680370"/>
                  <a:pt x="936787" y="1692753"/>
                  <a:pt x="943455" y="1715613"/>
                </a:cubicBezTo>
                <a:cubicBezTo>
                  <a:pt x="977745" y="1821340"/>
                  <a:pt x="998700" y="1856583"/>
                  <a:pt x="1030132" y="1856583"/>
                </a:cubicBezTo>
                <a:cubicBezTo>
                  <a:pt x="1089187" y="1856583"/>
                  <a:pt x="1169197" y="1790860"/>
                  <a:pt x="1224443" y="1694658"/>
                </a:cubicBezTo>
                <a:cubicBezTo>
                  <a:pt x="1253970" y="1644175"/>
                  <a:pt x="1306357" y="1578453"/>
                  <a:pt x="1339695" y="1547973"/>
                </a:cubicBezTo>
                <a:lnTo>
                  <a:pt x="1400655" y="1492728"/>
                </a:lnTo>
                <a:lnTo>
                  <a:pt x="1333980" y="1580358"/>
                </a:lnTo>
                <a:cubicBezTo>
                  <a:pt x="1297785" y="1628935"/>
                  <a:pt x="1245397" y="1705135"/>
                  <a:pt x="1218727" y="1749903"/>
                </a:cubicBezTo>
                <a:cubicBezTo>
                  <a:pt x="1192057" y="1794670"/>
                  <a:pt x="1140622" y="1844200"/>
                  <a:pt x="1104427" y="1859440"/>
                </a:cubicBezTo>
                <a:cubicBezTo>
                  <a:pt x="1068232" y="1874680"/>
                  <a:pt x="1039657" y="1895635"/>
                  <a:pt x="1039657" y="1904208"/>
                </a:cubicBezTo>
                <a:cubicBezTo>
                  <a:pt x="1039657" y="1912780"/>
                  <a:pt x="1069185" y="1952785"/>
                  <a:pt x="1104427" y="1992790"/>
                </a:cubicBezTo>
                <a:cubicBezTo>
                  <a:pt x="1157768" y="2051845"/>
                  <a:pt x="1175865" y="2060418"/>
                  <a:pt x="1209202" y="2040415"/>
                </a:cubicBezTo>
                <a:cubicBezTo>
                  <a:pt x="1272068" y="2002315"/>
                  <a:pt x="1345410" y="1880395"/>
                  <a:pt x="1358745" y="1792765"/>
                </a:cubicBezTo>
                <a:cubicBezTo>
                  <a:pt x="1365413" y="1748950"/>
                  <a:pt x="1382557" y="1672750"/>
                  <a:pt x="1397797" y="1625125"/>
                </a:cubicBezTo>
                <a:cubicBezTo>
                  <a:pt x="1419705" y="1552735"/>
                  <a:pt x="1435897" y="1535590"/>
                  <a:pt x="1488285" y="1529875"/>
                </a:cubicBezTo>
                <a:lnTo>
                  <a:pt x="1551150" y="1522255"/>
                </a:lnTo>
                <a:lnTo>
                  <a:pt x="1537815" y="1375570"/>
                </a:lnTo>
                <a:cubicBezTo>
                  <a:pt x="1498763" y="940278"/>
                  <a:pt x="1497810" y="831693"/>
                  <a:pt x="1530195" y="740253"/>
                </a:cubicBezTo>
                <a:cubicBezTo>
                  <a:pt x="1553055" y="674530"/>
                  <a:pt x="1555913" y="645003"/>
                  <a:pt x="1537815" y="638335"/>
                </a:cubicBezTo>
                <a:cubicBezTo>
                  <a:pt x="1524480" y="633573"/>
                  <a:pt x="1520670" y="621190"/>
                  <a:pt x="1530195" y="611665"/>
                </a:cubicBezTo>
                <a:cubicBezTo>
                  <a:pt x="1539720" y="602140"/>
                  <a:pt x="1557818" y="604045"/>
                  <a:pt x="1570200" y="617380"/>
                </a:cubicBezTo>
                <a:cubicBezTo>
                  <a:pt x="1586393" y="633573"/>
                  <a:pt x="1583535" y="670720"/>
                  <a:pt x="1558770" y="743110"/>
                </a:cubicBezTo>
                <a:cubicBezTo>
                  <a:pt x="1514955" y="873603"/>
                  <a:pt x="1514955" y="947898"/>
                  <a:pt x="1560675" y="1278415"/>
                </a:cubicBezTo>
                <a:cubicBezTo>
                  <a:pt x="1599727" y="1563213"/>
                  <a:pt x="1617825" y="1592740"/>
                  <a:pt x="1693072" y="1495585"/>
                </a:cubicBezTo>
                <a:cubicBezTo>
                  <a:pt x="1714980" y="1467010"/>
                  <a:pt x="1810230" y="1356520"/>
                  <a:pt x="1903575" y="1250793"/>
                </a:cubicBezTo>
                <a:cubicBezTo>
                  <a:pt x="2121698" y="1005048"/>
                  <a:pt x="2198850" y="846933"/>
                  <a:pt x="2214090" y="617380"/>
                </a:cubicBezTo>
                <a:cubicBezTo>
                  <a:pt x="2227425" y="417355"/>
                  <a:pt x="2271240" y="433548"/>
                  <a:pt x="1838805" y="477363"/>
                </a:cubicBezTo>
                <a:cubicBezTo>
                  <a:pt x="1506382" y="510700"/>
                  <a:pt x="1449232" y="536418"/>
                  <a:pt x="1350172" y="692628"/>
                </a:cubicBezTo>
                <a:cubicBezTo>
                  <a:pt x="1291118" y="785973"/>
                  <a:pt x="1207297" y="858363"/>
                  <a:pt x="778672" y="1184118"/>
                </a:cubicBezTo>
                <a:cubicBezTo>
                  <a:pt x="611985" y="1310800"/>
                  <a:pt x="545310" y="1400335"/>
                  <a:pt x="525307" y="1520350"/>
                </a:cubicBezTo>
                <a:cubicBezTo>
                  <a:pt x="509115" y="1621315"/>
                  <a:pt x="444345" y="1710850"/>
                  <a:pt x="353857" y="1757523"/>
                </a:cubicBezTo>
                <a:cubicBezTo>
                  <a:pt x="317662" y="1775620"/>
                  <a:pt x="269085" y="1823245"/>
                  <a:pt x="246225" y="1861345"/>
                </a:cubicBezTo>
                <a:cubicBezTo>
                  <a:pt x="218602" y="1906113"/>
                  <a:pt x="203362" y="1918495"/>
                  <a:pt x="203362" y="1894683"/>
                </a:cubicBezTo>
                <a:cubicBezTo>
                  <a:pt x="203362" y="1874680"/>
                  <a:pt x="233842" y="1829913"/>
                  <a:pt x="271942" y="1795623"/>
                </a:cubicBezTo>
                <a:cubicBezTo>
                  <a:pt x="471967" y="1613695"/>
                  <a:pt x="486255" y="1596550"/>
                  <a:pt x="501495" y="1511778"/>
                </a:cubicBezTo>
                <a:cubicBezTo>
                  <a:pt x="525307" y="1378428"/>
                  <a:pt x="593887" y="1291750"/>
                  <a:pt x="809152" y="1126968"/>
                </a:cubicBezTo>
                <a:cubicBezTo>
                  <a:pt x="917737" y="1043148"/>
                  <a:pt x="1056802" y="936468"/>
                  <a:pt x="1116810" y="889795"/>
                </a:cubicBezTo>
                <a:cubicBezTo>
                  <a:pt x="1176818" y="843123"/>
                  <a:pt x="1272068" y="745968"/>
                  <a:pt x="1327313" y="674530"/>
                </a:cubicBezTo>
                <a:cubicBezTo>
                  <a:pt x="1467330" y="493555"/>
                  <a:pt x="1527338" y="470695"/>
                  <a:pt x="1915957" y="443073"/>
                </a:cubicBezTo>
                <a:cubicBezTo>
                  <a:pt x="2233140" y="421165"/>
                  <a:pt x="2239807" y="419260"/>
                  <a:pt x="2299815" y="355443"/>
                </a:cubicBezTo>
                <a:cubicBezTo>
                  <a:pt x="2472217" y="170658"/>
                  <a:pt x="2250285" y="32545"/>
                  <a:pt x="2018827" y="179230"/>
                </a:cubicBezTo>
                <a:cubicBezTo>
                  <a:pt x="1963582" y="214473"/>
                  <a:pt x="1792132" y="294483"/>
                  <a:pt x="1638780" y="355443"/>
                </a:cubicBezTo>
                <a:cubicBezTo>
                  <a:pt x="1485427" y="416403"/>
                  <a:pt x="1322550" y="489745"/>
                  <a:pt x="1277782" y="516415"/>
                </a:cubicBezTo>
                <a:cubicBezTo>
                  <a:pt x="1233015" y="543085"/>
                  <a:pt x="1141575" y="597378"/>
                  <a:pt x="1074900" y="636430"/>
                </a:cubicBezTo>
                <a:cubicBezTo>
                  <a:pt x="1008225" y="675483"/>
                  <a:pt x="936787" y="738348"/>
                  <a:pt x="915832" y="769780"/>
                </a:cubicBezTo>
                <a:cubicBezTo>
                  <a:pt x="894877" y="801213"/>
                  <a:pt x="787245" y="895510"/>
                  <a:pt x="675802" y="976473"/>
                </a:cubicBezTo>
                <a:cubicBezTo>
                  <a:pt x="473872" y="1126015"/>
                  <a:pt x="397672" y="1215550"/>
                  <a:pt x="368145" y="1338423"/>
                </a:cubicBezTo>
                <a:cubicBezTo>
                  <a:pt x="359572" y="1374618"/>
                  <a:pt x="333855" y="1430815"/>
                  <a:pt x="310995" y="1463200"/>
                </a:cubicBezTo>
                <a:cubicBezTo>
                  <a:pt x="261465" y="1534638"/>
                  <a:pt x="149070" y="1779430"/>
                  <a:pt x="90015" y="1944213"/>
                </a:cubicBezTo>
                <a:cubicBezTo>
                  <a:pt x="27150" y="2121378"/>
                  <a:pt x="12862" y="2405223"/>
                  <a:pt x="58582" y="2582388"/>
                </a:cubicBezTo>
                <a:cubicBezTo>
                  <a:pt x="130020" y="2861471"/>
                  <a:pt x="286230" y="2991011"/>
                  <a:pt x="560550" y="2998630"/>
                </a:cubicBezTo>
                <a:lnTo>
                  <a:pt x="642465" y="3000536"/>
                </a:lnTo>
                <a:lnTo>
                  <a:pt x="612937" y="2929098"/>
                </a:lnTo>
                <a:lnTo>
                  <a:pt x="612937" y="2929098"/>
                </a:lnTo>
                <a:close/>
                <a:moveTo>
                  <a:pt x="1965488" y="1623220"/>
                </a:moveTo>
                <a:cubicBezTo>
                  <a:pt x="1931197" y="1604170"/>
                  <a:pt x="1923577" y="1592740"/>
                  <a:pt x="1944532" y="1592740"/>
                </a:cubicBezTo>
                <a:cubicBezTo>
                  <a:pt x="1963582" y="1592740"/>
                  <a:pt x="1997872" y="1607028"/>
                  <a:pt x="2021685" y="1625125"/>
                </a:cubicBezTo>
                <a:cubicBezTo>
                  <a:pt x="2075025" y="1665130"/>
                  <a:pt x="2038830" y="1664178"/>
                  <a:pt x="1965488" y="1623220"/>
                </a:cubicBezTo>
                <a:lnTo>
                  <a:pt x="1965488" y="1623220"/>
                </a:lnTo>
                <a:close/>
                <a:moveTo>
                  <a:pt x="1075852" y="1331755"/>
                </a:moveTo>
                <a:cubicBezTo>
                  <a:pt x="1056802" y="1294608"/>
                  <a:pt x="1042515" y="1237458"/>
                  <a:pt x="1043467" y="1203168"/>
                </a:cubicBezTo>
                <a:lnTo>
                  <a:pt x="1045372" y="1141255"/>
                </a:lnTo>
                <a:lnTo>
                  <a:pt x="1061565" y="1206978"/>
                </a:lnTo>
                <a:cubicBezTo>
                  <a:pt x="1070137" y="1243173"/>
                  <a:pt x="1090140" y="1296513"/>
                  <a:pt x="1105380" y="1324135"/>
                </a:cubicBezTo>
                <a:cubicBezTo>
                  <a:pt x="1120620" y="1351758"/>
                  <a:pt x="1128240" y="1380333"/>
                  <a:pt x="1121572" y="1387000"/>
                </a:cubicBezTo>
                <a:cubicBezTo>
                  <a:pt x="1114905" y="1393668"/>
                  <a:pt x="1094902" y="1367950"/>
                  <a:pt x="1075852" y="1331755"/>
                </a:cubicBezTo>
                <a:lnTo>
                  <a:pt x="1075852" y="1331755"/>
                </a:lnTo>
                <a:close/>
                <a:moveTo>
                  <a:pt x="1825470" y="1160305"/>
                </a:moveTo>
                <a:cubicBezTo>
                  <a:pt x="1802610" y="1038385"/>
                  <a:pt x="1839757" y="904083"/>
                  <a:pt x="1936913" y="761208"/>
                </a:cubicBezTo>
                <a:cubicBezTo>
                  <a:pt x="1979775" y="697390"/>
                  <a:pt x="2019780" y="649765"/>
                  <a:pt x="2025495" y="655480"/>
                </a:cubicBezTo>
                <a:cubicBezTo>
                  <a:pt x="2031210" y="661195"/>
                  <a:pt x="2011207" y="698343"/>
                  <a:pt x="1980727" y="738348"/>
                </a:cubicBezTo>
                <a:cubicBezTo>
                  <a:pt x="1887382" y="863125"/>
                  <a:pt x="1868332" y="916465"/>
                  <a:pt x="1854997" y="1086010"/>
                </a:cubicBezTo>
                <a:cubicBezTo>
                  <a:pt x="1843568" y="1243173"/>
                  <a:pt x="1842615" y="1246983"/>
                  <a:pt x="1825470" y="1160305"/>
                </a:cubicBezTo>
                <a:lnTo>
                  <a:pt x="1825470" y="1160305"/>
                </a:lnTo>
                <a:close/>
                <a:moveTo>
                  <a:pt x="1293022" y="2937671"/>
                </a:moveTo>
                <a:cubicBezTo>
                  <a:pt x="1311120" y="2902428"/>
                  <a:pt x="1319693" y="2868138"/>
                  <a:pt x="1312072" y="2860518"/>
                </a:cubicBezTo>
                <a:cubicBezTo>
                  <a:pt x="1304452" y="2852898"/>
                  <a:pt x="1199677" y="2847183"/>
                  <a:pt x="1078710" y="2847183"/>
                </a:cubicBezTo>
                <a:cubicBezTo>
                  <a:pt x="883447" y="2847183"/>
                  <a:pt x="862492" y="2850993"/>
                  <a:pt x="888210" y="2881473"/>
                </a:cubicBezTo>
                <a:cubicBezTo>
                  <a:pt x="930120" y="2931955"/>
                  <a:pt x="996795" y="2964340"/>
                  <a:pt x="1095855" y="2980533"/>
                </a:cubicBezTo>
                <a:cubicBezTo>
                  <a:pt x="1246350" y="3006250"/>
                  <a:pt x="1258732" y="3003393"/>
                  <a:pt x="1293022" y="2937671"/>
                </a:cubicBezTo>
                <a:lnTo>
                  <a:pt x="1293022" y="2937671"/>
                </a:lnTo>
                <a:close/>
                <a:moveTo>
                  <a:pt x="1374938" y="2774793"/>
                </a:moveTo>
                <a:cubicBezTo>
                  <a:pt x="1406370" y="2716690"/>
                  <a:pt x="1352077" y="2706213"/>
                  <a:pt x="1133955" y="2728121"/>
                </a:cubicBezTo>
                <a:cubicBezTo>
                  <a:pt x="1029180" y="2738598"/>
                  <a:pt x="852015" y="2745265"/>
                  <a:pt x="740572" y="2743361"/>
                </a:cubicBezTo>
                <a:cubicBezTo>
                  <a:pt x="516735" y="2738598"/>
                  <a:pt x="417675" y="2703355"/>
                  <a:pt x="376717" y="2614773"/>
                </a:cubicBezTo>
                <a:cubicBezTo>
                  <a:pt x="347190" y="2549050"/>
                  <a:pt x="328140" y="2547146"/>
                  <a:pt x="270037" y="2606200"/>
                </a:cubicBezTo>
                <a:cubicBezTo>
                  <a:pt x="238605" y="2637633"/>
                  <a:pt x="229080" y="2666208"/>
                  <a:pt x="239557" y="2699546"/>
                </a:cubicBezTo>
                <a:cubicBezTo>
                  <a:pt x="274800" y="2814798"/>
                  <a:pt x="295755" y="2818608"/>
                  <a:pt x="938692" y="2815750"/>
                </a:cubicBezTo>
                <a:cubicBezTo>
                  <a:pt x="1312072" y="2813846"/>
                  <a:pt x="1355888" y="2810036"/>
                  <a:pt x="1374938" y="2774793"/>
                </a:cubicBezTo>
                <a:lnTo>
                  <a:pt x="1374938" y="2774793"/>
                </a:lnTo>
                <a:close/>
                <a:moveTo>
                  <a:pt x="1743555" y="2410938"/>
                </a:moveTo>
                <a:cubicBezTo>
                  <a:pt x="1726410" y="2405223"/>
                  <a:pt x="1694977" y="2386173"/>
                  <a:pt x="1674022" y="2368075"/>
                </a:cubicBezTo>
                <a:cubicBezTo>
                  <a:pt x="1644495" y="2342358"/>
                  <a:pt x="1629255" y="2340453"/>
                  <a:pt x="1604490" y="2361408"/>
                </a:cubicBezTo>
                <a:cubicBezTo>
                  <a:pt x="1576868" y="2384268"/>
                  <a:pt x="1577820" y="2395698"/>
                  <a:pt x="1609252" y="2450943"/>
                </a:cubicBezTo>
                <a:lnTo>
                  <a:pt x="1645447" y="2513808"/>
                </a:lnTo>
                <a:lnTo>
                  <a:pt x="1710218" y="2467136"/>
                </a:lnTo>
                <a:cubicBezTo>
                  <a:pt x="1755938" y="2433798"/>
                  <a:pt x="1765463" y="2417605"/>
                  <a:pt x="1743555" y="2410938"/>
                </a:cubicBezTo>
                <a:lnTo>
                  <a:pt x="1743555" y="2410938"/>
                </a:lnTo>
                <a:close/>
                <a:moveTo>
                  <a:pt x="5521170" y="2042320"/>
                </a:moveTo>
                <a:cubicBezTo>
                  <a:pt x="5509740" y="1980408"/>
                  <a:pt x="5449733" y="1838485"/>
                  <a:pt x="5296380" y="1512730"/>
                </a:cubicBezTo>
                <a:cubicBezTo>
                  <a:pt x="5278283" y="1474630"/>
                  <a:pt x="5239230" y="1432720"/>
                  <a:pt x="5208750" y="1419385"/>
                </a:cubicBezTo>
                <a:cubicBezTo>
                  <a:pt x="5157315" y="1395573"/>
                  <a:pt x="5154458" y="1397478"/>
                  <a:pt x="5167793" y="1441293"/>
                </a:cubicBezTo>
                <a:cubicBezTo>
                  <a:pt x="5177318" y="1469868"/>
                  <a:pt x="5174460" y="1483203"/>
                  <a:pt x="5161125" y="1474630"/>
                </a:cubicBezTo>
                <a:cubicBezTo>
                  <a:pt x="5148743" y="1467010"/>
                  <a:pt x="5127787" y="1413670"/>
                  <a:pt x="5113500" y="1356520"/>
                </a:cubicBezTo>
                <a:cubicBezTo>
                  <a:pt x="5060160" y="1144113"/>
                  <a:pt x="4926810" y="1020288"/>
                  <a:pt x="4716308" y="986950"/>
                </a:cubicBezTo>
                <a:cubicBezTo>
                  <a:pt x="4662015" y="978378"/>
                  <a:pt x="4602008" y="962185"/>
                  <a:pt x="4583910" y="950755"/>
                </a:cubicBezTo>
                <a:cubicBezTo>
                  <a:pt x="4551525" y="930753"/>
                  <a:pt x="4590578" y="934563"/>
                  <a:pt x="4762028" y="966948"/>
                </a:cubicBezTo>
                <a:lnTo>
                  <a:pt x="4829655" y="980283"/>
                </a:lnTo>
                <a:lnTo>
                  <a:pt x="4795365" y="913608"/>
                </a:lnTo>
                <a:cubicBezTo>
                  <a:pt x="4737263" y="800260"/>
                  <a:pt x="4637250" y="746920"/>
                  <a:pt x="4469610" y="737395"/>
                </a:cubicBezTo>
                <a:cubicBezTo>
                  <a:pt x="4303875" y="727870"/>
                  <a:pt x="4263870" y="689770"/>
                  <a:pt x="4419128" y="689770"/>
                </a:cubicBezTo>
                <a:cubicBezTo>
                  <a:pt x="4473420" y="689770"/>
                  <a:pt x="4518188" y="680245"/>
                  <a:pt x="4518188" y="669768"/>
                </a:cubicBezTo>
                <a:cubicBezTo>
                  <a:pt x="4518188" y="616428"/>
                  <a:pt x="4400078" y="514510"/>
                  <a:pt x="4323878" y="502128"/>
                </a:cubicBezTo>
                <a:cubicBezTo>
                  <a:pt x="4166715" y="475458"/>
                  <a:pt x="4102898" y="444978"/>
                  <a:pt x="3980025" y="337345"/>
                </a:cubicBezTo>
                <a:cubicBezTo>
                  <a:pt x="3890490" y="259240"/>
                  <a:pt x="3837150" y="227808"/>
                  <a:pt x="3789525" y="227808"/>
                </a:cubicBezTo>
                <a:cubicBezTo>
                  <a:pt x="3693323" y="227808"/>
                  <a:pt x="3586642" y="279243"/>
                  <a:pt x="3531398" y="351633"/>
                </a:cubicBezTo>
                <a:cubicBezTo>
                  <a:pt x="3504728" y="386875"/>
                  <a:pt x="3439005" y="470695"/>
                  <a:pt x="3385665" y="539275"/>
                </a:cubicBezTo>
                <a:lnTo>
                  <a:pt x="3288510" y="664053"/>
                </a:lnTo>
                <a:lnTo>
                  <a:pt x="3424717" y="747873"/>
                </a:lnTo>
                <a:cubicBezTo>
                  <a:pt x="3554257" y="827883"/>
                  <a:pt x="3572355" y="832645"/>
                  <a:pt x="3791430" y="845028"/>
                </a:cubicBezTo>
                <a:cubicBezTo>
                  <a:pt x="4038128" y="858363"/>
                  <a:pt x="4156238" y="897415"/>
                  <a:pt x="4226723" y="986950"/>
                </a:cubicBezTo>
                <a:cubicBezTo>
                  <a:pt x="4248630" y="1015525"/>
                  <a:pt x="4301018" y="1041243"/>
                  <a:pt x="4350548" y="1049815"/>
                </a:cubicBezTo>
                <a:cubicBezTo>
                  <a:pt x="4529618" y="1078390"/>
                  <a:pt x="5006820" y="1421290"/>
                  <a:pt x="5037300" y="1543210"/>
                </a:cubicBezTo>
                <a:cubicBezTo>
                  <a:pt x="5045873" y="1577500"/>
                  <a:pt x="5065875" y="1593693"/>
                  <a:pt x="5099212" y="1593693"/>
                </a:cubicBezTo>
                <a:cubicBezTo>
                  <a:pt x="5179223" y="1593693"/>
                  <a:pt x="5371628" y="1782288"/>
                  <a:pt x="5400203" y="1888015"/>
                </a:cubicBezTo>
                <a:cubicBezTo>
                  <a:pt x="5439255" y="2033748"/>
                  <a:pt x="5490690" y="2143285"/>
                  <a:pt x="5512598" y="2129950"/>
                </a:cubicBezTo>
                <a:cubicBezTo>
                  <a:pt x="5525933" y="2121378"/>
                  <a:pt x="5528790" y="2082325"/>
                  <a:pt x="5521170" y="2042320"/>
                </a:cubicBezTo>
                <a:lnTo>
                  <a:pt x="5521170" y="2042320"/>
                </a:lnTo>
                <a:close/>
                <a:moveTo>
                  <a:pt x="3828578" y="512605"/>
                </a:moveTo>
                <a:cubicBezTo>
                  <a:pt x="3721898" y="503080"/>
                  <a:pt x="3627600" y="488793"/>
                  <a:pt x="3619028" y="480220"/>
                </a:cubicBezTo>
                <a:cubicBezTo>
                  <a:pt x="3593310" y="452598"/>
                  <a:pt x="4010505" y="482125"/>
                  <a:pt x="4038128" y="509748"/>
                </a:cubicBezTo>
                <a:cubicBezTo>
                  <a:pt x="4052415" y="524035"/>
                  <a:pt x="4055273" y="534513"/>
                  <a:pt x="4043842" y="532608"/>
                </a:cubicBezTo>
                <a:cubicBezTo>
                  <a:pt x="4032413" y="530703"/>
                  <a:pt x="3936210" y="522130"/>
                  <a:pt x="3828578" y="512605"/>
                </a:cubicBezTo>
                <a:lnTo>
                  <a:pt x="3828578" y="512605"/>
                </a:lnTo>
                <a:close/>
              </a:path>
            </a:pathLst>
          </a:custGeom>
          <a:solidFill>
            <a:schemeClr val="bg1"/>
          </a:solidFill>
          <a:ln w="9525" cap="flat">
            <a:solidFill>
              <a:schemeClr val="bg1"/>
            </a:solidFill>
            <a:prstDash val="solid"/>
            <a:miter/>
          </a:ln>
        </p:spPr>
        <p:txBody>
          <a:bodyPr lIns="68580" tIns="34290" rIns="68580" bIns="34290" rtlCol="0" anchor="ctr"/>
          <a:lstStyle/>
          <a:p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D2B3001-D708-E4BC-D322-7FA97CE3DFCC}"/>
              </a:ext>
            </a:extLst>
          </p:cNvPr>
          <p:cNvSpPr txBox="1"/>
          <p:nvPr/>
        </p:nvSpPr>
        <p:spPr>
          <a:xfrm>
            <a:off x="176204" y="771371"/>
            <a:ext cx="2086395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1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Физические нагрузки</a:t>
            </a:r>
            <a:endParaRPr lang="ko-KR" altLang="en-US" sz="2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Arial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F7481F-3B2A-5D12-7AD2-0D1662561D4C}"/>
              </a:ext>
            </a:extLst>
          </p:cNvPr>
          <p:cNvSpPr txBox="1"/>
          <p:nvPr/>
        </p:nvSpPr>
        <p:spPr>
          <a:xfrm>
            <a:off x="2433326" y="826595"/>
            <a:ext cx="208639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1800" b="1" dirty="0">
                <a:solidFill>
                  <a:schemeClr val="bg1"/>
                </a:solidFill>
              </a:rPr>
              <a:t>Нутриенты:</a:t>
            </a:r>
            <a:endParaRPr lang="ko-KR" altLang="en-US" sz="2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Arial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203AA37-05D5-BD02-EC15-D9B2E19C96EA}"/>
              </a:ext>
            </a:extLst>
          </p:cNvPr>
          <p:cNvSpPr txBox="1"/>
          <p:nvPr/>
        </p:nvSpPr>
        <p:spPr>
          <a:xfrm>
            <a:off x="4624281" y="820368"/>
            <a:ext cx="2127016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1800" b="1" dirty="0">
                <a:solidFill>
                  <a:schemeClr val="bg1"/>
                </a:solidFill>
              </a:rPr>
              <a:t>Менопаузальная гормональная терапия</a:t>
            </a:r>
            <a:endParaRPr lang="ko-KR" altLang="en-US" sz="2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Arial" pitchFamily="34" charset="0"/>
            </a:endParaRPr>
          </a:p>
        </p:txBody>
      </p:sp>
      <p:pic>
        <p:nvPicPr>
          <p:cNvPr id="19" name="Рисунок 18" descr="Гантель">
            <a:extLst>
              <a:ext uri="{FF2B5EF4-FFF2-40B4-BE49-F238E27FC236}">
                <a16:creationId xmlns:a16="http://schemas.microsoft.com/office/drawing/2014/main" id="{AD9DEA54-3DEF-1CD1-4F43-EAE3BD1BC6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2194" y="231583"/>
            <a:ext cx="541495" cy="541495"/>
          </a:xfrm>
          <a:prstGeom prst="rect">
            <a:avLst/>
          </a:prstGeom>
        </p:spPr>
      </p:pic>
      <p:pic>
        <p:nvPicPr>
          <p:cNvPr id="21" name="Рисунок 20" descr="Сервировка стола">
            <a:extLst>
              <a:ext uri="{FF2B5EF4-FFF2-40B4-BE49-F238E27FC236}">
                <a16:creationId xmlns:a16="http://schemas.microsoft.com/office/drawing/2014/main" id="{AA870A8B-F492-302D-356A-038BC0727C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73226" y="269695"/>
            <a:ext cx="530746" cy="530746"/>
          </a:xfrm>
          <a:prstGeom prst="rect">
            <a:avLst/>
          </a:prstGeom>
        </p:spPr>
      </p:pic>
      <p:pic>
        <p:nvPicPr>
          <p:cNvPr id="32" name="Рисунок 31" descr="Лекарство">
            <a:extLst>
              <a:ext uri="{FF2B5EF4-FFF2-40B4-BE49-F238E27FC236}">
                <a16:creationId xmlns:a16="http://schemas.microsoft.com/office/drawing/2014/main" id="{3C2C215E-ECF1-5217-0EF5-A4ACACBE1AC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26228" y="277801"/>
            <a:ext cx="494396" cy="494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921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3"/>
          <p:cNvSpPr/>
          <p:nvPr/>
        </p:nvSpPr>
        <p:spPr>
          <a:xfrm>
            <a:off x="640135" y="1457126"/>
            <a:ext cx="2069491" cy="1117829"/>
          </a:xfrm>
          <a:prstGeom prst="roundRect">
            <a:avLst>
              <a:gd name="adj" fmla="val 16667"/>
            </a:avLst>
          </a:prstGeom>
          <a:solidFill>
            <a:srgbClr val="31859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33"/>
          <p:cNvSpPr/>
          <p:nvPr/>
        </p:nvSpPr>
        <p:spPr>
          <a:xfrm>
            <a:off x="865457" y="2270619"/>
            <a:ext cx="2069491" cy="950415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38100" cap="flat" cmpd="sng">
            <a:solidFill>
              <a:srgbClr val="31859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33"/>
          <p:cNvSpPr txBox="1"/>
          <p:nvPr/>
        </p:nvSpPr>
        <p:spPr>
          <a:xfrm>
            <a:off x="631148" y="1605447"/>
            <a:ext cx="2113918" cy="822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 dirty="0">
                <a:ln>
                  <a:solidFill>
                    <a:schemeClr val="accent5">
                      <a:lumMod val="50000"/>
                    </a:schemeClr>
                  </a:solidFill>
                </a:ln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Группа риска:</a:t>
            </a:r>
            <a:r>
              <a:rPr lang="en" sz="1800" b="1" dirty="0">
                <a:ln>
                  <a:solidFill>
                    <a:schemeClr val="accent5">
                      <a:lumMod val="50000"/>
                    </a:schemeClr>
                  </a:solidFill>
                </a:ln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endParaRPr sz="1800" b="1" dirty="0">
              <a:ln>
                <a:solidFill>
                  <a:schemeClr val="accent5">
                    <a:lumMod val="50000"/>
                  </a:schemeClr>
                </a:solidFill>
              </a:ln>
              <a:solidFill>
                <a:schemeClr val="l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33"/>
          <p:cNvSpPr txBox="1"/>
          <p:nvPr/>
        </p:nvSpPr>
        <p:spPr>
          <a:xfrm>
            <a:off x="752796" y="2214474"/>
            <a:ext cx="2294812" cy="971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buClr>
                <a:srgbClr val="3F3F3F"/>
              </a:buClr>
            </a:pPr>
            <a:r>
              <a:rPr lang="ru-RU" sz="1600" b="1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sz="1500" b="1" dirty="0">
                <a:solidFill>
                  <a:srgbClr val="3F3F3F"/>
                </a:solidFill>
                <a:ea typeface="Arial"/>
                <a:cs typeface="Arial"/>
                <a:sym typeface="Arial"/>
              </a:rPr>
              <a:t>Мужчины </a:t>
            </a:r>
            <a:r>
              <a:rPr lang="ru-RU" sz="1500" b="1">
                <a:solidFill>
                  <a:srgbClr val="3F3F3F"/>
                </a:solidFill>
                <a:ea typeface="Arial"/>
                <a:cs typeface="Arial"/>
                <a:sym typeface="Arial"/>
              </a:rPr>
              <a:t>после 70 лет</a:t>
            </a:r>
            <a:r>
              <a:rPr lang="ru-RU" sz="1500" b="1" dirty="0">
                <a:solidFill>
                  <a:srgbClr val="3F3F3F"/>
                </a:solidFill>
                <a:ea typeface="Arial"/>
                <a:cs typeface="Arial"/>
                <a:sym typeface="Arial"/>
              </a:rPr>
              <a:t>, ж</a:t>
            </a:r>
            <a:r>
              <a:rPr lang="ru-RU" sz="1500" b="1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енщины </a:t>
            </a:r>
            <a:r>
              <a:rPr lang="ru-RU" sz="1500" b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после 50 лет, </a:t>
            </a:r>
            <a:r>
              <a:rPr lang="ru-RU" sz="1500" b="1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люди, принимающие ГКС </a:t>
            </a:r>
            <a:endParaRPr sz="1500" b="1"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33"/>
          <p:cNvSpPr/>
          <p:nvPr/>
        </p:nvSpPr>
        <p:spPr>
          <a:xfrm>
            <a:off x="3424425" y="1457126"/>
            <a:ext cx="2069491" cy="1117829"/>
          </a:xfrm>
          <a:prstGeom prst="roundRect">
            <a:avLst>
              <a:gd name="adj" fmla="val 16667"/>
            </a:avLst>
          </a:prstGeom>
          <a:solidFill>
            <a:srgbClr val="4BACC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33"/>
          <p:cNvSpPr/>
          <p:nvPr/>
        </p:nvSpPr>
        <p:spPr>
          <a:xfrm>
            <a:off x="3649747" y="2270619"/>
            <a:ext cx="2069491" cy="950415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38100" cap="flat" cmpd="sng">
            <a:solidFill>
              <a:srgbClr val="4BACC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420580" y="1539095"/>
            <a:ext cx="2157047" cy="743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700" b="1" dirty="0">
                <a:ln>
                  <a:solidFill>
                    <a:schemeClr val="accent5">
                      <a:lumMod val="75000"/>
                    </a:schemeClr>
                  </a:solidFill>
                </a:ln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Золотой стандарт диагностики:</a:t>
            </a:r>
            <a:endParaRPr sz="1700" b="1" dirty="0">
              <a:ln>
                <a:solidFill>
                  <a:schemeClr val="accent5">
                    <a:lumMod val="75000"/>
                  </a:schemeClr>
                </a:solidFill>
              </a:ln>
              <a:solidFill>
                <a:schemeClr val="l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33"/>
          <p:cNvSpPr txBox="1"/>
          <p:nvPr/>
        </p:nvSpPr>
        <p:spPr>
          <a:xfrm>
            <a:off x="3627533" y="2549803"/>
            <a:ext cx="2113918" cy="371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buClr>
                <a:srgbClr val="3F3F3F"/>
              </a:buClr>
            </a:pPr>
            <a:r>
              <a:rPr lang="ru-RU" sz="1700" b="1" dirty="0"/>
              <a:t>Денситометрия</a:t>
            </a:r>
            <a:endParaRPr sz="1700" b="1"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33"/>
          <p:cNvSpPr/>
          <p:nvPr/>
        </p:nvSpPr>
        <p:spPr>
          <a:xfrm>
            <a:off x="6208715" y="1457126"/>
            <a:ext cx="2294813" cy="1117829"/>
          </a:xfrm>
          <a:prstGeom prst="roundRect">
            <a:avLst>
              <a:gd name="adj" fmla="val 16667"/>
            </a:avLst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33"/>
          <p:cNvSpPr/>
          <p:nvPr/>
        </p:nvSpPr>
        <p:spPr>
          <a:xfrm>
            <a:off x="6434037" y="2270619"/>
            <a:ext cx="2205162" cy="950415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3810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33"/>
          <p:cNvSpPr txBox="1"/>
          <p:nvPr/>
        </p:nvSpPr>
        <p:spPr>
          <a:xfrm>
            <a:off x="6288581" y="1567376"/>
            <a:ext cx="1935993" cy="509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 dirty="0">
                <a:ln>
                  <a:solidFill>
                    <a:schemeClr val="accent3">
                      <a:lumMod val="75000"/>
                    </a:schemeClr>
                  </a:solidFill>
                </a:ln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Успешное лечение:</a:t>
            </a:r>
            <a:endParaRPr sz="1800" b="1" dirty="0">
              <a:ln>
                <a:solidFill>
                  <a:schemeClr val="accent3">
                    <a:lumMod val="75000"/>
                  </a:schemeClr>
                </a:solidFill>
              </a:ln>
              <a:solidFill>
                <a:schemeClr val="l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33"/>
          <p:cNvSpPr txBox="1"/>
          <p:nvPr/>
        </p:nvSpPr>
        <p:spPr>
          <a:xfrm>
            <a:off x="6372539" y="2231010"/>
            <a:ext cx="2356311" cy="1009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Font typeface="Arial"/>
              <a:buNone/>
            </a:pPr>
            <a:r>
              <a:rPr lang="ru-RU" sz="1400" b="1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Ко</a:t>
            </a:r>
            <a:r>
              <a:rPr lang="ru-RU" sz="1500" b="1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мбинация лекарственных препаратов  + Кальций-D + ЛФК.</a:t>
            </a:r>
            <a:endParaRPr sz="1500" b="1"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33"/>
          <p:cNvSpPr/>
          <p:nvPr/>
        </p:nvSpPr>
        <p:spPr>
          <a:xfrm>
            <a:off x="2789493" y="1729842"/>
            <a:ext cx="554339" cy="484632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31859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33"/>
          <p:cNvSpPr/>
          <p:nvPr/>
        </p:nvSpPr>
        <p:spPr>
          <a:xfrm>
            <a:off x="5577628" y="1729842"/>
            <a:ext cx="554339" cy="484632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BACC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33"/>
          <p:cNvSpPr/>
          <p:nvPr/>
        </p:nvSpPr>
        <p:spPr>
          <a:xfrm>
            <a:off x="619392" y="3463262"/>
            <a:ext cx="7884136" cy="1140238"/>
          </a:xfrm>
          <a:prstGeom prst="roundRect">
            <a:avLst>
              <a:gd name="adj" fmla="val 32702"/>
            </a:avLst>
          </a:prstGeom>
          <a:solidFill>
            <a:schemeClr val="lt1"/>
          </a:solidFill>
          <a:ln w="38100" cap="flat" cmpd="sng">
            <a:solidFill>
              <a:srgbClr val="31859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33"/>
          <p:cNvSpPr txBox="1"/>
          <p:nvPr/>
        </p:nvSpPr>
        <p:spPr>
          <a:xfrm>
            <a:off x="528944" y="3463262"/>
            <a:ext cx="8065031" cy="1117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/>
            <a:r>
              <a:rPr lang="ru-RU" sz="22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Главное запомнить!</a:t>
            </a:r>
          </a:p>
          <a:p>
            <a:pPr algn="ctr"/>
            <a:r>
              <a:rPr lang="ru-RU" sz="1600" dirty="0"/>
              <a:t>Остеопороз протекает </a:t>
            </a:r>
            <a:r>
              <a:rPr lang="ru-RU" sz="1600" b="1" dirty="0">
                <a:solidFill>
                  <a:schemeClr val="accent5">
                    <a:lumMod val="75000"/>
                  </a:schemeClr>
                </a:solidFill>
              </a:rPr>
              <a:t>бессимптомно</a:t>
            </a:r>
            <a:r>
              <a:rPr lang="ru-RU" sz="1600" dirty="0"/>
              <a:t> до первого перелома.</a:t>
            </a:r>
          </a:p>
          <a:p>
            <a:pPr lvl="0" algn="ctr"/>
            <a:r>
              <a:rPr lang="ru-RU" sz="1600" b="1" dirty="0">
                <a:solidFill>
                  <a:schemeClr val="accent5">
                    <a:lumMod val="50000"/>
                  </a:schemeClr>
                </a:solidFill>
              </a:rPr>
              <a:t>Кости не предупреждают. Проверь плотность — сохрани свободу движений</a:t>
            </a:r>
            <a:r>
              <a:rPr lang="ru-RU" sz="1600" b="1" dirty="0"/>
              <a:t>.</a:t>
            </a:r>
            <a:endParaRPr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33"/>
          <p:cNvSpPr txBox="1">
            <a:spLocks noGrp="1"/>
          </p:cNvSpPr>
          <p:nvPr>
            <p:ph type="title"/>
          </p:nvPr>
        </p:nvSpPr>
        <p:spPr>
          <a:xfrm>
            <a:off x="564925" y="178675"/>
            <a:ext cx="7087800" cy="57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ru-RU" sz="4000" b="1" dirty="0">
                <a:ln>
                  <a:solidFill>
                    <a:schemeClr val="accent5">
                      <a:lumMod val="50000"/>
                    </a:schemeClr>
                  </a:solidFill>
                </a:ln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ЗАКЛЮЧЕНИЕ</a:t>
            </a:r>
            <a:endParaRPr lang="ru-RU" b="1" dirty="0">
              <a:ln>
                <a:solidFill>
                  <a:schemeClr val="accent5">
                    <a:lumMod val="50000"/>
                  </a:schemeClr>
                </a:solidFill>
              </a:ln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" name="Рисунок 2" descr="Восклицательный знак">
            <a:extLst>
              <a:ext uri="{FF2B5EF4-FFF2-40B4-BE49-F238E27FC236}">
                <a16:creationId xmlns:a16="http://schemas.microsoft.com/office/drawing/2014/main" id="{2C94875D-CF23-CB48-22A8-02E46D13C0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3859" y="3546587"/>
            <a:ext cx="571500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F691C40-340A-44BC-A6B3-C3A20A9ED913}"/>
              </a:ext>
            </a:extLst>
          </p:cNvPr>
          <p:cNvSpPr txBox="1"/>
          <p:nvPr/>
        </p:nvSpPr>
        <p:spPr>
          <a:xfrm>
            <a:off x="4988923" y="835499"/>
            <a:ext cx="4281985" cy="1546577"/>
          </a:xfrm>
          <a:prstGeom prst="rect">
            <a:avLst/>
          </a:prstGeom>
          <a:noFill/>
        </p:spPr>
        <p:txBody>
          <a:bodyPr wrap="square" lIns="68580" tIns="34290" rIns="68580" bIns="34290" rtlCol="0" anchor="ctr">
            <a:spAutoFit/>
          </a:bodyPr>
          <a:lstStyle/>
          <a:p>
            <a:pPr algn="ctr"/>
            <a:r>
              <a:rPr lang="ru-RU" altLang="ko-KR" sz="4800" dirty="0">
                <a:solidFill>
                  <a:schemeClr val="bg1"/>
                </a:solidFill>
                <a:cs typeface="Arial" pitchFamily="34" charset="0"/>
              </a:rPr>
              <a:t>Спасибо за внимание!</a:t>
            </a:r>
            <a:endParaRPr lang="ko-KR" altLang="en-US" sz="4800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2F21A8-A2DC-448E-8003-AFE4C77CBA6F}"/>
              </a:ext>
            </a:extLst>
          </p:cNvPr>
          <p:cNvSpPr txBox="1"/>
          <p:nvPr/>
        </p:nvSpPr>
        <p:spPr>
          <a:xfrm>
            <a:off x="4862067" y="2571750"/>
            <a:ext cx="4281933" cy="1177245"/>
          </a:xfrm>
          <a:prstGeom prst="rect">
            <a:avLst/>
          </a:prstGeom>
          <a:noFill/>
        </p:spPr>
        <p:txBody>
          <a:bodyPr wrap="square" lIns="68580" tIns="34290" rIns="68580" bIns="34290" rtlCol="0" anchor="ctr">
            <a:spAutoFit/>
          </a:bodyPr>
          <a:lstStyle/>
          <a:p>
            <a:pPr algn="ctr"/>
            <a:r>
              <a:rPr lang="ru-RU" altLang="ko-KR" sz="2400" dirty="0">
                <a:solidFill>
                  <a:schemeClr val="bg1"/>
                </a:solidFill>
                <a:cs typeface="Arial" pitchFamily="34" charset="0"/>
              </a:rPr>
              <a:t>Остеопороз: от тихой эпидемии — к осознанной профилактике</a:t>
            </a:r>
            <a:endParaRPr lang="ko-KR" altLang="en-US" sz="2400" dirty="0">
              <a:solidFill>
                <a:schemeClr val="bg1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2224218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and End Slide Master">
  <a:themeElements>
    <a:clrScheme name="2019-Medical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60BED4"/>
      </a:accent1>
      <a:accent2>
        <a:srgbClr val="8EDADA"/>
      </a:accent2>
      <a:accent3>
        <a:srgbClr val="AAAAAA"/>
      </a:accent3>
      <a:accent4>
        <a:srgbClr val="D4D4D4"/>
      </a:accent4>
      <a:accent5>
        <a:srgbClr val="60BED4"/>
      </a:accent5>
      <a:accent6>
        <a:srgbClr val="8EDADA"/>
      </a:accent6>
      <a:hlink>
        <a:srgbClr val="FFFFFF"/>
      </a:hlink>
      <a:folHlink>
        <a:srgbClr val="FFFFFF"/>
      </a:folHlink>
    </a:clrScheme>
    <a:fontScheme name="MAX-THEME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2019-Medical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60BED4"/>
      </a:accent1>
      <a:accent2>
        <a:srgbClr val="8EDADA"/>
      </a:accent2>
      <a:accent3>
        <a:srgbClr val="AAAAAA"/>
      </a:accent3>
      <a:accent4>
        <a:srgbClr val="D4D4D4"/>
      </a:accent4>
      <a:accent5>
        <a:srgbClr val="60BED4"/>
      </a:accent5>
      <a:accent6>
        <a:srgbClr val="8EDADA"/>
      </a:accent6>
      <a:hlink>
        <a:srgbClr val="FFFFFF"/>
      </a:hlink>
      <a:folHlink>
        <a:srgbClr val="FFFFFF"/>
      </a:folHlink>
    </a:clrScheme>
    <a:fontScheme name="MAX-THEME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ection Break Slide Master">
  <a:themeElements>
    <a:clrScheme name="2019-Medical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60BED4"/>
      </a:accent1>
      <a:accent2>
        <a:srgbClr val="8EDADA"/>
      </a:accent2>
      <a:accent3>
        <a:srgbClr val="AAAAAA"/>
      </a:accent3>
      <a:accent4>
        <a:srgbClr val="D4D4D4"/>
      </a:accent4>
      <a:accent5>
        <a:srgbClr val="60BED4"/>
      </a:accent5>
      <a:accent6>
        <a:srgbClr val="8EDADA"/>
      </a:accent6>
      <a:hlink>
        <a:srgbClr val="FFFFFF"/>
      </a:hlink>
      <a:folHlink>
        <a:srgbClr val="FFFFFF"/>
      </a:folHlink>
    </a:clrScheme>
    <a:fontScheme name="MAX-THEME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3798</TotalTime>
  <Words>999</Words>
  <Application>Microsoft Office PowerPoint</Application>
  <PresentationFormat>Экран (16:9)</PresentationFormat>
  <Paragraphs>165</Paragraphs>
  <Slides>20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20</vt:i4>
      </vt:variant>
    </vt:vector>
  </HeadingPairs>
  <TitlesOfParts>
    <vt:vector size="27" baseType="lpstr">
      <vt:lpstr>Arial</vt:lpstr>
      <vt:lpstr>Calibri</vt:lpstr>
      <vt:lpstr>Franklin Gothic Heavy</vt:lpstr>
      <vt:lpstr>Wingdings</vt:lpstr>
      <vt:lpstr>Cover and End Slide Master</vt:lpstr>
      <vt:lpstr>Contents Slide Master</vt:lpstr>
      <vt:lpstr>Section Break Slide Master</vt:lpstr>
      <vt:lpstr>Презентация PowerPoint</vt:lpstr>
      <vt:lpstr>Презентация PowerPoint</vt:lpstr>
      <vt:lpstr>Презентация PowerPoint</vt:lpstr>
      <vt:lpstr>Ситуация в России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Виды терапии:</vt:lpstr>
      <vt:lpstr>Презентация PowerPoint</vt:lpstr>
      <vt:lpstr>Медикаментозная терапия</vt:lpstr>
      <vt:lpstr>Медикаментозная терапия</vt:lpstr>
      <vt:lpstr>Презентация PowerPoint</vt:lpstr>
      <vt:lpstr>Презентация PowerPoint</vt:lpstr>
      <vt:lpstr>ЗАКЛЮЧЕНИЕ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Allppt.com;Googleslidesppt.com</dc:creator>
  <cp:lastModifiedBy>Anna Pronkina</cp:lastModifiedBy>
  <cp:revision>112</cp:revision>
  <dcterms:created xsi:type="dcterms:W3CDTF">2018-04-24T17:14:44Z</dcterms:created>
  <dcterms:modified xsi:type="dcterms:W3CDTF">2026-04-27T17:54:34Z</dcterms:modified>
</cp:coreProperties>
</file>